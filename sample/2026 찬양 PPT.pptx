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6735" r:id="rId1"/>
  </p:sldMasterIdLst>
  <p:notesMasterIdLst>
    <p:notesMasterId r:id="rId354"/>
  </p:notesMasterIdLst>
  <p:sldIdLst>
    <p:sldId id="2610" r:id="rId2"/>
    <p:sldId id="5739" r:id="rId3"/>
    <p:sldId id="2771" r:id="rId4"/>
    <p:sldId id="5740" r:id="rId5"/>
    <p:sldId id="2687" r:id="rId6"/>
    <p:sldId id="5741" r:id="rId7"/>
    <p:sldId id="2630" r:id="rId8"/>
    <p:sldId id="2612" r:id="rId9"/>
    <p:sldId id="2613" r:id="rId10"/>
    <p:sldId id="2614" r:id="rId11"/>
    <p:sldId id="2615" r:id="rId12"/>
    <p:sldId id="2616" r:id="rId13"/>
    <p:sldId id="2617" r:id="rId14"/>
    <p:sldId id="2609" r:id="rId15"/>
    <p:sldId id="2618" r:id="rId16"/>
    <p:sldId id="2619" r:id="rId17"/>
    <p:sldId id="2620" r:id="rId18"/>
    <p:sldId id="2621" r:id="rId19"/>
    <p:sldId id="2608" r:id="rId20"/>
    <p:sldId id="2639" r:id="rId21"/>
    <p:sldId id="2640" r:id="rId22"/>
    <p:sldId id="2641" r:id="rId23"/>
    <p:sldId id="2642" r:id="rId24"/>
    <p:sldId id="2611" r:id="rId25"/>
    <p:sldId id="2626" r:id="rId26"/>
    <p:sldId id="2627" r:id="rId27"/>
    <p:sldId id="2628" r:id="rId28"/>
    <p:sldId id="2629" r:id="rId29"/>
    <p:sldId id="2631" r:id="rId30"/>
    <p:sldId id="2632" r:id="rId31"/>
    <p:sldId id="2633" r:id="rId32"/>
    <p:sldId id="2634" r:id="rId33"/>
    <p:sldId id="2635" r:id="rId34"/>
    <p:sldId id="2636" r:id="rId35"/>
    <p:sldId id="2637" r:id="rId36"/>
    <p:sldId id="2643" r:id="rId37"/>
    <p:sldId id="2644" r:id="rId38"/>
    <p:sldId id="2645" r:id="rId39"/>
    <p:sldId id="2646" r:id="rId40"/>
    <p:sldId id="2647" r:id="rId41"/>
    <p:sldId id="2648" r:id="rId42"/>
    <p:sldId id="2649" r:id="rId43"/>
    <p:sldId id="2650" r:id="rId44"/>
    <p:sldId id="2651" r:id="rId45"/>
    <p:sldId id="2652" r:id="rId46"/>
    <p:sldId id="2653" r:id="rId47"/>
    <p:sldId id="2654" r:id="rId48"/>
    <p:sldId id="2655" r:id="rId49"/>
    <p:sldId id="2656" r:id="rId50"/>
    <p:sldId id="2657" r:id="rId51"/>
    <p:sldId id="2658" r:id="rId52"/>
    <p:sldId id="2659" r:id="rId53"/>
    <p:sldId id="2660" r:id="rId54"/>
    <p:sldId id="2661" r:id="rId55"/>
    <p:sldId id="2662" r:id="rId56"/>
    <p:sldId id="2663" r:id="rId57"/>
    <p:sldId id="2664" r:id="rId58"/>
    <p:sldId id="2665" r:id="rId59"/>
    <p:sldId id="2666" r:id="rId60"/>
    <p:sldId id="2667" r:id="rId61"/>
    <p:sldId id="2668" r:id="rId62"/>
    <p:sldId id="2669" r:id="rId63"/>
    <p:sldId id="2670" r:id="rId64"/>
    <p:sldId id="2671" r:id="rId65"/>
    <p:sldId id="2672" r:id="rId66"/>
    <p:sldId id="2673" r:id="rId67"/>
    <p:sldId id="2674" r:id="rId68"/>
    <p:sldId id="2675" r:id="rId69"/>
    <p:sldId id="2676" r:id="rId70"/>
    <p:sldId id="2677" r:id="rId71"/>
    <p:sldId id="2678" r:id="rId72"/>
    <p:sldId id="2679" r:id="rId73"/>
    <p:sldId id="2680" r:id="rId74"/>
    <p:sldId id="2681" r:id="rId75"/>
    <p:sldId id="2682" r:id="rId76"/>
    <p:sldId id="2683" r:id="rId77"/>
    <p:sldId id="2684" r:id="rId78"/>
    <p:sldId id="2685" r:id="rId79"/>
    <p:sldId id="2686" r:id="rId80"/>
    <p:sldId id="2688" r:id="rId81"/>
    <p:sldId id="2689" r:id="rId82"/>
    <p:sldId id="2690" r:id="rId83"/>
    <p:sldId id="2691" r:id="rId84"/>
    <p:sldId id="2692" r:id="rId85"/>
    <p:sldId id="2693" r:id="rId86"/>
    <p:sldId id="2694" r:id="rId87"/>
    <p:sldId id="2695" r:id="rId88"/>
    <p:sldId id="2696" r:id="rId89"/>
    <p:sldId id="2697" r:id="rId90"/>
    <p:sldId id="2698" r:id="rId91"/>
    <p:sldId id="2699" r:id="rId92"/>
    <p:sldId id="2700" r:id="rId93"/>
    <p:sldId id="2701" r:id="rId94"/>
    <p:sldId id="2702" r:id="rId95"/>
    <p:sldId id="2703" r:id="rId96"/>
    <p:sldId id="2704" r:id="rId97"/>
    <p:sldId id="2705" r:id="rId98"/>
    <p:sldId id="2706" r:id="rId99"/>
    <p:sldId id="2707" r:id="rId100"/>
    <p:sldId id="2708" r:id="rId101"/>
    <p:sldId id="2709" r:id="rId102"/>
    <p:sldId id="2710" r:id="rId103"/>
    <p:sldId id="2711" r:id="rId104"/>
    <p:sldId id="2712" r:id="rId105"/>
    <p:sldId id="2713" r:id="rId106"/>
    <p:sldId id="2714" r:id="rId107"/>
    <p:sldId id="2715" r:id="rId108"/>
    <p:sldId id="2716" r:id="rId109"/>
    <p:sldId id="2717" r:id="rId110"/>
    <p:sldId id="2718" r:id="rId111"/>
    <p:sldId id="2719" r:id="rId112"/>
    <p:sldId id="2720" r:id="rId113"/>
    <p:sldId id="2721" r:id="rId114"/>
    <p:sldId id="2722" r:id="rId115"/>
    <p:sldId id="2723" r:id="rId116"/>
    <p:sldId id="2724" r:id="rId117"/>
    <p:sldId id="2725" r:id="rId118"/>
    <p:sldId id="2726" r:id="rId119"/>
    <p:sldId id="2727" r:id="rId120"/>
    <p:sldId id="2728" r:id="rId121"/>
    <p:sldId id="2729" r:id="rId122"/>
    <p:sldId id="2730" r:id="rId123"/>
    <p:sldId id="2731" r:id="rId124"/>
    <p:sldId id="2732" r:id="rId125"/>
    <p:sldId id="2733" r:id="rId126"/>
    <p:sldId id="2734" r:id="rId127"/>
    <p:sldId id="2735" r:id="rId128"/>
    <p:sldId id="2736" r:id="rId129"/>
    <p:sldId id="2737" r:id="rId130"/>
    <p:sldId id="2740" r:id="rId131"/>
    <p:sldId id="2738" r:id="rId132"/>
    <p:sldId id="2739" r:id="rId133"/>
    <p:sldId id="2741" r:id="rId134"/>
    <p:sldId id="2742" r:id="rId135"/>
    <p:sldId id="2743" r:id="rId136"/>
    <p:sldId id="2744" r:id="rId137"/>
    <p:sldId id="2745" r:id="rId138"/>
    <p:sldId id="2746" r:id="rId139"/>
    <p:sldId id="2747" r:id="rId140"/>
    <p:sldId id="2748" r:id="rId141"/>
    <p:sldId id="2749" r:id="rId142"/>
    <p:sldId id="2750" r:id="rId143"/>
    <p:sldId id="2751" r:id="rId144"/>
    <p:sldId id="2752" r:id="rId145"/>
    <p:sldId id="2753" r:id="rId146"/>
    <p:sldId id="2754" r:id="rId147"/>
    <p:sldId id="2755" r:id="rId148"/>
    <p:sldId id="2756" r:id="rId149"/>
    <p:sldId id="2757" r:id="rId150"/>
    <p:sldId id="2758" r:id="rId151"/>
    <p:sldId id="2759" r:id="rId152"/>
    <p:sldId id="2760" r:id="rId153"/>
    <p:sldId id="2761" r:id="rId154"/>
    <p:sldId id="2762" r:id="rId155"/>
    <p:sldId id="2763" r:id="rId156"/>
    <p:sldId id="2764" r:id="rId157"/>
    <p:sldId id="2765" r:id="rId158"/>
    <p:sldId id="2766" r:id="rId159"/>
    <p:sldId id="2767" r:id="rId160"/>
    <p:sldId id="2768" r:id="rId161"/>
    <p:sldId id="2769" r:id="rId162"/>
    <p:sldId id="2770" r:id="rId163"/>
    <p:sldId id="2772" r:id="rId164"/>
    <p:sldId id="2773" r:id="rId165"/>
    <p:sldId id="2774" r:id="rId166"/>
    <p:sldId id="2775" r:id="rId167"/>
    <p:sldId id="5502" r:id="rId168"/>
    <p:sldId id="2776" r:id="rId169"/>
    <p:sldId id="2777" r:id="rId170"/>
    <p:sldId id="2778" r:id="rId171"/>
    <p:sldId id="5508" r:id="rId172"/>
    <p:sldId id="5398" r:id="rId173"/>
    <p:sldId id="5400" r:id="rId174"/>
    <p:sldId id="5399" r:id="rId175"/>
    <p:sldId id="5401" r:id="rId176"/>
    <p:sldId id="5402" r:id="rId177"/>
    <p:sldId id="5403" r:id="rId178"/>
    <p:sldId id="5409" r:id="rId179"/>
    <p:sldId id="5410" r:id="rId180"/>
    <p:sldId id="5411" r:id="rId181"/>
    <p:sldId id="5412" r:id="rId182"/>
    <p:sldId id="5413" r:id="rId183"/>
    <p:sldId id="5414" r:id="rId184"/>
    <p:sldId id="5415" r:id="rId185"/>
    <p:sldId id="5416" r:id="rId186"/>
    <p:sldId id="5417" r:id="rId187"/>
    <p:sldId id="5418" r:id="rId188"/>
    <p:sldId id="5419" r:id="rId189"/>
    <p:sldId id="5420" r:id="rId190"/>
    <p:sldId id="5421" r:id="rId191"/>
    <p:sldId id="5422" r:id="rId192"/>
    <p:sldId id="5423" r:id="rId193"/>
    <p:sldId id="5424" r:id="rId194"/>
    <p:sldId id="5425" r:id="rId195"/>
    <p:sldId id="5426" r:id="rId196"/>
    <p:sldId id="5427" r:id="rId197"/>
    <p:sldId id="5428" r:id="rId198"/>
    <p:sldId id="5429" r:id="rId199"/>
    <p:sldId id="5430" r:id="rId200"/>
    <p:sldId id="5431" r:id="rId201"/>
    <p:sldId id="5432" r:id="rId202"/>
    <p:sldId id="5433" r:id="rId203"/>
    <p:sldId id="5434" r:id="rId204"/>
    <p:sldId id="5435" r:id="rId205"/>
    <p:sldId id="5436" r:id="rId206"/>
    <p:sldId id="5437" r:id="rId207"/>
    <p:sldId id="5438" r:id="rId208"/>
    <p:sldId id="5439" r:id="rId209"/>
    <p:sldId id="5440" r:id="rId210"/>
    <p:sldId id="5441" r:id="rId211"/>
    <p:sldId id="5442" r:id="rId212"/>
    <p:sldId id="5443" r:id="rId213"/>
    <p:sldId id="5444" r:id="rId214"/>
    <p:sldId id="5445" r:id="rId215"/>
    <p:sldId id="5446" r:id="rId216"/>
    <p:sldId id="5447" r:id="rId217"/>
    <p:sldId id="5448" r:id="rId218"/>
    <p:sldId id="5449" r:id="rId219"/>
    <p:sldId id="5450" r:id="rId220"/>
    <p:sldId id="5451" r:id="rId221"/>
    <p:sldId id="5452" r:id="rId222"/>
    <p:sldId id="5453" r:id="rId223"/>
    <p:sldId id="5454" r:id="rId224"/>
    <p:sldId id="5455" r:id="rId225"/>
    <p:sldId id="5456" r:id="rId226"/>
    <p:sldId id="5457" r:id="rId227"/>
    <p:sldId id="5458" r:id="rId228"/>
    <p:sldId id="5459" r:id="rId229"/>
    <p:sldId id="5460" r:id="rId230"/>
    <p:sldId id="5461" r:id="rId231"/>
    <p:sldId id="5462" r:id="rId232"/>
    <p:sldId id="5463" r:id="rId233"/>
    <p:sldId id="5464" r:id="rId234"/>
    <p:sldId id="5465" r:id="rId235"/>
    <p:sldId id="5466" r:id="rId236"/>
    <p:sldId id="5467" r:id="rId237"/>
    <p:sldId id="5468" r:id="rId238"/>
    <p:sldId id="5469" r:id="rId239"/>
    <p:sldId id="5470" r:id="rId240"/>
    <p:sldId id="5471" r:id="rId241"/>
    <p:sldId id="5472" r:id="rId242"/>
    <p:sldId id="5473" r:id="rId243"/>
    <p:sldId id="5474" r:id="rId244"/>
    <p:sldId id="5475" r:id="rId245"/>
    <p:sldId id="5476" r:id="rId246"/>
    <p:sldId id="5477" r:id="rId247"/>
    <p:sldId id="5478" r:id="rId248"/>
    <p:sldId id="5479" r:id="rId249"/>
    <p:sldId id="5480" r:id="rId250"/>
    <p:sldId id="5481" r:id="rId251"/>
    <p:sldId id="5482" r:id="rId252"/>
    <p:sldId id="5483" r:id="rId253"/>
    <p:sldId id="5484" r:id="rId254"/>
    <p:sldId id="5485" r:id="rId255"/>
    <p:sldId id="5486" r:id="rId256"/>
    <p:sldId id="5487" r:id="rId257"/>
    <p:sldId id="5488" r:id="rId258"/>
    <p:sldId id="5489" r:id="rId259"/>
    <p:sldId id="5490" r:id="rId260"/>
    <p:sldId id="5491" r:id="rId261"/>
    <p:sldId id="5492" r:id="rId262"/>
    <p:sldId id="5493" r:id="rId263"/>
    <p:sldId id="5494" r:id="rId264"/>
    <p:sldId id="5495" r:id="rId265"/>
    <p:sldId id="5496" r:id="rId266"/>
    <p:sldId id="5497" r:id="rId267"/>
    <p:sldId id="5498" r:id="rId268"/>
    <p:sldId id="5499" r:id="rId269"/>
    <p:sldId id="5500" r:id="rId270"/>
    <p:sldId id="5501" r:id="rId271"/>
    <p:sldId id="5503" r:id="rId272"/>
    <p:sldId id="5504" r:id="rId273"/>
    <p:sldId id="5505" r:id="rId274"/>
    <p:sldId id="5506" r:id="rId275"/>
    <p:sldId id="5507" r:id="rId276"/>
    <p:sldId id="5509" r:id="rId277"/>
    <p:sldId id="5510" r:id="rId278"/>
    <p:sldId id="5511" r:id="rId279"/>
    <p:sldId id="5512" r:id="rId280"/>
    <p:sldId id="5513" r:id="rId281"/>
    <p:sldId id="5514" r:id="rId282"/>
    <p:sldId id="5515" r:id="rId283"/>
    <p:sldId id="5516" r:id="rId284"/>
    <p:sldId id="5517" r:id="rId285"/>
    <p:sldId id="5518" r:id="rId286"/>
    <p:sldId id="5519" r:id="rId287"/>
    <p:sldId id="5520" r:id="rId288"/>
    <p:sldId id="5521" r:id="rId289"/>
    <p:sldId id="5522" r:id="rId290"/>
    <p:sldId id="5523" r:id="rId291"/>
    <p:sldId id="5524" r:id="rId292"/>
    <p:sldId id="5525" r:id="rId293"/>
    <p:sldId id="5526" r:id="rId294"/>
    <p:sldId id="5527" r:id="rId295"/>
    <p:sldId id="5528" r:id="rId296"/>
    <p:sldId id="5529" r:id="rId297"/>
    <p:sldId id="5530" r:id="rId298"/>
    <p:sldId id="5531" r:id="rId299"/>
    <p:sldId id="5532" r:id="rId300"/>
    <p:sldId id="5533" r:id="rId301"/>
    <p:sldId id="5534" r:id="rId302"/>
    <p:sldId id="5535" r:id="rId303"/>
    <p:sldId id="5536" r:id="rId304"/>
    <p:sldId id="5537" r:id="rId305"/>
    <p:sldId id="5538" r:id="rId306"/>
    <p:sldId id="5539" r:id="rId307"/>
    <p:sldId id="5540" r:id="rId308"/>
    <p:sldId id="5677" r:id="rId309"/>
    <p:sldId id="5697" r:id="rId310"/>
    <p:sldId id="5698" r:id="rId311"/>
    <p:sldId id="5699" r:id="rId312"/>
    <p:sldId id="5700" r:id="rId313"/>
    <p:sldId id="5701" r:id="rId314"/>
    <p:sldId id="5678" r:id="rId315"/>
    <p:sldId id="5679" r:id="rId316"/>
    <p:sldId id="5680" r:id="rId317"/>
    <p:sldId id="5681" r:id="rId318"/>
    <p:sldId id="5682" r:id="rId319"/>
    <p:sldId id="5695" r:id="rId320"/>
    <p:sldId id="5659" r:id="rId321"/>
    <p:sldId id="5655" r:id="rId322"/>
    <p:sldId id="5656" r:id="rId323"/>
    <p:sldId id="5657" r:id="rId324"/>
    <p:sldId id="5696" r:id="rId325"/>
    <p:sldId id="5654" r:id="rId326"/>
    <p:sldId id="5676" r:id="rId327"/>
    <p:sldId id="5671" r:id="rId328"/>
    <p:sldId id="5672" r:id="rId329"/>
    <p:sldId id="5708" r:id="rId330"/>
    <p:sldId id="5702" r:id="rId331"/>
    <p:sldId id="5703" r:id="rId332"/>
    <p:sldId id="5704" r:id="rId333"/>
    <p:sldId id="5705" r:id="rId334"/>
    <p:sldId id="5706" r:id="rId335"/>
    <p:sldId id="5707" r:id="rId336"/>
    <p:sldId id="5715" r:id="rId337"/>
    <p:sldId id="5709" r:id="rId338"/>
    <p:sldId id="5710" r:id="rId339"/>
    <p:sldId id="5711" r:id="rId340"/>
    <p:sldId id="5712" r:id="rId341"/>
    <p:sldId id="5713" r:id="rId342"/>
    <p:sldId id="5714" r:id="rId343"/>
    <p:sldId id="5742" r:id="rId344"/>
    <p:sldId id="5743" r:id="rId345"/>
    <p:sldId id="5744" r:id="rId346"/>
    <p:sldId id="5745" r:id="rId347"/>
    <p:sldId id="5746" r:id="rId348"/>
    <p:sldId id="5747" r:id="rId349"/>
    <p:sldId id="5748" r:id="rId350"/>
    <p:sldId id="5749" r:id="rId351"/>
    <p:sldId id="5750" r:id="rId352"/>
    <p:sldId id="5751" r:id="rId353"/>
  </p:sldIdLst>
  <p:sldSz cx="9144000" cy="5143500" type="screen16x9"/>
  <p:notesSz cx="6858000" cy="9144000"/>
  <p:defaultTextStyle>
    <a:defPPr marL="0" marR="0" indent="0" algn="l" defTabSz="91062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FontTx/>
      <a:buNone/>
      <a:defRPr kumimoji="0" sz="1800" b="0" i="0" u="none" strike="noStrike" cap="none" spc="0" normalizeH="0" baseline="0">
        <a:solidFill>
          <a:srgbClr val="000000"/>
        </a:solidFill>
        <a:effectLst/>
        <a:uFillTx/>
      </a:defRPr>
    </a:defPPr>
    <a:lvl1pPr marL="0" marR="0" indent="0" algn="l" defTabSz="91062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FontTx/>
      <a:buNone/>
      <a:defRPr kumimoji="0" sz="2400" b="0" i="0" u="none" strike="noStrike" cap="none" spc="0" normalizeH="0" baseline="0"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91062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FontTx/>
      <a:buNone/>
      <a:defRPr kumimoji="0" sz="2400" b="0" i="0" u="none" strike="noStrike" cap="none" spc="0" normalizeH="0" baseline="0"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91062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FontTx/>
      <a:buNone/>
      <a:defRPr kumimoji="0" sz="2400" b="0" i="0" u="none" strike="noStrike" cap="none" spc="0" normalizeH="0" baseline="0"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91062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FontTx/>
      <a:buNone/>
      <a:defRPr kumimoji="0" sz="2400" b="0" i="0" u="none" strike="noStrike" cap="none" spc="0" normalizeH="0" baseline="0"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91062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FontTx/>
      <a:buNone/>
      <a:defRPr kumimoji="0" sz="2400" b="0" i="0" u="none" strike="noStrike" cap="none" spc="0" normalizeH="0" baseline="0"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91062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FontTx/>
      <a:buNone/>
      <a:defRPr kumimoji="0" sz="2400" b="0" i="0" u="none" strike="noStrike" cap="none" spc="0" normalizeH="0" baseline="0"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91062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FontTx/>
      <a:buNone/>
      <a:defRPr kumimoji="0" sz="2400" b="0" i="0" u="none" strike="noStrike" cap="none" spc="0" normalizeH="0" baseline="0"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91062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FontTx/>
      <a:buNone/>
      <a:defRPr kumimoji="0" sz="2400" b="0" i="0" u="none" strike="noStrike" cap="none" spc="0" normalizeH="0" baseline="0"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91062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FontTx/>
      <a:buNone/>
      <a:defRPr kumimoji="0" sz="2400" b="0" i="0" u="none" strike="noStrike" cap="none" spc="0" normalizeH="0" baseline="0"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  <p:extLst>
    <p:ext uri="{EFAFB233-063F-42B5-8137-9DF3F51BA10A}">
      <p15:sldGuideLst xmlns:p15="http://schemas.microsoft.com/office/powerpoint/2012/main">
        <p15:guide id="1" orient="horz" pos="161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96541B-A483-4B86-9E56-F32887AE44E3}" v="4455" dt="2024-12-28T06:40:22.105"/>
  </p1510:revLst>
</p1510:revInfo>
</file>

<file path=ppt/tableStyles.xml><?xml version="1.0" encoding="utf-8"?>
<a:tblStyleLst xmlns:a="http://schemas.openxmlformats.org/drawingml/2006/main" def="{5C22544A-7EE6-4342-B048-85BDC9FD1C3A}">
  <a:tblStyle styleId="{4C3C2611-4C71-4FC5-86AE-919BDF0F9419}" styleName=""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ECDD"/>
          </a:solidFill>
        </a:fill>
      </a:tcStyle>
    </a:wholeTbl>
    <a:band2H>
      <a:tcTxStyle/>
      <a:tcStyle>
        <a:tcBdr/>
        <a:fill>
          <a:solidFill>
            <a:srgbClr val="E6F6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CCCE6"/>
          </a:solidFill>
        </a:fill>
      </a:tcStyle>
    </a:wholeTbl>
    <a:band2H>
      <a:tcTxStyle/>
      <a:tcStyle>
        <a:tcBdr/>
        <a:fill>
          <a:solidFill>
            <a:srgbClr val="E7E7F3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2708684C-4D16-4618-839F-0558EEFCDFE6}" styleName=""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3BA23B1-9221-436E-865A-0063620EA4FD}" styleName=""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CF821DB8-F4EB-4A41-A1BA-3FCAFE7338EE}" styleName=""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12700" cap="flat">
              <a:noFill/>
              <a:miter/>
            </a:ln>
          </a:bottom>
          <a:insideH>
            <a:ln w="12700" cap="flat">
              <a:noFill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12700" cap="flat">
              <a:noFill/>
              <a:miter/>
            </a:ln>
          </a:top>
          <a:bottom>
            <a:ln w="12700" cap="flat">
              <a:noFill/>
              <a:miter/>
            </a:ln>
          </a:bottom>
          <a:insideH>
            <a:ln w="12700" cap="flat">
              <a:noFill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/>
            </a:ln>
          </a:left>
          <a:right>
            <a:ln w="12700" cap="flat">
              <a:noFill/>
              <a:miter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/>
            </a:ln>
          </a:insideH>
          <a:insideV>
            <a:ln w="12700" cap="flat">
              <a:noFill/>
              <a:miter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BDBDB"/>
          </a:solidFill>
        </a:fill>
      </a:tcStyle>
    </a:wholeTbl>
    <a:band2H>
      <a:tcTxStyle/>
      <a:tcStyle>
        <a:tcBdr/>
        <a:fill>
          <a:solidFill>
            <a:srgbClr val="EEEEEE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87" autoAdjust="0"/>
    <p:restoredTop sz="95394" autoAdjust="0"/>
  </p:normalViewPr>
  <p:slideViewPr>
    <p:cSldViewPr snapToGrid="0">
      <p:cViewPr varScale="1">
        <p:scale>
          <a:sx n="133" d="100"/>
          <a:sy n="133" d="100"/>
        </p:scale>
        <p:origin x="1086" y="114"/>
      </p:cViewPr>
      <p:guideLst>
        <p:guide orient="horz" pos="1619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3567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99" Type="http://schemas.openxmlformats.org/officeDocument/2006/relationships/slide" Target="slides/slide298.xml"/><Relationship Id="rId303" Type="http://schemas.openxmlformats.org/officeDocument/2006/relationships/slide" Target="slides/slide302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324" Type="http://schemas.openxmlformats.org/officeDocument/2006/relationships/slide" Target="slides/slide323.xml"/><Relationship Id="rId345" Type="http://schemas.openxmlformats.org/officeDocument/2006/relationships/slide" Target="slides/slide344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26" Type="http://schemas.openxmlformats.org/officeDocument/2006/relationships/slide" Target="slides/slide225.xml"/><Relationship Id="rId247" Type="http://schemas.openxmlformats.org/officeDocument/2006/relationships/slide" Target="slides/slide246.xml"/><Relationship Id="rId107" Type="http://schemas.openxmlformats.org/officeDocument/2006/relationships/slide" Target="slides/slide106.xml"/><Relationship Id="rId268" Type="http://schemas.openxmlformats.org/officeDocument/2006/relationships/slide" Target="slides/slide267.xml"/><Relationship Id="rId289" Type="http://schemas.openxmlformats.org/officeDocument/2006/relationships/slide" Target="slides/slide288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314" Type="http://schemas.openxmlformats.org/officeDocument/2006/relationships/slide" Target="slides/slide313.xml"/><Relationship Id="rId335" Type="http://schemas.openxmlformats.org/officeDocument/2006/relationships/slide" Target="slides/slide334.xml"/><Relationship Id="rId356" Type="http://schemas.openxmlformats.org/officeDocument/2006/relationships/viewProps" Target="viewProps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37" Type="http://schemas.openxmlformats.org/officeDocument/2006/relationships/slide" Target="slides/slide236.xml"/><Relationship Id="rId258" Type="http://schemas.openxmlformats.org/officeDocument/2006/relationships/slide" Target="slides/slide257.xml"/><Relationship Id="rId279" Type="http://schemas.openxmlformats.org/officeDocument/2006/relationships/slide" Target="slides/slide278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290" Type="http://schemas.openxmlformats.org/officeDocument/2006/relationships/slide" Target="slides/slide289.xml"/><Relationship Id="rId304" Type="http://schemas.openxmlformats.org/officeDocument/2006/relationships/slide" Target="slides/slide303.xml"/><Relationship Id="rId325" Type="http://schemas.openxmlformats.org/officeDocument/2006/relationships/slide" Target="slides/slide324.xml"/><Relationship Id="rId346" Type="http://schemas.openxmlformats.org/officeDocument/2006/relationships/slide" Target="slides/slide345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27" Type="http://schemas.openxmlformats.org/officeDocument/2006/relationships/slide" Target="slides/slide226.xml"/><Relationship Id="rId248" Type="http://schemas.openxmlformats.org/officeDocument/2006/relationships/slide" Target="slides/slide247.xml"/><Relationship Id="rId269" Type="http://schemas.openxmlformats.org/officeDocument/2006/relationships/slide" Target="slides/slide268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280" Type="http://schemas.openxmlformats.org/officeDocument/2006/relationships/slide" Target="slides/slide279.xml"/><Relationship Id="rId315" Type="http://schemas.openxmlformats.org/officeDocument/2006/relationships/slide" Target="slides/slide314.xml"/><Relationship Id="rId336" Type="http://schemas.openxmlformats.org/officeDocument/2006/relationships/slide" Target="slides/slide335.xml"/><Relationship Id="rId357" Type="http://schemas.openxmlformats.org/officeDocument/2006/relationships/theme" Target="theme/theme1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slide" Target="slides/slide216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59" Type="http://schemas.openxmlformats.org/officeDocument/2006/relationships/slide" Target="slides/slide258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270" Type="http://schemas.openxmlformats.org/officeDocument/2006/relationships/slide" Target="slides/slide269.xml"/><Relationship Id="rId291" Type="http://schemas.openxmlformats.org/officeDocument/2006/relationships/slide" Target="slides/slide290.xml"/><Relationship Id="rId305" Type="http://schemas.openxmlformats.org/officeDocument/2006/relationships/slide" Target="slides/slide304.xml"/><Relationship Id="rId326" Type="http://schemas.openxmlformats.org/officeDocument/2006/relationships/slide" Target="slides/slide325.xml"/><Relationship Id="rId347" Type="http://schemas.openxmlformats.org/officeDocument/2006/relationships/slide" Target="slides/slide346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249" Type="http://schemas.openxmlformats.org/officeDocument/2006/relationships/slide" Target="slides/slide248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openxmlformats.org/officeDocument/2006/relationships/slide" Target="slides/slide259.xml"/><Relationship Id="rId281" Type="http://schemas.openxmlformats.org/officeDocument/2006/relationships/slide" Target="slides/slide280.xml"/><Relationship Id="rId316" Type="http://schemas.openxmlformats.org/officeDocument/2006/relationships/slide" Target="slides/slide315.xml"/><Relationship Id="rId337" Type="http://schemas.openxmlformats.org/officeDocument/2006/relationships/slide" Target="slides/slide336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358" Type="http://schemas.openxmlformats.org/officeDocument/2006/relationships/tableStyles" Target="tableStyles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slide" Target="slides/slide238.xml"/><Relationship Id="rId250" Type="http://schemas.openxmlformats.org/officeDocument/2006/relationships/slide" Target="slides/slide249.xml"/><Relationship Id="rId271" Type="http://schemas.openxmlformats.org/officeDocument/2006/relationships/slide" Target="slides/slide270.xml"/><Relationship Id="rId292" Type="http://schemas.openxmlformats.org/officeDocument/2006/relationships/slide" Target="slides/slide291.xml"/><Relationship Id="rId306" Type="http://schemas.openxmlformats.org/officeDocument/2006/relationships/slide" Target="slides/slide305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327" Type="http://schemas.openxmlformats.org/officeDocument/2006/relationships/slide" Target="slides/slide326.xml"/><Relationship Id="rId348" Type="http://schemas.openxmlformats.org/officeDocument/2006/relationships/slide" Target="slides/slide347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slide" Target="slides/slide239.xml"/><Relationship Id="rId261" Type="http://schemas.openxmlformats.org/officeDocument/2006/relationships/slide" Target="slides/slide260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282" Type="http://schemas.openxmlformats.org/officeDocument/2006/relationships/slide" Target="slides/slide281.xml"/><Relationship Id="rId317" Type="http://schemas.openxmlformats.org/officeDocument/2006/relationships/slide" Target="slides/slide316.xml"/><Relationship Id="rId338" Type="http://schemas.openxmlformats.org/officeDocument/2006/relationships/slide" Target="slides/slide337.xml"/><Relationship Id="rId359" Type="http://schemas.microsoft.com/office/2016/11/relationships/changesInfo" Target="changesInfos/changesInfo1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1" Type="http://schemas.openxmlformats.org/officeDocument/2006/relationships/slide" Target="slides/slide250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72" Type="http://schemas.openxmlformats.org/officeDocument/2006/relationships/slide" Target="slides/slide271.xml"/><Relationship Id="rId293" Type="http://schemas.openxmlformats.org/officeDocument/2006/relationships/slide" Target="slides/slide292.xml"/><Relationship Id="rId307" Type="http://schemas.openxmlformats.org/officeDocument/2006/relationships/slide" Target="slides/slide306.xml"/><Relationship Id="rId328" Type="http://schemas.openxmlformats.org/officeDocument/2006/relationships/slide" Target="slides/slide327.xml"/><Relationship Id="rId349" Type="http://schemas.openxmlformats.org/officeDocument/2006/relationships/slide" Target="slides/slide348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360" Type="http://schemas.microsoft.com/office/2015/10/relationships/revisionInfo" Target="revisionInfo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slide" Target="slides/slide219.xml"/><Relationship Id="rId225" Type="http://schemas.openxmlformats.org/officeDocument/2006/relationships/slide" Target="slides/slide224.xml"/><Relationship Id="rId241" Type="http://schemas.openxmlformats.org/officeDocument/2006/relationships/slide" Target="slides/slide240.xml"/><Relationship Id="rId246" Type="http://schemas.openxmlformats.org/officeDocument/2006/relationships/slide" Target="slides/slide245.xml"/><Relationship Id="rId267" Type="http://schemas.openxmlformats.org/officeDocument/2006/relationships/slide" Target="slides/slide266.xml"/><Relationship Id="rId288" Type="http://schemas.openxmlformats.org/officeDocument/2006/relationships/slide" Target="slides/slide287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262" Type="http://schemas.openxmlformats.org/officeDocument/2006/relationships/slide" Target="slides/slide261.xml"/><Relationship Id="rId283" Type="http://schemas.openxmlformats.org/officeDocument/2006/relationships/slide" Target="slides/slide282.xml"/><Relationship Id="rId313" Type="http://schemas.openxmlformats.org/officeDocument/2006/relationships/slide" Target="slides/slide312.xml"/><Relationship Id="rId318" Type="http://schemas.openxmlformats.org/officeDocument/2006/relationships/slide" Target="slides/slide317.xml"/><Relationship Id="rId339" Type="http://schemas.openxmlformats.org/officeDocument/2006/relationships/slide" Target="slides/slide338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334" Type="http://schemas.openxmlformats.org/officeDocument/2006/relationships/slide" Target="slides/slide333.xml"/><Relationship Id="rId350" Type="http://schemas.openxmlformats.org/officeDocument/2006/relationships/slide" Target="slides/slide349.xml"/><Relationship Id="rId35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slide" Target="slides/slide256.xml"/><Relationship Id="rId278" Type="http://schemas.openxmlformats.org/officeDocument/2006/relationships/slide" Target="slides/slide277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slide" Target="slides/slide251.xml"/><Relationship Id="rId273" Type="http://schemas.openxmlformats.org/officeDocument/2006/relationships/slide" Target="slides/slide272.xml"/><Relationship Id="rId294" Type="http://schemas.openxmlformats.org/officeDocument/2006/relationships/slide" Target="slides/slide293.xml"/><Relationship Id="rId308" Type="http://schemas.openxmlformats.org/officeDocument/2006/relationships/slide" Target="slides/slide307.xml"/><Relationship Id="rId329" Type="http://schemas.openxmlformats.org/officeDocument/2006/relationships/slide" Target="slides/slide328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340" Type="http://schemas.openxmlformats.org/officeDocument/2006/relationships/slide" Target="slides/slide339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263" Type="http://schemas.openxmlformats.org/officeDocument/2006/relationships/slide" Target="slides/slide262.xml"/><Relationship Id="rId284" Type="http://schemas.openxmlformats.org/officeDocument/2006/relationships/slide" Target="slides/slide283.xml"/><Relationship Id="rId319" Type="http://schemas.openxmlformats.org/officeDocument/2006/relationships/slide" Target="slides/slide318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330" Type="http://schemas.openxmlformats.org/officeDocument/2006/relationships/slide" Target="slides/slide329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351" Type="http://schemas.openxmlformats.org/officeDocument/2006/relationships/slide" Target="slides/slide350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slide" Target="slides/slide252.xml"/><Relationship Id="rId274" Type="http://schemas.openxmlformats.org/officeDocument/2006/relationships/slide" Target="slides/slide273.xml"/><Relationship Id="rId295" Type="http://schemas.openxmlformats.org/officeDocument/2006/relationships/slide" Target="slides/slide294.xml"/><Relationship Id="rId309" Type="http://schemas.openxmlformats.org/officeDocument/2006/relationships/slide" Target="slides/slide308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320" Type="http://schemas.openxmlformats.org/officeDocument/2006/relationships/slide" Target="slides/slide319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341" Type="http://schemas.openxmlformats.org/officeDocument/2006/relationships/slide" Target="slides/slide340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264" Type="http://schemas.openxmlformats.org/officeDocument/2006/relationships/slide" Target="slides/slide263.xml"/><Relationship Id="rId285" Type="http://schemas.openxmlformats.org/officeDocument/2006/relationships/slide" Target="slides/slide284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310" Type="http://schemas.openxmlformats.org/officeDocument/2006/relationships/slide" Target="slides/slide309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331" Type="http://schemas.openxmlformats.org/officeDocument/2006/relationships/slide" Target="slides/slide330.xml"/><Relationship Id="rId352" Type="http://schemas.openxmlformats.org/officeDocument/2006/relationships/slide" Target="slides/slide351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slide" Target="slides/slide253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275" Type="http://schemas.openxmlformats.org/officeDocument/2006/relationships/slide" Target="slides/slide274.xml"/><Relationship Id="rId296" Type="http://schemas.openxmlformats.org/officeDocument/2006/relationships/slide" Target="slides/slide295.xml"/><Relationship Id="rId300" Type="http://schemas.openxmlformats.org/officeDocument/2006/relationships/slide" Target="slides/slide299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321" Type="http://schemas.openxmlformats.org/officeDocument/2006/relationships/slide" Target="slides/slide320.xml"/><Relationship Id="rId342" Type="http://schemas.openxmlformats.org/officeDocument/2006/relationships/slide" Target="slides/slide341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265" Type="http://schemas.openxmlformats.org/officeDocument/2006/relationships/slide" Target="slides/slide264.xml"/><Relationship Id="rId286" Type="http://schemas.openxmlformats.org/officeDocument/2006/relationships/slide" Target="slides/slide285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311" Type="http://schemas.openxmlformats.org/officeDocument/2006/relationships/slide" Target="slides/slide310.xml"/><Relationship Id="rId332" Type="http://schemas.openxmlformats.org/officeDocument/2006/relationships/slide" Target="slides/slide331.xml"/><Relationship Id="rId353" Type="http://schemas.openxmlformats.org/officeDocument/2006/relationships/slide" Target="slides/slide352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5" Type="http://schemas.openxmlformats.org/officeDocument/2006/relationships/slide" Target="slides/slide254.xml"/><Relationship Id="rId276" Type="http://schemas.openxmlformats.org/officeDocument/2006/relationships/slide" Target="slides/slide275.xml"/><Relationship Id="rId297" Type="http://schemas.openxmlformats.org/officeDocument/2006/relationships/slide" Target="slides/slide296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301" Type="http://schemas.openxmlformats.org/officeDocument/2006/relationships/slide" Target="slides/slide300.xml"/><Relationship Id="rId322" Type="http://schemas.openxmlformats.org/officeDocument/2006/relationships/slide" Target="slides/slide321.xml"/><Relationship Id="rId343" Type="http://schemas.openxmlformats.org/officeDocument/2006/relationships/slide" Target="slides/slide342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slide" Target="slides/slide244.xml"/><Relationship Id="rId266" Type="http://schemas.openxmlformats.org/officeDocument/2006/relationships/slide" Target="slides/slide265.xml"/><Relationship Id="rId287" Type="http://schemas.openxmlformats.org/officeDocument/2006/relationships/slide" Target="slides/slide286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312" Type="http://schemas.openxmlformats.org/officeDocument/2006/relationships/slide" Target="slides/slide311.xml"/><Relationship Id="rId333" Type="http://schemas.openxmlformats.org/officeDocument/2006/relationships/slide" Target="slides/slide332.xml"/><Relationship Id="rId354" Type="http://schemas.openxmlformats.org/officeDocument/2006/relationships/notesMaster" Target="notesMasters/notesMaster1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256" Type="http://schemas.openxmlformats.org/officeDocument/2006/relationships/slide" Target="slides/slide255.xml"/><Relationship Id="rId277" Type="http://schemas.openxmlformats.org/officeDocument/2006/relationships/slide" Target="slides/slide276.xml"/><Relationship Id="rId298" Type="http://schemas.openxmlformats.org/officeDocument/2006/relationships/slide" Target="slides/slide297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302" Type="http://schemas.openxmlformats.org/officeDocument/2006/relationships/slide" Target="slides/slide301.xml"/><Relationship Id="rId323" Type="http://schemas.openxmlformats.org/officeDocument/2006/relationships/slide" Target="slides/slide322.xml"/><Relationship Id="rId344" Type="http://schemas.openxmlformats.org/officeDocument/2006/relationships/slide" Target="slides/slide343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한준 김" userId="7dd4edb89109a895" providerId="LiveId" clId="{1296541B-A483-4B86-9E56-F32887AE44E3}"/>
    <pc:docChg chg="undo custSel addSld delSld modSld sldOrd addMainMaster delMainMaster">
      <pc:chgData name="한준 김" userId="7dd4edb89109a895" providerId="LiveId" clId="{1296541B-A483-4B86-9E56-F32887AE44E3}" dt="2024-12-28T06:40:22.105" v="11679" actId="20577"/>
      <pc:docMkLst>
        <pc:docMk/>
      </pc:docMkLst>
      <pc:sldChg chg="modSp add del mod">
        <pc:chgData name="한준 김" userId="7dd4edb89109a895" providerId="LiveId" clId="{1296541B-A483-4B86-9E56-F32887AE44E3}" dt="2024-12-27T07:28:34.116" v="11184" actId="20577"/>
        <pc:sldMkLst>
          <pc:docMk/>
          <pc:sldMk cId="0" sldId="256"/>
        </pc:sldMkLst>
        <pc:spChg chg="mod">
          <ac:chgData name="한준 김" userId="7dd4edb89109a895" providerId="LiveId" clId="{1296541B-A483-4B86-9E56-F32887AE44E3}" dt="2024-12-27T07:28:34.116" v="11184" actId="20577"/>
          <ac:spMkLst>
            <pc:docMk/>
            <pc:sldMk cId="0" sldId="256"/>
            <ac:spMk id="2" creationId="{00000000-0000-0000-0000-000000000000}"/>
          </ac:spMkLst>
        </pc:spChg>
      </pc:sldChg>
      <pc:sldChg chg="add del modTransition setBg">
        <pc:chgData name="한준 김" userId="7dd4edb89109a895" providerId="LiveId" clId="{1296541B-A483-4B86-9E56-F32887AE44E3}" dt="2024-12-28T06:33:16.489" v="11609"/>
        <pc:sldMkLst>
          <pc:docMk/>
          <pc:sldMk cId="0" sldId="257"/>
        </pc:sldMkLst>
      </pc:sldChg>
      <pc:sldChg chg="ord">
        <pc:chgData name="한준 김" userId="7dd4edb89109a895" providerId="LiveId" clId="{1296541B-A483-4B86-9E56-F32887AE44E3}" dt="2024-12-27T07:37:07.039" v="11605"/>
        <pc:sldMkLst>
          <pc:docMk/>
          <pc:sldMk cId="1150338925" sldId="258"/>
        </pc:sldMkLst>
      </pc:sldChg>
      <pc:sldChg chg="add del modTransition setBg">
        <pc:chgData name="한준 김" userId="7dd4edb89109a895" providerId="LiveId" clId="{1296541B-A483-4B86-9E56-F32887AE44E3}" dt="2024-12-28T06:33:16.489" v="11609"/>
        <pc:sldMkLst>
          <pc:docMk/>
          <pc:sldMk cId="0" sldId="259"/>
        </pc:sldMkLst>
      </pc:sldChg>
      <pc:sldChg chg="add del modTransition setBg">
        <pc:chgData name="한준 김" userId="7dd4edb89109a895" providerId="LiveId" clId="{1296541B-A483-4B86-9E56-F32887AE44E3}" dt="2024-10-05T07:48:49.638" v="5878" actId="2696"/>
        <pc:sldMkLst>
          <pc:docMk/>
          <pc:sldMk cId="916080086" sldId="259"/>
        </pc:sldMkLst>
      </pc:sldChg>
      <pc:sldChg chg="del">
        <pc:chgData name="한준 김" userId="7dd4edb89109a895" providerId="LiveId" clId="{1296541B-A483-4B86-9E56-F32887AE44E3}" dt="2024-08-10T03:56:53.564" v="405" actId="2696"/>
        <pc:sldMkLst>
          <pc:docMk/>
          <pc:sldMk cId="4288488522" sldId="259"/>
        </pc:sldMkLst>
      </pc:sldChg>
      <pc:sldChg chg="add del modTransition setBg">
        <pc:chgData name="한준 김" userId="7dd4edb89109a895" providerId="LiveId" clId="{1296541B-A483-4B86-9E56-F32887AE44E3}" dt="2024-12-28T06:33:16.489" v="11609"/>
        <pc:sldMkLst>
          <pc:docMk/>
          <pc:sldMk cId="0" sldId="260"/>
        </pc:sldMkLst>
      </pc:sldChg>
      <pc:sldChg chg="add del modTransition setBg">
        <pc:chgData name="한준 김" userId="7dd4edb89109a895" providerId="LiveId" clId="{1296541B-A483-4B86-9E56-F32887AE44E3}" dt="2024-12-28T06:33:16.489" v="11609"/>
        <pc:sldMkLst>
          <pc:docMk/>
          <pc:sldMk cId="0" sldId="261"/>
        </pc:sldMkLst>
      </pc:sldChg>
      <pc:sldChg chg="add del">
        <pc:chgData name="한준 김" userId="7dd4edb89109a895" providerId="LiveId" clId="{1296541B-A483-4B86-9E56-F32887AE44E3}" dt="2024-10-05T07:48:49.638" v="5878" actId="2696"/>
        <pc:sldMkLst>
          <pc:docMk/>
          <pc:sldMk cId="2904467317" sldId="261"/>
        </pc:sldMkLst>
      </pc:sldChg>
      <pc:sldChg chg="del">
        <pc:chgData name="한준 김" userId="7dd4edb89109a895" providerId="LiveId" clId="{1296541B-A483-4B86-9E56-F32887AE44E3}" dt="2024-08-10T03:56:53.564" v="405" actId="2696"/>
        <pc:sldMkLst>
          <pc:docMk/>
          <pc:sldMk cId="4158103313" sldId="261"/>
        </pc:sldMkLst>
      </pc:sldChg>
      <pc:sldChg chg="add del modTransition setBg">
        <pc:chgData name="한준 김" userId="7dd4edb89109a895" providerId="LiveId" clId="{1296541B-A483-4B86-9E56-F32887AE44E3}" dt="2024-12-28T06:33:16.489" v="11609"/>
        <pc:sldMkLst>
          <pc:docMk/>
          <pc:sldMk cId="0" sldId="262"/>
        </pc:sldMkLst>
      </pc:sldChg>
      <pc:sldChg chg="add del">
        <pc:chgData name="한준 김" userId="7dd4edb89109a895" providerId="LiveId" clId="{1296541B-A483-4B86-9E56-F32887AE44E3}" dt="2024-10-05T07:48:49.638" v="5878" actId="2696"/>
        <pc:sldMkLst>
          <pc:docMk/>
          <pc:sldMk cId="708680331" sldId="262"/>
        </pc:sldMkLst>
      </pc:sldChg>
      <pc:sldChg chg="del">
        <pc:chgData name="한준 김" userId="7dd4edb89109a895" providerId="LiveId" clId="{1296541B-A483-4B86-9E56-F32887AE44E3}" dt="2024-08-10T03:56:53.564" v="405" actId="2696"/>
        <pc:sldMkLst>
          <pc:docMk/>
          <pc:sldMk cId="2139930776" sldId="262"/>
        </pc:sldMkLst>
      </pc:sldChg>
      <pc:sldChg chg="add del ord modTransition setBg">
        <pc:chgData name="한준 김" userId="7dd4edb89109a895" providerId="LiveId" clId="{1296541B-A483-4B86-9E56-F32887AE44E3}" dt="2024-12-28T06:33:16.489" v="11609"/>
        <pc:sldMkLst>
          <pc:docMk/>
          <pc:sldMk cId="0" sldId="263"/>
        </pc:sldMkLst>
      </pc:sldChg>
      <pc:sldChg chg="add del setBg">
        <pc:chgData name="한준 김" userId="7dd4edb89109a895" providerId="LiveId" clId="{1296541B-A483-4B86-9E56-F32887AE44E3}" dt="2024-10-05T07:48:49.638" v="5878" actId="2696"/>
        <pc:sldMkLst>
          <pc:docMk/>
          <pc:sldMk cId="15275816" sldId="263"/>
        </pc:sldMkLst>
      </pc:sldChg>
      <pc:sldChg chg="add del">
        <pc:chgData name="한준 김" userId="7dd4edb89109a895" providerId="LiveId" clId="{1296541B-A483-4B86-9E56-F32887AE44E3}" dt="2024-08-24T01:36:33.219" v="2055" actId="2696"/>
        <pc:sldMkLst>
          <pc:docMk/>
          <pc:sldMk cId="1100903431" sldId="263"/>
        </pc:sldMkLst>
      </pc:sldChg>
      <pc:sldChg chg="add del">
        <pc:chgData name="한준 김" userId="7dd4edb89109a895" providerId="LiveId" clId="{1296541B-A483-4B86-9E56-F32887AE44E3}" dt="2024-09-14T08:22:00.870" v="3689" actId="2696"/>
        <pc:sldMkLst>
          <pc:docMk/>
          <pc:sldMk cId="2373597217" sldId="263"/>
        </pc:sldMkLst>
      </pc:sldChg>
      <pc:sldChg chg="del">
        <pc:chgData name="한준 김" userId="7dd4edb89109a895" providerId="LiveId" clId="{1296541B-A483-4B86-9E56-F32887AE44E3}" dt="2024-08-10T03:56:53.564" v="405" actId="2696"/>
        <pc:sldMkLst>
          <pc:docMk/>
          <pc:sldMk cId="2913308586" sldId="263"/>
        </pc:sldMkLst>
      </pc:sldChg>
      <pc:sldChg chg="add del setBg">
        <pc:chgData name="한준 김" userId="7dd4edb89109a895" providerId="LiveId" clId="{1296541B-A483-4B86-9E56-F32887AE44E3}" dt="2024-08-24T01:56:19.849" v="2090"/>
        <pc:sldMkLst>
          <pc:docMk/>
          <pc:sldMk cId="3416538300" sldId="263"/>
        </pc:sldMkLst>
      </pc:sldChg>
      <pc:sldChg chg="add del modTransition">
        <pc:chgData name="한준 김" userId="7dd4edb89109a895" providerId="LiveId" clId="{1296541B-A483-4B86-9E56-F32887AE44E3}" dt="2024-12-07T01:34:41.350" v="10686" actId="2696"/>
        <pc:sldMkLst>
          <pc:docMk/>
          <pc:sldMk cId="0" sldId="264"/>
        </pc:sldMkLst>
      </pc:sldChg>
      <pc:sldChg chg="del">
        <pc:chgData name="한준 김" userId="7dd4edb89109a895" providerId="LiveId" clId="{1296541B-A483-4B86-9E56-F32887AE44E3}" dt="2024-08-10T03:56:53.564" v="405" actId="2696"/>
        <pc:sldMkLst>
          <pc:docMk/>
          <pc:sldMk cId="697266600" sldId="264"/>
        </pc:sldMkLst>
      </pc:sldChg>
      <pc:sldChg chg="add del">
        <pc:chgData name="한준 김" userId="7dd4edb89109a895" providerId="LiveId" clId="{1296541B-A483-4B86-9E56-F32887AE44E3}" dt="2024-10-12T07:02:31.614" v="6326" actId="2696"/>
        <pc:sldMkLst>
          <pc:docMk/>
          <pc:sldMk cId="828405071" sldId="265"/>
        </pc:sldMkLst>
      </pc:sldChg>
      <pc:sldChg chg="add del modTransition">
        <pc:chgData name="한준 김" userId="7dd4edb89109a895" providerId="LiveId" clId="{1296541B-A483-4B86-9E56-F32887AE44E3}" dt="2024-12-07T01:34:41.350" v="10686" actId="2696"/>
        <pc:sldMkLst>
          <pc:docMk/>
          <pc:sldMk cId="0" sldId="266"/>
        </pc:sldMkLst>
      </pc:sldChg>
      <pc:sldChg chg="add del">
        <pc:chgData name="한준 김" userId="7dd4edb89109a895" providerId="LiveId" clId="{1296541B-A483-4B86-9E56-F32887AE44E3}" dt="2024-10-05T07:48:49.638" v="5878" actId="2696"/>
        <pc:sldMkLst>
          <pc:docMk/>
          <pc:sldMk cId="1178654481" sldId="266"/>
        </pc:sldMkLst>
      </pc:sldChg>
      <pc:sldChg chg="add del">
        <pc:chgData name="한준 김" userId="7dd4edb89109a895" providerId="LiveId" clId="{1296541B-A483-4B86-9E56-F32887AE44E3}" dt="2024-09-14T08:22:00.870" v="3689" actId="2696"/>
        <pc:sldMkLst>
          <pc:docMk/>
          <pc:sldMk cId="3118542576" sldId="266"/>
        </pc:sldMkLst>
      </pc:sldChg>
      <pc:sldChg chg="add del">
        <pc:chgData name="한준 김" userId="7dd4edb89109a895" providerId="LiveId" clId="{1296541B-A483-4B86-9E56-F32887AE44E3}" dt="2024-08-24T01:56:19.849" v="2090"/>
        <pc:sldMkLst>
          <pc:docMk/>
          <pc:sldMk cId="3906056370" sldId="266"/>
        </pc:sldMkLst>
      </pc:sldChg>
      <pc:sldChg chg="add del modTransition">
        <pc:chgData name="한준 김" userId="7dd4edb89109a895" providerId="LiveId" clId="{1296541B-A483-4B86-9E56-F32887AE44E3}" dt="2024-12-07T01:34:41.350" v="10686" actId="2696"/>
        <pc:sldMkLst>
          <pc:docMk/>
          <pc:sldMk cId="0" sldId="267"/>
        </pc:sldMkLst>
      </pc:sldChg>
      <pc:sldChg chg="add del">
        <pc:chgData name="한준 김" userId="7dd4edb89109a895" providerId="LiveId" clId="{1296541B-A483-4B86-9E56-F32887AE44E3}" dt="2024-12-07T01:34:41.350" v="10686" actId="2696"/>
        <pc:sldMkLst>
          <pc:docMk/>
          <pc:sldMk cId="0" sldId="268"/>
        </pc:sldMkLst>
      </pc:sldChg>
      <pc:sldChg chg="add del modTransition">
        <pc:chgData name="한준 김" userId="7dd4edb89109a895" providerId="LiveId" clId="{1296541B-A483-4B86-9E56-F32887AE44E3}" dt="2024-12-07T01:34:41.350" v="10686" actId="2696"/>
        <pc:sldMkLst>
          <pc:docMk/>
          <pc:sldMk cId="0" sldId="269"/>
        </pc:sldMkLst>
      </pc:sldChg>
      <pc:sldChg chg="add del">
        <pc:chgData name="한준 김" userId="7dd4edb89109a895" providerId="LiveId" clId="{1296541B-A483-4B86-9E56-F32887AE44E3}" dt="2024-08-02T03:49:49.187" v="289" actId="2696"/>
        <pc:sldMkLst>
          <pc:docMk/>
          <pc:sldMk cId="3127829454" sldId="269"/>
        </pc:sldMkLst>
      </pc:sldChg>
      <pc:sldChg chg="add del">
        <pc:chgData name="한준 김" userId="7dd4edb89109a895" providerId="LiveId" clId="{1296541B-A483-4B86-9E56-F32887AE44E3}" dt="2024-12-07T01:34:41.350" v="10686" actId="2696"/>
        <pc:sldMkLst>
          <pc:docMk/>
          <pc:sldMk cId="0" sldId="270"/>
        </pc:sldMkLst>
      </pc:sldChg>
      <pc:sldChg chg="add del modTransition">
        <pc:chgData name="한준 김" userId="7dd4edb89109a895" providerId="LiveId" clId="{1296541B-A483-4B86-9E56-F32887AE44E3}" dt="2024-12-07T01:34:41.350" v="10686" actId="2696"/>
        <pc:sldMkLst>
          <pc:docMk/>
          <pc:sldMk cId="0" sldId="271"/>
        </pc:sldMkLst>
      </pc:sldChg>
      <pc:sldChg chg="add del">
        <pc:chgData name="한준 김" userId="7dd4edb89109a895" providerId="LiveId" clId="{1296541B-A483-4B86-9E56-F32887AE44E3}" dt="2024-08-09T02:28:50.362" v="331" actId="2696"/>
        <pc:sldMkLst>
          <pc:docMk/>
          <pc:sldMk cId="2656827711" sldId="271"/>
        </pc:sldMkLst>
      </pc:sldChg>
      <pc:sldChg chg="add del">
        <pc:chgData name="한준 김" userId="7dd4edb89109a895" providerId="LiveId" clId="{1296541B-A483-4B86-9E56-F32887AE44E3}" dt="2024-12-06T07:30:56.693" v="10485" actId="2696"/>
        <pc:sldMkLst>
          <pc:docMk/>
          <pc:sldMk cId="0" sldId="272"/>
        </pc:sldMkLst>
      </pc:sldChg>
      <pc:sldChg chg="add del">
        <pc:chgData name="한준 김" userId="7dd4edb89109a895" providerId="LiveId" clId="{1296541B-A483-4B86-9E56-F32887AE44E3}" dt="2024-12-06T07:30:56.693" v="10485" actId="2696"/>
        <pc:sldMkLst>
          <pc:docMk/>
          <pc:sldMk cId="0" sldId="273"/>
        </pc:sldMkLst>
      </pc:sldChg>
      <pc:sldChg chg="add del">
        <pc:chgData name="한준 김" userId="7dd4edb89109a895" providerId="LiveId" clId="{1296541B-A483-4B86-9E56-F32887AE44E3}" dt="2024-12-06T07:30:56.693" v="10485" actId="2696"/>
        <pc:sldMkLst>
          <pc:docMk/>
          <pc:sldMk cId="0" sldId="274"/>
        </pc:sldMkLst>
      </pc:sldChg>
      <pc:sldChg chg="add del">
        <pc:chgData name="한준 김" userId="7dd4edb89109a895" providerId="LiveId" clId="{1296541B-A483-4B86-9E56-F32887AE44E3}" dt="2024-12-06T07:30:56.693" v="10485" actId="2696"/>
        <pc:sldMkLst>
          <pc:docMk/>
          <pc:sldMk cId="0" sldId="275"/>
        </pc:sldMkLst>
      </pc:sldChg>
      <pc:sldChg chg="add del">
        <pc:chgData name="한준 김" userId="7dd4edb89109a895" providerId="LiveId" clId="{1296541B-A483-4B86-9E56-F32887AE44E3}" dt="2024-12-06T07:30:56.693" v="10485" actId="2696"/>
        <pc:sldMkLst>
          <pc:docMk/>
          <pc:sldMk cId="0" sldId="276"/>
        </pc:sldMkLst>
      </pc:sldChg>
      <pc:sldChg chg="add del">
        <pc:chgData name="한준 김" userId="7dd4edb89109a895" providerId="LiveId" clId="{1296541B-A483-4B86-9E56-F32887AE44E3}" dt="2024-12-06T07:30:56.693" v="10485" actId="2696"/>
        <pc:sldMkLst>
          <pc:docMk/>
          <pc:sldMk cId="0" sldId="277"/>
        </pc:sldMkLst>
      </pc:sldChg>
      <pc:sldChg chg="add del">
        <pc:chgData name="한준 김" userId="7dd4edb89109a895" providerId="LiveId" clId="{1296541B-A483-4B86-9E56-F32887AE44E3}" dt="2024-12-06T07:30:56.693" v="10485" actId="2696"/>
        <pc:sldMkLst>
          <pc:docMk/>
          <pc:sldMk cId="0" sldId="278"/>
        </pc:sldMkLst>
      </pc:sldChg>
      <pc:sldChg chg="add del">
        <pc:chgData name="한준 김" userId="7dd4edb89109a895" providerId="LiveId" clId="{1296541B-A483-4B86-9E56-F32887AE44E3}" dt="2024-12-06T07:30:56.693" v="10485" actId="2696"/>
        <pc:sldMkLst>
          <pc:docMk/>
          <pc:sldMk cId="0" sldId="279"/>
        </pc:sldMkLst>
      </pc:sldChg>
      <pc:sldChg chg="add del">
        <pc:chgData name="한준 김" userId="7dd4edb89109a895" providerId="LiveId" clId="{1296541B-A483-4B86-9E56-F32887AE44E3}" dt="2024-12-06T07:30:56.693" v="10485" actId="2696"/>
        <pc:sldMkLst>
          <pc:docMk/>
          <pc:sldMk cId="0" sldId="280"/>
        </pc:sldMkLst>
      </pc:sldChg>
      <pc:sldChg chg="add del modTransition">
        <pc:chgData name="한준 김" userId="7dd4edb89109a895" providerId="LiveId" clId="{1296541B-A483-4B86-9E56-F32887AE44E3}" dt="2024-12-07T01:34:41.350" v="10686" actId="2696"/>
        <pc:sldMkLst>
          <pc:docMk/>
          <pc:sldMk cId="0" sldId="281"/>
        </pc:sldMkLst>
      </pc:sldChg>
      <pc:sldChg chg="add del">
        <pc:chgData name="한준 김" userId="7dd4edb89109a895" providerId="LiveId" clId="{1296541B-A483-4B86-9E56-F32887AE44E3}" dt="2024-12-07T01:34:41.350" v="10686" actId="2696"/>
        <pc:sldMkLst>
          <pc:docMk/>
          <pc:sldMk cId="0" sldId="282"/>
        </pc:sldMkLst>
      </pc:sldChg>
      <pc:sldChg chg="add del modTransition">
        <pc:chgData name="한준 김" userId="7dd4edb89109a895" providerId="LiveId" clId="{1296541B-A483-4B86-9E56-F32887AE44E3}" dt="2024-12-07T01:34:41.350" v="10686" actId="2696"/>
        <pc:sldMkLst>
          <pc:docMk/>
          <pc:sldMk cId="0" sldId="283"/>
        </pc:sldMkLst>
      </pc:sldChg>
      <pc:sldChg chg="add del">
        <pc:chgData name="한준 김" userId="7dd4edb89109a895" providerId="LiveId" clId="{1296541B-A483-4B86-9E56-F32887AE44E3}" dt="2024-12-07T01:34:41.350" v="10686" actId="2696"/>
        <pc:sldMkLst>
          <pc:docMk/>
          <pc:sldMk cId="0" sldId="284"/>
        </pc:sldMkLst>
      </pc:sldChg>
      <pc:sldChg chg="add del modTransition">
        <pc:chgData name="한준 김" userId="7dd4edb89109a895" providerId="LiveId" clId="{1296541B-A483-4B86-9E56-F32887AE44E3}" dt="2024-12-07T01:34:41.350" v="10686" actId="2696"/>
        <pc:sldMkLst>
          <pc:docMk/>
          <pc:sldMk cId="0" sldId="285"/>
        </pc:sldMkLst>
      </pc:sldChg>
      <pc:sldChg chg="add del modTransition">
        <pc:chgData name="한준 김" userId="7dd4edb89109a895" providerId="LiveId" clId="{1296541B-A483-4B86-9E56-F32887AE44E3}" dt="2024-12-07T01:34:41.350" v="10686" actId="2696"/>
        <pc:sldMkLst>
          <pc:docMk/>
          <pc:sldMk cId="0" sldId="286"/>
        </pc:sldMkLst>
      </pc:sldChg>
      <pc:sldChg chg="add del">
        <pc:chgData name="한준 김" userId="7dd4edb89109a895" providerId="LiveId" clId="{1296541B-A483-4B86-9E56-F32887AE44E3}" dt="2024-12-07T01:34:41.350" v="10686" actId="2696"/>
        <pc:sldMkLst>
          <pc:docMk/>
          <pc:sldMk cId="0" sldId="287"/>
        </pc:sldMkLst>
      </pc:sldChg>
      <pc:sldChg chg="add del modTransition">
        <pc:chgData name="한준 김" userId="7dd4edb89109a895" providerId="LiveId" clId="{1296541B-A483-4B86-9E56-F32887AE44E3}" dt="2024-12-07T01:34:41.350" v="10686" actId="2696"/>
        <pc:sldMkLst>
          <pc:docMk/>
          <pc:sldMk cId="0" sldId="288"/>
        </pc:sldMkLst>
      </pc:sldChg>
      <pc:sldChg chg="add del setBg">
        <pc:chgData name="한준 김" userId="7dd4edb89109a895" providerId="LiveId" clId="{1296541B-A483-4B86-9E56-F32887AE44E3}" dt="2024-08-02T03:45:57.188" v="171" actId="2696"/>
        <pc:sldMkLst>
          <pc:docMk/>
          <pc:sldMk cId="4262423922" sldId="291"/>
        </pc:sldMkLst>
      </pc:sldChg>
      <pc:sldChg chg="modSp add del mod setBg">
        <pc:chgData name="한준 김" userId="7dd4edb89109a895" providerId="LiveId" clId="{1296541B-A483-4B86-9E56-F32887AE44E3}" dt="2024-08-09T02:28:50.362" v="331" actId="2696"/>
        <pc:sldMkLst>
          <pc:docMk/>
          <pc:sldMk cId="3897109079" sldId="292"/>
        </pc:sldMkLst>
      </pc:sldChg>
      <pc:sldChg chg="modSp add del mod setBg">
        <pc:chgData name="한준 김" userId="7dd4edb89109a895" providerId="LiveId" clId="{1296541B-A483-4B86-9E56-F32887AE44E3}" dt="2024-08-02T03:45:57.188" v="171" actId="2696"/>
        <pc:sldMkLst>
          <pc:docMk/>
          <pc:sldMk cId="3109235590" sldId="293"/>
        </pc:sldMkLst>
      </pc:sldChg>
      <pc:sldChg chg="modSp mod">
        <pc:chgData name="한준 김" userId="7dd4edb89109a895" providerId="LiveId" clId="{1296541B-A483-4B86-9E56-F32887AE44E3}" dt="2024-12-27T07:28:58.704" v="11206" actId="20577"/>
        <pc:sldMkLst>
          <pc:docMk/>
          <pc:sldMk cId="0" sldId="294"/>
        </pc:sldMkLst>
        <pc:spChg chg="mod">
          <ac:chgData name="한준 김" userId="7dd4edb89109a895" providerId="LiveId" clId="{1296541B-A483-4B86-9E56-F32887AE44E3}" dt="2024-12-27T07:28:58.704" v="11206" actId="20577"/>
          <ac:spMkLst>
            <pc:docMk/>
            <pc:sldMk cId="0" sldId="294"/>
            <ac:spMk id="4" creationId="{00000000-0000-0000-0000-000000000000}"/>
          </ac:spMkLst>
        </pc:spChg>
      </pc:sldChg>
      <pc:sldChg chg="del">
        <pc:chgData name="한준 김" userId="7dd4edb89109a895" providerId="LiveId" clId="{1296541B-A483-4B86-9E56-F32887AE44E3}" dt="2024-08-30T09:17:19.403" v="2096" actId="2696"/>
        <pc:sldMkLst>
          <pc:docMk/>
          <pc:sldMk cId="1110998909" sldId="296"/>
        </pc:sldMkLst>
      </pc:sldChg>
      <pc:sldChg chg="del">
        <pc:chgData name="한준 김" userId="7dd4edb89109a895" providerId="LiveId" clId="{1296541B-A483-4B86-9E56-F32887AE44E3}" dt="2024-08-30T09:17:19.403" v="2096" actId="2696"/>
        <pc:sldMkLst>
          <pc:docMk/>
          <pc:sldMk cId="1645115641" sldId="297"/>
        </pc:sldMkLst>
      </pc:sldChg>
      <pc:sldChg chg="del">
        <pc:chgData name="한준 김" userId="7dd4edb89109a895" providerId="LiveId" clId="{1296541B-A483-4B86-9E56-F32887AE44E3}" dt="2024-08-30T09:17:19.403" v="2096" actId="2696"/>
        <pc:sldMkLst>
          <pc:docMk/>
          <pc:sldMk cId="1627742670" sldId="298"/>
        </pc:sldMkLst>
      </pc:sldChg>
      <pc:sldChg chg="del">
        <pc:chgData name="한준 김" userId="7dd4edb89109a895" providerId="LiveId" clId="{1296541B-A483-4B86-9E56-F32887AE44E3}" dt="2024-08-30T09:17:19.403" v="2096" actId="2696"/>
        <pc:sldMkLst>
          <pc:docMk/>
          <pc:sldMk cId="3790889802" sldId="299"/>
        </pc:sldMkLst>
      </pc:sldChg>
      <pc:sldChg chg="del">
        <pc:chgData name="한준 김" userId="7dd4edb89109a895" providerId="LiveId" clId="{1296541B-A483-4B86-9E56-F32887AE44E3}" dt="2024-08-30T09:17:19.403" v="2096" actId="2696"/>
        <pc:sldMkLst>
          <pc:docMk/>
          <pc:sldMk cId="1809700606" sldId="300"/>
        </pc:sldMkLst>
      </pc:sldChg>
      <pc:sldChg chg="del">
        <pc:chgData name="한준 김" userId="7dd4edb89109a895" providerId="LiveId" clId="{1296541B-A483-4B86-9E56-F32887AE44E3}" dt="2024-08-30T09:17:19.403" v="2096" actId="2696"/>
        <pc:sldMkLst>
          <pc:docMk/>
          <pc:sldMk cId="3601614670" sldId="301"/>
        </pc:sldMkLst>
      </pc:sldChg>
      <pc:sldChg chg="del">
        <pc:chgData name="한준 김" userId="7dd4edb89109a895" providerId="LiveId" clId="{1296541B-A483-4B86-9E56-F32887AE44E3}" dt="2024-08-30T09:17:19.403" v="2096" actId="2696"/>
        <pc:sldMkLst>
          <pc:docMk/>
          <pc:sldMk cId="325855367" sldId="302"/>
        </pc:sldMkLst>
      </pc:sldChg>
      <pc:sldChg chg="del">
        <pc:chgData name="한준 김" userId="7dd4edb89109a895" providerId="LiveId" clId="{1296541B-A483-4B86-9E56-F32887AE44E3}" dt="2024-08-30T09:17:19.403" v="2096" actId="2696"/>
        <pc:sldMkLst>
          <pc:docMk/>
          <pc:sldMk cId="1176192282" sldId="303"/>
        </pc:sldMkLst>
      </pc:sldChg>
      <pc:sldChg chg="add del setBg">
        <pc:chgData name="한준 김" userId="7dd4edb89109a895" providerId="LiveId" clId="{1296541B-A483-4B86-9E56-F32887AE44E3}" dt="2024-08-02T03:45:57.188" v="171" actId="2696"/>
        <pc:sldMkLst>
          <pc:docMk/>
          <pc:sldMk cId="1715637810" sldId="304"/>
        </pc:sldMkLst>
      </pc:sldChg>
      <pc:sldChg chg="add del setBg">
        <pc:chgData name="한준 김" userId="7dd4edb89109a895" providerId="LiveId" clId="{1296541B-A483-4B86-9E56-F32887AE44E3}" dt="2024-08-02T03:45:57.188" v="171" actId="2696"/>
        <pc:sldMkLst>
          <pc:docMk/>
          <pc:sldMk cId="4072896505" sldId="305"/>
        </pc:sldMkLst>
      </pc:sldChg>
      <pc:sldChg chg="add del setBg">
        <pc:chgData name="한준 김" userId="7dd4edb89109a895" providerId="LiveId" clId="{1296541B-A483-4B86-9E56-F32887AE44E3}" dt="2024-08-02T03:45:57.188" v="171" actId="2696"/>
        <pc:sldMkLst>
          <pc:docMk/>
          <pc:sldMk cId="1726203503" sldId="306"/>
        </pc:sldMkLst>
      </pc:sldChg>
      <pc:sldChg chg="add del modTransition setBg">
        <pc:chgData name="한준 김" userId="7dd4edb89109a895" providerId="LiveId" clId="{1296541B-A483-4B86-9E56-F32887AE44E3}" dt="2024-08-02T03:45:57.188" v="171" actId="2696"/>
        <pc:sldMkLst>
          <pc:docMk/>
          <pc:sldMk cId="502714112" sldId="307"/>
        </pc:sldMkLst>
      </pc:sldChg>
      <pc:sldChg chg="add del setBg">
        <pc:chgData name="한준 김" userId="7dd4edb89109a895" providerId="LiveId" clId="{1296541B-A483-4B86-9E56-F32887AE44E3}" dt="2024-08-02T03:45:57.188" v="171" actId="2696"/>
        <pc:sldMkLst>
          <pc:docMk/>
          <pc:sldMk cId="1588668848" sldId="308"/>
        </pc:sldMkLst>
      </pc:sldChg>
      <pc:sldChg chg="add del setBg">
        <pc:chgData name="한준 김" userId="7dd4edb89109a895" providerId="LiveId" clId="{1296541B-A483-4B86-9E56-F32887AE44E3}" dt="2024-08-02T03:45:57.188" v="171" actId="2696"/>
        <pc:sldMkLst>
          <pc:docMk/>
          <pc:sldMk cId="940105073" sldId="309"/>
        </pc:sldMkLst>
      </pc:sldChg>
      <pc:sldChg chg="add del setBg">
        <pc:chgData name="한준 김" userId="7dd4edb89109a895" providerId="LiveId" clId="{1296541B-A483-4B86-9E56-F32887AE44E3}" dt="2024-08-02T03:45:57.188" v="171" actId="2696"/>
        <pc:sldMkLst>
          <pc:docMk/>
          <pc:sldMk cId="745271933" sldId="310"/>
        </pc:sldMkLst>
      </pc:sldChg>
      <pc:sldChg chg="add del setBg">
        <pc:chgData name="한준 김" userId="7dd4edb89109a895" providerId="LiveId" clId="{1296541B-A483-4B86-9E56-F32887AE44E3}" dt="2024-08-02T03:45:57.188" v="171" actId="2696"/>
        <pc:sldMkLst>
          <pc:docMk/>
          <pc:sldMk cId="1867955228" sldId="311"/>
        </pc:sldMkLst>
      </pc:sldChg>
      <pc:sldChg chg="add del setBg">
        <pc:chgData name="한준 김" userId="7dd4edb89109a895" providerId="LiveId" clId="{1296541B-A483-4B86-9E56-F32887AE44E3}" dt="2024-08-02T03:45:57.188" v="171" actId="2696"/>
        <pc:sldMkLst>
          <pc:docMk/>
          <pc:sldMk cId="3370302800" sldId="312"/>
        </pc:sldMkLst>
      </pc:sldChg>
      <pc:sldChg chg="add del setBg">
        <pc:chgData name="한준 김" userId="7dd4edb89109a895" providerId="LiveId" clId="{1296541B-A483-4B86-9E56-F32887AE44E3}" dt="2024-08-02T03:45:57.188" v="171" actId="2696"/>
        <pc:sldMkLst>
          <pc:docMk/>
          <pc:sldMk cId="3728473510" sldId="314"/>
        </pc:sldMkLst>
      </pc:sldChg>
      <pc:sldChg chg="add del">
        <pc:chgData name="한준 김" userId="7dd4edb89109a895" providerId="LiveId" clId="{1296541B-A483-4B86-9E56-F32887AE44E3}" dt="2024-10-05T05:37:26.307" v="5636" actId="2696"/>
        <pc:sldMkLst>
          <pc:docMk/>
          <pc:sldMk cId="2098008566" sldId="601"/>
        </pc:sldMkLst>
      </pc:sldChg>
      <pc:sldChg chg="modSp add del">
        <pc:chgData name="한준 김" userId="7dd4edb89109a895" providerId="LiveId" clId="{1296541B-A483-4B86-9E56-F32887AE44E3}" dt="2024-10-05T05:37:26.307" v="5636" actId="2696"/>
        <pc:sldMkLst>
          <pc:docMk/>
          <pc:sldMk cId="3061861239" sldId="1047"/>
        </pc:sldMkLst>
      </pc:sldChg>
      <pc:sldChg chg="modSp add del mod modTransition">
        <pc:chgData name="한준 김" userId="7dd4edb89109a895" providerId="LiveId" clId="{1296541B-A483-4B86-9E56-F32887AE44E3}" dt="2024-08-16T01:30:34.028" v="1224" actId="2696"/>
        <pc:sldMkLst>
          <pc:docMk/>
          <pc:sldMk cId="409055953" sldId="1257"/>
        </pc:sldMkLst>
      </pc:sldChg>
      <pc:sldChg chg="add del modTransition">
        <pc:chgData name="한준 김" userId="7dd4edb89109a895" providerId="LiveId" clId="{1296541B-A483-4B86-9E56-F32887AE44E3}" dt="2024-12-14T00:40:04.371" v="10760" actId="2696"/>
        <pc:sldMkLst>
          <pc:docMk/>
          <pc:sldMk cId="2950156795" sldId="1271"/>
        </pc:sldMkLst>
      </pc:sldChg>
      <pc:sldChg chg="add del">
        <pc:chgData name="한준 김" userId="7dd4edb89109a895" providerId="LiveId" clId="{1296541B-A483-4B86-9E56-F32887AE44E3}" dt="2024-09-19T05:51:46.376" v="4281" actId="2696"/>
        <pc:sldMkLst>
          <pc:docMk/>
          <pc:sldMk cId="1104559311" sldId="1291"/>
        </pc:sldMkLst>
      </pc:sldChg>
      <pc:sldChg chg="add del modTransition">
        <pc:chgData name="한준 김" userId="7dd4edb89109a895" providerId="LiveId" clId="{1296541B-A483-4B86-9E56-F32887AE44E3}" dt="2024-08-16T01:30:34.028" v="1224" actId="2696"/>
        <pc:sldMkLst>
          <pc:docMk/>
          <pc:sldMk cId="370973669" sldId="1292"/>
        </pc:sldMkLst>
      </pc:sldChg>
      <pc:sldChg chg="add del modTransition">
        <pc:chgData name="한준 김" userId="7dd4edb89109a895" providerId="LiveId" clId="{1296541B-A483-4B86-9E56-F32887AE44E3}" dt="2024-08-16T01:30:34.028" v="1224" actId="2696"/>
        <pc:sldMkLst>
          <pc:docMk/>
          <pc:sldMk cId="619566861" sldId="1293"/>
        </pc:sldMkLst>
      </pc:sldChg>
      <pc:sldChg chg="add del">
        <pc:chgData name="한준 김" userId="7dd4edb89109a895" providerId="LiveId" clId="{1296541B-A483-4B86-9E56-F32887AE44E3}" dt="2024-09-19T05:51:46.376" v="4281" actId="2696"/>
        <pc:sldMkLst>
          <pc:docMk/>
          <pc:sldMk cId="893156676" sldId="1294"/>
        </pc:sldMkLst>
      </pc:sldChg>
      <pc:sldChg chg="add del">
        <pc:chgData name="한준 김" userId="7dd4edb89109a895" providerId="LiveId" clId="{1296541B-A483-4B86-9E56-F32887AE44E3}" dt="2024-09-19T05:51:46.376" v="4281" actId="2696"/>
        <pc:sldMkLst>
          <pc:docMk/>
          <pc:sldMk cId="2895306121" sldId="1296"/>
        </pc:sldMkLst>
      </pc:sldChg>
      <pc:sldChg chg="add del">
        <pc:chgData name="한준 김" userId="7dd4edb89109a895" providerId="LiveId" clId="{1296541B-A483-4B86-9E56-F32887AE44E3}" dt="2024-10-17T04:52:27.503" v="6340" actId="2696"/>
        <pc:sldMkLst>
          <pc:docMk/>
          <pc:sldMk cId="3402452015" sldId="1299"/>
        </pc:sldMkLst>
      </pc:sldChg>
      <pc:sldChg chg="add del">
        <pc:chgData name="한준 김" userId="7dd4edb89109a895" providerId="LiveId" clId="{1296541B-A483-4B86-9E56-F32887AE44E3}" dt="2024-10-17T04:52:27.503" v="6340" actId="2696"/>
        <pc:sldMkLst>
          <pc:docMk/>
          <pc:sldMk cId="3410836776" sldId="1300"/>
        </pc:sldMkLst>
      </pc:sldChg>
      <pc:sldChg chg="add del">
        <pc:chgData name="한준 김" userId="7dd4edb89109a895" providerId="LiveId" clId="{1296541B-A483-4B86-9E56-F32887AE44E3}" dt="2024-11-15T08:32:06.890" v="9061" actId="2696"/>
        <pc:sldMkLst>
          <pc:docMk/>
          <pc:sldMk cId="2391358604" sldId="1302"/>
        </pc:sldMkLst>
      </pc:sldChg>
      <pc:sldChg chg="modSp add del mod">
        <pc:chgData name="한준 김" userId="7dd4edb89109a895" providerId="LiveId" clId="{1296541B-A483-4B86-9E56-F32887AE44E3}" dt="2024-11-15T08:32:06.890" v="9061" actId="2696"/>
        <pc:sldMkLst>
          <pc:docMk/>
          <pc:sldMk cId="2264777373" sldId="1303"/>
        </pc:sldMkLst>
      </pc:sldChg>
      <pc:sldChg chg="modSp add del mod">
        <pc:chgData name="한준 김" userId="7dd4edb89109a895" providerId="LiveId" clId="{1296541B-A483-4B86-9E56-F32887AE44E3}" dt="2024-11-15T08:32:06.890" v="9061" actId="2696"/>
        <pc:sldMkLst>
          <pc:docMk/>
          <pc:sldMk cId="3943072270" sldId="1304"/>
        </pc:sldMkLst>
      </pc:sldChg>
      <pc:sldChg chg="add del modTransition">
        <pc:chgData name="한준 김" userId="7dd4edb89109a895" providerId="LiveId" clId="{1296541B-A483-4B86-9E56-F32887AE44E3}" dt="2024-08-21T02:26:56.145" v="1751" actId="2696"/>
        <pc:sldMkLst>
          <pc:docMk/>
          <pc:sldMk cId="1747543522" sldId="1311"/>
        </pc:sldMkLst>
      </pc:sldChg>
      <pc:sldChg chg="add del">
        <pc:chgData name="한준 김" userId="7dd4edb89109a895" providerId="LiveId" clId="{1296541B-A483-4B86-9E56-F32887AE44E3}" dt="2024-08-30T09:21:10.483" v="2149" actId="2696"/>
        <pc:sldMkLst>
          <pc:docMk/>
          <pc:sldMk cId="3619399569" sldId="1312"/>
        </pc:sldMkLst>
      </pc:sldChg>
      <pc:sldChg chg="add del">
        <pc:chgData name="한준 김" userId="7dd4edb89109a895" providerId="LiveId" clId="{1296541B-A483-4B86-9E56-F32887AE44E3}" dt="2024-09-06T05:02:30.933" v="3465" actId="2696"/>
        <pc:sldMkLst>
          <pc:docMk/>
          <pc:sldMk cId="3263588834" sldId="1313"/>
        </pc:sldMkLst>
      </pc:sldChg>
      <pc:sldChg chg="add del modTransition">
        <pc:chgData name="한준 김" userId="7dd4edb89109a895" providerId="LiveId" clId="{1296541B-A483-4B86-9E56-F32887AE44E3}" dt="2024-08-21T02:26:56.145" v="1751" actId="2696"/>
        <pc:sldMkLst>
          <pc:docMk/>
          <pc:sldMk cId="72260472" sldId="1314"/>
        </pc:sldMkLst>
      </pc:sldChg>
      <pc:sldChg chg="add del modTransition">
        <pc:chgData name="한준 김" userId="7dd4edb89109a895" providerId="LiveId" clId="{1296541B-A483-4B86-9E56-F32887AE44E3}" dt="2024-08-21T02:26:56.145" v="1751" actId="2696"/>
        <pc:sldMkLst>
          <pc:docMk/>
          <pc:sldMk cId="72837008" sldId="1315"/>
        </pc:sldMkLst>
      </pc:sldChg>
      <pc:sldChg chg="add del">
        <pc:chgData name="한준 김" userId="7dd4edb89109a895" providerId="LiveId" clId="{1296541B-A483-4B86-9E56-F32887AE44E3}" dt="2024-08-30T09:21:10.483" v="2149" actId="2696"/>
        <pc:sldMkLst>
          <pc:docMk/>
          <pc:sldMk cId="1498558102" sldId="1316"/>
        </pc:sldMkLst>
      </pc:sldChg>
      <pc:sldChg chg="add del">
        <pc:chgData name="한준 김" userId="7dd4edb89109a895" providerId="LiveId" clId="{1296541B-A483-4B86-9E56-F32887AE44E3}" dt="2024-08-30T09:21:10.483" v="2149" actId="2696"/>
        <pc:sldMkLst>
          <pc:docMk/>
          <pc:sldMk cId="973233129" sldId="1317"/>
        </pc:sldMkLst>
      </pc:sldChg>
      <pc:sldChg chg="add del">
        <pc:chgData name="한준 김" userId="7dd4edb89109a895" providerId="LiveId" clId="{1296541B-A483-4B86-9E56-F32887AE44E3}" dt="2024-09-06T05:02:30.933" v="3465" actId="2696"/>
        <pc:sldMkLst>
          <pc:docMk/>
          <pc:sldMk cId="14030242" sldId="1318"/>
        </pc:sldMkLst>
      </pc:sldChg>
      <pc:sldChg chg="add del">
        <pc:chgData name="한준 김" userId="7dd4edb89109a895" providerId="LiveId" clId="{1296541B-A483-4B86-9E56-F32887AE44E3}" dt="2024-09-06T05:02:30.933" v="3465" actId="2696"/>
        <pc:sldMkLst>
          <pc:docMk/>
          <pc:sldMk cId="2823567309" sldId="1319"/>
        </pc:sldMkLst>
      </pc:sldChg>
      <pc:sldChg chg="add del">
        <pc:chgData name="한준 김" userId="7dd4edb89109a895" providerId="LiveId" clId="{1296541B-A483-4B86-9E56-F32887AE44E3}" dt="2024-09-27T07:00:22.754" v="5491" actId="2696"/>
        <pc:sldMkLst>
          <pc:docMk/>
          <pc:sldMk cId="2637327944" sldId="1320"/>
        </pc:sldMkLst>
      </pc:sldChg>
      <pc:sldChg chg="add del">
        <pc:chgData name="한준 김" userId="7dd4edb89109a895" providerId="LiveId" clId="{1296541B-A483-4B86-9E56-F32887AE44E3}" dt="2024-09-27T07:02:14.886" v="5493"/>
        <pc:sldMkLst>
          <pc:docMk/>
          <pc:sldMk cId="2871710852" sldId="1320"/>
        </pc:sldMkLst>
      </pc:sldChg>
      <pc:sldChg chg="add del">
        <pc:chgData name="한준 김" userId="7dd4edb89109a895" providerId="LiveId" clId="{1296541B-A483-4B86-9E56-F32887AE44E3}" dt="2024-09-27T07:03:35.906" v="5504" actId="2696"/>
        <pc:sldMkLst>
          <pc:docMk/>
          <pc:sldMk cId="4173509233" sldId="1320"/>
        </pc:sldMkLst>
      </pc:sldChg>
      <pc:sldChg chg="modSp add del mod">
        <pc:chgData name="한준 김" userId="7dd4edb89109a895" providerId="LiveId" clId="{1296541B-A483-4B86-9E56-F32887AE44E3}" dt="2024-09-27T07:00:22.754" v="5491" actId="2696"/>
        <pc:sldMkLst>
          <pc:docMk/>
          <pc:sldMk cId="443426935" sldId="1321"/>
        </pc:sldMkLst>
      </pc:sldChg>
      <pc:sldChg chg="add del ord">
        <pc:chgData name="한준 김" userId="7dd4edb89109a895" providerId="LiveId" clId="{1296541B-A483-4B86-9E56-F32887AE44E3}" dt="2024-09-27T07:03:35.906" v="5504" actId="2696"/>
        <pc:sldMkLst>
          <pc:docMk/>
          <pc:sldMk cId="1285267497" sldId="1321"/>
        </pc:sldMkLst>
      </pc:sldChg>
      <pc:sldChg chg="add del">
        <pc:chgData name="한준 김" userId="7dd4edb89109a895" providerId="LiveId" clId="{1296541B-A483-4B86-9E56-F32887AE44E3}" dt="2024-09-27T07:02:14.886" v="5493"/>
        <pc:sldMkLst>
          <pc:docMk/>
          <pc:sldMk cId="1659881792" sldId="1321"/>
        </pc:sldMkLst>
      </pc:sldChg>
      <pc:sldChg chg="add del ord">
        <pc:chgData name="한준 김" userId="7dd4edb89109a895" providerId="LiveId" clId="{1296541B-A483-4B86-9E56-F32887AE44E3}" dt="2024-09-27T07:03:35.906" v="5504" actId="2696"/>
        <pc:sldMkLst>
          <pc:docMk/>
          <pc:sldMk cId="1343873295" sldId="1322"/>
        </pc:sldMkLst>
      </pc:sldChg>
      <pc:sldChg chg="add del">
        <pc:chgData name="한준 김" userId="7dd4edb89109a895" providerId="LiveId" clId="{1296541B-A483-4B86-9E56-F32887AE44E3}" dt="2024-09-27T07:00:22.754" v="5491" actId="2696"/>
        <pc:sldMkLst>
          <pc:docMk/>
          <pc:sldMk cId="1724687837" sldId="1322"/>
        </pc:sldMkLst>
      </pc:sldChg>
      <pc:sldChg chg="add del">
        <pc:chgData name="한준 김" userId="7dd4edb89109a895" providerId="LiveId" clId="{1296541B-A483-4B86-9E56-F32887AE44E3}" dt="2024-09-27T07:02:14.886" v="5493"/>
        <pc:sldMkLst>
          <pc:docMk/>
          <pc:sldMk cId="3117628927" sldId="1322"/>
        </pc:sldMkLst>
      </pc:sldChg>
      <pc:sldChg chg="add del">
        <pc:chgData name="한준 김" userId="7dd4edb89109a895" providerId="LiveId" clId="{1296541B-A483-4B86-9E56-F32887AE44E3}" dt="2024-10-05T05:41:20.620" v="5747" actId="2696"/>
        <pc:sldMkLst>
          <pc:docMk/>
          <pc:sldMk cId="172003868" sldId="1323"/>
        </pc:sldMkLst>
      </pc:sldChg>
      <pc:sldChg chg="add del">
        <pc:chgData name="한준 김" userId="7dd4edb89109a895" providerId="LiveId" clId="{1296541B-A483-4B86-9E56-F32887AE44E3}" dt="2024-10-12T05:59:10.083" v="6111" actId="2696"/>
        <pc:sldMkLst>
          <pc:docMk/>
          <pc:sldMk cId="1518010867" sldId="1326"/>
        </pc:sldMkLst>
      </pc:sldChg>
      <pc:sldChg chg="add del">
        <pc:chgData name="한준 김" userId="7dd4edb89109a895" providerId="LiveId" clId="{1296541B-A483-4B86-9E56-F32887AE44E3}" dt="2024-10-12T05:59:10.083" v="6111" actId="2696"/>
        <pc:sldMkLst>
          <pc:docMk/>
          <pc:sldMk cId="3457017646" sldId="1327"/>
        </pc:sldMkLst>
      </pc:sldChg>
      <pc:sldChg chg="add del">
        <pc:chgData name="한준 김" userId="7dd4edb89109a895" providerId="LiveId" clId="{1296541B-A483-4B86-9E56-F32887AE44E3}" dt="2024-10-12T05:59:10.083" v="6111" actId="2696"/>
        <pc:sldMkLst>
          <pc:docMk/>
          <pc:sldMk cId="558484931" sldId="1328"/>
        </pc:sldMkLst>
      </pc:sldChg>
      <pc:sldChg chg="add del modTransition">
        <pc:chgData name="한준 김" userId="7dd4edb89109a895" providerId="LiveId" clId="{1296541B-A483-4B86-9E56-F32887AE44E3}" dt="2024-10-25T09:16:48.451" v="7148" actId="2696"/>
        <pc:sldMkLst>
          <pc:docMk/>
          <pc:sldMk cId="91723390" sldId="1338"/>
        </pc:sldMkLst>
      </pc:sldChg>
      <pc:sldChg chg="add del modTransition">
        <pc:chgData name="한준 김" userId="7dd4edb89109a895" providerId="LiveId" clId="{1296541B-A483-4B86-9E56-F32887AE44E3}" dt="2024-10-25T09:16:48.451" v="7148" actId="2696"/>
        <pc:sldMkLst>
          <pc:docMk/>
          <pc:sldMk cId="994212084" sldId="1339"/>
        </pc:sldMkLst>
      </pc:sldChg>
      <pc:sldChg chg="add del modTransition">
        <pc:chgData name="한준 김" userId="7dd4edb89109a895" providerId="LiveId" clId="{1296541B-A483-4B86-9E56-F32887AE44E3}" dt="2024-10-25T09:16:48.451" v="7148" actId="2696"/>
        <pc:sldMkLst>
          <pc:docMk/>
          <pc:sldMk cId="2380786928" sldId="1340"/>
        </pc:sldMkLst>
      </pc:sldChg>
      <pc:sldChg chg="add del">
        <pc:chgData name="한준 김" userId="7dd4edb89109a895" providerId="LiveId" clId="{1296541B-A483-4B86-9E56-F32887AE44E3}" dt="2024-10-31T07:45:45.571" v="7434" actId="2696"/>
        <pc:sldMkLst>
          <pc:docMk/>
          <pc:sldMk cId="2147852231" sldId="1341"/>
        </pc:sldMkLst>
      </pc:sldChg>
      <pc:sldChg chg="modSp add del mod">
        <pc:chgData name="한준 김" userId="7dd4edb89109a895" providerId="LiveId" clId="{1296541B-A483-4B86-9E56-F32887AE44E3}" dt="2024-10-31T07:45:45.571" v="7434" actId="2696"/>
        <pc:sldMkLst>
          <pc:docMk/>
          <pc:sldMk cId="3736722413" sldId="1342"/>
        </pc:sldMkLst>
      </pc:sldChg>
      <pc:sldChg chg="add del">
        <pc:chgData name="한준 김" userId="7dd4edb89109a895" providerId="LiveId" clId="{1296541B-A483-4B86-9E56-F32887AE44E3}" dt="2024-11-08T07:34:46.615" v="8309" actId="2696"/>
        <pc:sldMkLst>
          <pc:docMk/>
          <pc:sldMk cId="92643805" sldId="1344"/>
        </pc:sldMkLst>
      </pc:sldChg>
      <pc:sldChg chg="add del">
        <pc:chgData name="한준 김" userId="7dd4edb89109a895" providerId="LiveId" clId="{1296541B-A483-4B86-9E56-F32887AE44E3}" dt="2024-11-08T07:34:46.615" v="8309" actId="2696"/>
        <pc:sldMkLst>
          <pc:docMk/>
          <pc:sldMk cId="2750232031" sldId="1345"/>
        </pc:sldMkLst>
      </pc:sldChg>
      <pc:sldChg chg="add del">
        <pc:chgData name="한준 김" userId="7dd4edb89109a895" providerId="LiveId" clId="{1296541B-A483-4B86-9E56-F32887AE44E3}" dt="2024-11-30T03:50:35.219" v="10311" actId="2696"/>
        <pc:sldMkLst>
          <pc:docMk/>
          <pc:sldMk cId="173733219" sldId="1347"/>
        </pc:sldMkLst>
      </pc:sldChg>
      <pc:sldChg chg="add del">
        <pc:chgData name="한준 김" userId="7dd4edb89109a895" providerId="LiveId" clId="{1296541B-A483-4B86-9E56-F32887AE44E3}" dt="2024-11-22T16:59:49.187" v="9936"/>
        <pc:sldMkLst>
          <pc:docMk/>
          <pc:sldMk cId="366100746" sldId="1347"/>
        </pc:sldMkLst>
      </pc:sldChg>
      <pc:sldChg chg="add del">
        <pc:chgData name="한준 김" userId="7dd4edb89109a895" providerId="LiveId" clId="{1296541B-A483-4B86-9E56-F32887AE44E3}" dt="2024-11-22T16:59:43.858" v="9934" actId="2696"/>
        <pc:sldMkLst>
          <pc:docMk/>
          <pc:sldMk cId="1680539963" sldId="1347"/>
        </pc:sldMkLst>
      </pc:sldChg>
      <pc:sldChg chg="add del">
        <pc:chgData name="한준 김" userId="7dd4edb89109a895" providerId="LiveId" clId="{1296541B-A483-4B86-9E56-F32887AE44E3}" dt="2024-11-30T03:50:35.219" v="10311" actId="2696"/>
        <pc:sldMkLst>
          <pc:docMk/>
          <pc:sldMk cId="1967962856" sldId="1348"/>
        </pc:sldMkLst>
      </pc:sldChg>
      <pc:sldChg chg="add del">
        <pc:chgData name="한준 김" userId="7dd4edb89109a895" providerId="LiveId" clId="{1296541B-A483-4B86-9E56-F32887AE44E3}" dt="2024-11-22T16:59:49.187" v="9936"/>
        <pc:sldMkLst>
          <pc:docMk/>
          <pc:sldMk cId="2197591054" sldId="1348"/>
        </pc:sldMkLst>
      </pc:sldChg>
      <pc:sldChg chg="add del">
        <pc:chgData name="한준 김" userId="7dd4edb89109a895" providerId="LiveId" clId="{1296541B-A483-4B86-9E56-F32887AE44E3}" dt="2024-11-22T16:59:43.858" v="9934" actId="2696"/>
        <pc:sldMkLst>
          <pc:docMk/>
          <pc:sldMk cId="4112365662" sldId="1348"/>
        </pc:sldMkLst>
      </pc:sldChg>
      <pc:sldChg chg="modSp add del mod">
        <pc:chgData name="한준 김" userId="7dd4edb89109a895" providerId="LiveId" clId="{1296541B-A483-4B86-9E56-F32887AE44E3}" dt="2024-11-22T16:59:43.858" v="9934" actId="2696"/>
        <pc:sldMkLst>
          <pc:docMk/>
          <pc:sldMk cId="289536545" sldId="1349"/>
        </pc:sldMkLst>
      </pc:sldChg>
      <pc:sldChg chg="add del">
        <pc:chgData name="한준 김" userId="7dd4edb89109a895" providerId="LiveId" clId="{1296541B-A483-4B86-9E56-F32887AE44E3}" dt="2024-11-30T03:50:35.219" v="10311" actId="2696"/>
        <pc:sldMkLst>
          <pc:docMk/>
          <pc:sldMk cId="1200677313" sldId="1349"/>
        </pc:sldMkLst>
      </pc:sldChg>
      <pc:sldChg chg="add del">
        <pc:chgData name="한준 김" userId="7dd4edb89109a895" providerId="LiveId" clId="{1296541B-A483-4B86-9E56-F32887AE44E3}" dt="2024-11-22T16:59:49.187" v="9936"/>
        <pc:sldMkLst>
          <pc:docMk/>
          <pc:sldMk cId="4088330396" sldId="1349"/>
        </pc:sldMkLst>
      </pc:sldChg>
      <pc:sldChg chg="add del">
        <pc:chgData name="한준 김" userId="7dd4edb89109a895" providerId="LiveId" clId="{1296541B-A483-4B86-9E56-F32887AE44E3}" dt="2024-12-06T07:30:56.693" v="10485" actId="2696"/>
        <pc:sldMkLst>
          <pc:docMk/>
          <pc:sldMk cId="2923301659" sldId="1353"/>
        </pc:sldMkLst>
      </pc:sldChg>
      <pc:sldChg chg="add del">
        <pc:chgData name="한준 김" userId="7dd4edb89109a895" providerId="LiveId" clId="{1296541B-A483-4B86-9E56-F32887AE44E3}" dt="2024-12-06T07:30:56.693" v="10485" actId="2696"/>
        <pc:sldMkLst>
          <pc:docMk/>
          <pc:sldMk cId="385823180" sldId="1354"/>
        </pc:sldMkLst>
      </pc:sldChg>
      <pc:sldChg chg="modSp add del mod">
        <pc:chgData name="한준 김" userId="7dd4edb89109a895" providerId="LiveId" clId="{1296541B-A483-4B86-9E56-F32887AE44E3}" dt="2024-12-27T07:28:01.523" v="11154" actId="20577"/>
        <pc:sldMkLst>
          <pc:docMk/>
          <pc:sldMk cId="0" sldId="1355"/>
        </pc:sldMkLst>
        <pc:spChg chg="mod">
          <ac:chgData name="한준 김" userId="7dd4edb89109a895" providerId="LiveId" clId="{1296541B-A483-4B86-9E56-F32887AE44E3}" dt="2024-12-27T07:28:01.523" v="11154" actId="20577"/>
          <ac:spMkLst>
            <pc:docMk/>
            <pc:sldMk cId="0" sldId="1355"/>
            <ac:spMk id="5" creationId="{00000000-0000-0000-0000-000000000000}"/>
          </ac:spMkLst>
        </pc:spChg>
      </pc:sldChg>
      <pc:sldChg chg="ord">
        <pc:chgData name="한준 김" userId="7dd4edb89109a895" providerId="LiveId" clId="{1296541B-A483-4B86-9E56-F32887AE44E3}" dt="2024-12-27T07:37:04.199" v="11603"/>
        <pc:sldMkLst>
          <pc:docMk/>
          <pc:sldMk cId="2493788336" sldId="1357"/>
        </pc:sldMkLst>
      </pc:sldChg>
      <pc:sldChg chg="add del">
        <pc:chgData name="한준 김" userId="7dd4edb89109a895" providerId="LiveId" clId="{1296541B-A483-4B86-9E56-F32887AE44E3}" dt="2024-08-09T02:33:18.669" v="401" actId="2696"/>
        <pc:sldMkLst>
          <pc:docMk/>
          <pc:sldMk cId="2121473090" sldId="1358"/>
        </pc:sldMkLst>
      </pc:sldChg>
      <pc:sldChg chg="add del">
        <pc:chgData name="한준 김" userId="7dd4edb89109a895" providerId="LiveId" clId="{1296541B-A483-4B86-9E56-F32887AE44E3}" dt="2024-11-22T16:54:31.900" v="9775" actId="2696"/>
        <pc:sldMkLst>
          <pc:docMk/>
          <pc:sldMk cId="3436985641" sldId="1362"/>
        </pc:sldMkLst>
      </pc:sldChg>
      <pc:sldChg chg="add del">
        <pc:chgData name="한준 김" userId="7dd4edb89109a895" providerId="LiveId" clId="{1296541B-A483-4B86-9E56-F32887AE44E3}" dt="2024-10-17T04:52:27.503" v="6340" actId="2696"/>
        <pc:sldMkLst>
          <pc:docMk/>
          <pc:sldMk cId="1133380064" sldId="1369"/>
        </pc:sldMkLst>
      </pc:sldChg>
      <pc:sldChg chg="modSp add del mod">
        <pc:chgData name="한준 김" userId="7dd4edb89109a895" providerId="LiveId" clId="{1296541B-A483-4B86-9E56-F32887AE44E3}" dt="2024-10-31T07:45:45.571" v="7434" actId="2696"/>
        <pc:sldMkLst>
          <pc:docMk/>
          <pc:sldMk cId="2987268416" sldId="1370"/>
        </pc:sldMkLst>
      </pc:sldChg>
      <pc:sldChg chg="modSp mod ord">
        <pc:chgData name="한준 김" userId="7dd4edb89109a895" providerId="LiveId" clId="{1296541B-A483-4B86-9E56-F32887AE44E3}" dt="2024-11-30T06:52:12.067" v="10418"/>
        <pc:sldMkLst>
          <pc:docMk/>
          <pc:sldMk cId="2072769587" sldId="1371"/>
        </pc:sldMkLst>
        <pc:spChg chg="mod">
          <ac:chgData name="한준 김" userId="7dd4edb89109a895" providerId="LiveId" clId="{1296541B-A483-4B86-9E56-F32887AE44E3}" dt="2024-11-22T17:03:26.706" v="10183" actId="20577"/>
          <ac:spMkLst>
            <pc:docMk/>
            <pc:sldMk cId="2072769587" sldId="1371"/>
            <ac:spMk id="5" creationId="{FBBC849A-9A31-EDCF-7220-4B753F827D39}"/>
          </ac:spMkLst>
        </pc:spChg>
      </pc:sldChg>
      <pc:sldChg chg="add del">
        <pc:chgData name="한준 김" userId="7dd4edb89109a895" providerId="LiveId" clId="{1296541B-A483-4B86-9E56-F32887AE44E3}" dt="2024-11-22T16:54:31.900" v="9775" actId="2696"/>
        <pc:sldMkLst>
          <pc:docMk/>
          <pc:sldMk cId="3594889451" sldId="1375"/>
        </pc:sldMkLst>
      </pc:sldChg>
      <pc:sldChg chg="add del">
        <pc:chgData name="한준 김" userId="7dd4edb89109a895" providerId="LiveId" clId="{1296541B-A483-4B86-9E56-F32887AE44E3}" dt="2024-10-05T05:41:20.620" v="5747" actId="2696"/>
        <pc:sldMkLst>
          <pc:docMk/>
          <pc:sldMk cId="774661398" sldId="1376"/>
        </pc:sldMkLst>
      </pc:sldChg>
      <pc:sldChg chg="modSp add del mod">
        <pc:chgData name="한준 김" userId="7dd4edb89109a895" providerId="LiveId" clId="{1296541B-A483-4B86-9E56-F32887AE44E3}" dt="2024-11-22T16:54:31.900" v="9775" actId="2696"/>
        <pc:sldMkLst>
          <pc:docMk/>
          <pc:sldMk cId="3816766949" sldId="1376"/>
        </pc:sldMkLst>
      </pc:sldChg>
      <pc:sldChg chg="add del">
        <pc:chgData name="한준 김" userId="7dd4edb89109a895" providerId="LiveId" clId="{1296541B-A483-4B86-9E56-F32887AE44E3}" dt="2024-10-05T05:41:20.620" v="5747" actId="2696"/>
        <pc:sldMkLst>
          <pc:docMk/>
          <pc:sldMk cId="995989580" sldId="1379"/>
        </pc:sldMkLst>
      </pc:sldChg>
      <pc:sldChg chg="del">
        <pc:chgData name="한준 김" userId="7dd4edb89109a895" providerId="LiveId" clId="{1296541B-A483-4B86-9E56-F32887AE44E3}" dt="2024-07-26T14:52:27.363" v="55" actId="2696"/>
        <pc:sldMkLst>
          <pc:docMk/>
          <pc:sldMk cId="4088050402" sldId="1446"/>
        </pc:sldMkLst>
      </pc:sldChg>
      <pc:sldChg chg="del">
        <pc:chgData name="한준 김" userId="7dd4edb89109a895" providerId="LiveId" clId="{1296541B-A483-4B86-9E56-F32887AE44E3}" dt="2024-07-26T14:52:27.363" v="55" actId="2696"/>
        <pc:sldMkLst>
          <pc:docMk/>
          <pc:sldMk cId="2404714928" sldId="1453"/>
        </pc:sldMkLst>
      </pc:sldChg>
      <pc:sldChg chg="del">
        <pc:chgData name="한준 김" userId="7dd4edb89109a895" providerId="LiveId" clId="{1296541B-A483-4B86-9E56-F32887AE44E3}" dt="2024-07-26T14:52:27.363" v="55" actId="2696"/>
        <pc:sldMkLst>
          <pc:docMk/>
          <pc:sldMk cId="4055178503" sldId="1454"/>
        </pc:sldMkLst>
      </pc:sldChg>
      <pc:sldChg chg="del">
        <pc:chgData name="한준 김" userId="7dd4edb89109a895" providerId="LiveId" clId="{1296541B-A483-4B86-9E56-F32887AE44E3}" dt="2024-07-26T14:52:27.363" v="55" actId="2696"/>
        <pc:sldMkLst>
          <pc:docMk/>
          <pc:sldMk cId="2823511971" sldId="1455"/>
        </pc:sldMkLst>
      </pc:sldChg>
      <pc:sldChg chg="del">
        <pc:chgData name="한준 김" userId="7dd4edb89109a895" providerId="LiveId" clId="{1296541B-A483-4B86-9E56-F32887AE44E3}" dt="2024-07-26T14:52:27.363" v="55" actId="2696"/>
        <pc:sldMkLst>
          <pc:docMk/>
          <pc:sldMk cId="3657901042" sldId="1456"/>
        </pc:sldMkLst>
      </pc:sldChg>
      <pc:sldChg chg="add del ord">
        <pc:chgData name="한준 김" userId="7dd4edb89109a895" providerId="LiveId" clId="{1296541B-A483-4B86-9E56-F32887AE44E3}" dt="2024-08-30T09:19:22.731" v="2130" actId="2696"/>
        <pc:sldMkLst>
          <pc:docMk/>
          <pc:sldMk cId="2667164517" sldId="1503"/>
        </pc:sldMkLst>
      </pc:sldChg>
      <pc:sldChg chg="add del">
        <pc:chgData name="한준 김" userId="7dd4edb89109a895" providerId="LiveId" clId="{1296541B-A483-4B86-9E56-F32887AE44E3}" dt="2024-08-30T09:19:22.731" v="2130" actId="2696"/>
        <pc:sldMkLst>
          <pc:docMk/>
          <pc:sldMk cId="4230839265" sldId="1511"/>
        </pc:sldMkLst>
      </pc:sldChg>
      <pc:sldChg chg="add del">
        <pc:chgData name="한준 김" userId="7dd4edb89109a895" providerId="LiveId" clId="{1296541B-A483-4B86-9E56-F32887AE44E3}" dt="2024-10-12T05:53:26.543" v="5892" actId="2696"/>
        <pc:sldMkLst>
          <pc:docMk/>
          <pc:sldMk cId="2109220154" sldId="1515"/>
        </pc:sldMkLst>
      </pc:sldChg>
      <pc:sldChg chg="add del">
        <pc:chgData name="한준 김" userId="7dd4edb89109a895" providerId="LiveId" clId="{1296541B-A483-4B86-9E56-F32887AE44E3}" dt="2024-08-21T02:22:02.121" v="1619" actId="47"/>
        <pc:sldMkLst>
          <pc:docMk/>
          <pc:sldMk cId="3122851853" sldId="1523"/>
        </pc:sldMkLst>
      </pc:sldChg>
      <pc:sldChg chg="add del">
        <pc:chgData name="한준 김" userId="7dd4edb89109a895" providerId="LiveId" clId="{1296541B-A483-4B86-9E56-F32887AE44E3}" dt="2024-09-06T04:43:48.116" v="3009" actId="2696"/>
        <pc:sldMkLst>
          <pc:docMk/>
          <pc:sldMk cId="505124782" sldId="1525"/>
        </pc:sldMkLst>
      </pc:sldChg>
      <pc:sldChg chg="modSp add del mod modTransition">
        <pc:chgData name="한준 김" userId="7dd4edb89109a895" providerId="LiveId" clId="{1296541B-A483-4B86-9E56-F32887AE44E3}" dt="2024-11-28T07:28:03.356" v="10249" actId="2696"/>
        <pc:sldMkLst>
          <pc:docMk/>
          <pc:sldMk cId="587157495" sldId="1528"/>
        </pc:sldMkLst>
      </pc:sldChg>
      <pc:sldChg chg="add del">
        <pc:chgData name="한준 김" userId="7dd4edb89109a895" providerId="LiveId" clId="{1296541B-A483-4B86-9E56-F32887AE44E3}" dt="2024-08-30T09:19:22.731" v="2130" actId="2696"/>
        <pc:sldMkLst>
          <pc:docMk/>
          <pc:sldMk cId="390518718" sldId="1529"/>
        </pc:sldMkLst>
      </pc:sldChg>
      <pc:sldChg chg="add del modTransition">
        <pc:chgData name="한준 김" userId="7dd4edb89109a895" providerId="LiveId" clId="{1296541B-A483-4B86-9E56-F32887AE44E3}" dt="2024-12-19T05:55:41.309" v="11035" actId="2696"/>
        <pc:sldMkLst>
          <pc:docMk/>
          <pc:sldMk cId="1338599615" sldId="1535"/>
        </pc:sldMkLst>
      </pc:sldChg>
      <pc:sldChg chg="del">
        <pc:chgData name="한준 김" userId="7dd4edb89109a895" providerId="LiveId" clId="{1296541B-A483-4B86-9E56-F32887AE44E3}" dt="2024-07-26T14:52:27.363" v="55" actId="2696"/>
        <pc:sldMkLst>
          <pc:docMk/>
          <pc:sldMk cId="3083665525" sldId="1556"/>
        </pc:sldMkLst>
      </pc:sldChg>
      <pc:sldChg chg="del">
        <pc:chgData name="한준 김" userId="7dd4edb89109a895" providerId="LiveId" clId="{1296541B-A483-4B86-9E56-F32887AE44E3}" dt="2024-07-26T14:52:27.363" v="55" actId="2696"/>
        <pc:sldMkLst>
          <pc:docMk/>
          <pc:sldMk cId="3639680504" sldId="1558"/>
        </pc:sldMkLst>
      </pc:sldChg>
      <pc:sldChg chg="del">
        <pc:chgData name="한준 김" userId="7dd4edb89109a895" providerId="LiveId" clId="{1296541B-A483-4B86-9E56-F32887AE44E3}" dt="2024-07-26T14:52:27.363" v="55" actId="2696"/>
        <pc:sldMkLst>
          <pc:docMk/>
          <pc:sldMk cId="4038092678" sldId="1561"/>
        </pc:sldMkLst>
      </pc:sldChg>
      <pc:sldChg chg="add del modTransition">
        <pc:chgData name="한준 김" userId="7dd4edb89109a895" providerId="LiveId" clId="{1296541B-A483-4B86-9E56-F32887AE44E3}" dt="2024-10-31T07:40:15.913" v="7383" actId="2696"/>
        <pc:sldMkLst>
          <pc:docMk/>
          <pc:sldMk cId="3164413326" sldId="1572"/>
        </pc:sldMkLst>
      </pc:sldChg>
      <pc:sldChg chg="add del">
        <pc:chgData name="한준 김" userId="7dd4edb89109a895" providerId="LiveId" clId="{1296541B-A483-4B86-9E56-F32887AE44E3}" dt="2024-08-30T09:19:22.731" v="2130" actId="2696"/>
        <pc:sldMkLst>
          <pc:docMk/>
          <pc:sldMk cId="4219465689" sldId="1587"/>
        </pc:sldMkLst>
      </pc:sldChg>
      <pc:sldChg chg="add del modTransition">
        <pc:chgData name="한준 김" userId="7dd4edb89109a895" providerId="LiveId" clId="{1296541B-A483-4B86-9E56-F32887AE44E3}" dt="2024-12-27T07:29:21.876" v="11209"/>
        <pc:sldMkLst>
          <pc:docMk/>
          <pc:sldMk cId="4140822626" sldId="1624"/>
        </pc:sldMkLst>
      </pc:sldChg>
      <pc:sldChg chg="del">
        <pc:chgData name="한준 김" userId="7dd4edb89109a895" providerId="LiveId" clId="{1296541B-A483-4B86-9E56-F32887AE44E3}" dt="2024-07-26T14:52:27.363" v="55" actId="2696"/>
        <pc:sldMkLst>
          <pc:docMk/>
          <pc:sldMk cId="2665989035" sldId="1639"/>
        </pc:sldMkLst>
      </pc:sldChg>
      <pc:sldChg chg="del">
        <pc:chgData name="한준 김" userId="7dd4edb89109a895" providerId="LiveId" clId="{1296541B-A483-4B86-9E56-F32887AE44E3}" dt="2024-07-26T14:52:27.363" v="55" actId="2696"/>
        <pc:sldMkLst>
          <pc:docMk/>
          <pc:sldMk cId="3101775951" sldId="1649"/>
        </pc:sldMkLst>
      </pc:sldChg>
      <pc:sldChg chg="add del">
        <pc:chgData name="한준 김" userId="7dd4edb89109a895" providerId="LiveId" clId="{1296541B-A483-4B86-9E56-F32887AE44E3}" dt="2024-09-27T06:44:49.112" v="5040" actId="2696"/>
        <pc:sldMkLst>
          <pc:docMk/>
          <pc:sldMk cId="793904215" sldId="1657"/>
        </pc:sldMkLst>
      </pc:sldChg>
      <pc:sldChg chg="del">
        <pc:chgData name="한준 김" userId="7dd4edb89109a895" providerId="LiveId" clId="{1296541B-A483-4B86-9E56-F32887AE44E3}" dt="2024-08-09T02:32:44.101" v="398" actId="2696"/>
        <pc:sldMkLst>
          <pc:docMk/>
          <pc:sldMk cId="3180209946" sldId="1678"/>
        </pc:sldMkLst>
      </pc:sldChg>
      <pc:sldChg chg="add del">
        <pc:chgData name="한준 김" userId="7dd4edb89109a895" providerId="LiveId" clId="{1296541B-A483-4B86-9E56-F32887AE44E3}" dt="2024-08-16T01:24:27.284" v="1185" actId="2696"/>
        <pc:sldMkLst>
          <pc:docMk/>
          <pc:sldMk cId="2212230134" sldId="1695"/>
        </pc:sldMkLst>
      </pc:sldChg>
      <pc:sldChg chg="add del">
        <pc:chgData name="한준 김" userId="7dd4edb89109a895" providerId="LiveId" clId="{1296541B-A483-4B86-9E56-F32887AE44E3}" dt="2024-09-27T06:44:49.112" v="5040" actId="2696"/>
        <pc:sldMkLst>
          <pc:docMk/>
          <pc:sldMk cId="2097764176" sldId="1698"/>
        </pc:sldMkLst>
      </pc:sldChg>
      <pc:sldChg chg="add del">
        <pc:chgData name="한준 김" userId="7dd4edb89109a895" providerId="LiveId" clId="{1296541B-A483-4B86-9E56-F32887AE44E3}" dt="2024-09-27T06:44:49.112" v="5040" actId="2696"/>
        <pc:sldMkLst>
          <pc:docMk/>
          <pc:sldMk cId="3735954689" sldId="1700"/>
        </pc:sldMkLst>
      </pc:sldChg>
      <pc:sldChg chg="add del">
        <pc:chgData name="한준 김" userId="7dd4edb89109a895" providerId="LiveId" clId="{1296541B-A483-4B86-9E56-F32887AE44E3}" dt="2024-09-27T06:44:49.112" v="5040" actId="2696"/>
        <pc:sldMkLst>
          <pc:docMk/>
          <pc:sldMk cId="4173126306" sldId="1701"/>
        </pc:sldMkLst>
      </pc:sldChg>
      <pc:sldChg chg="add del">
        <pc:chgData name="한준 김" userId="7dd4edb89109a895" providerId="LiveId" clId="{1296541B-A483-4B86-9E56-F32887AE44E3}" dt="2024-08-16T01:24:27.284" v="1185" actId="2696"/>
        <pc:sldMkLst>
          <pc:docMk/>
          <pc:sldMk cId="3891977901" sldId="1706"/>
        </pc:sldMkLst>
      </pc:sldChg>
      <pc:sldChg chg="del">
        <pc:chgData name="한준 김" userId="7dd4edb89109a895" providerId="LiveId" clId="{1296541B-A483-4B86-9E56-F32887AE44E3}" dt="2024-07-26T14:52:27.363" v="55" actId="2696"/>
        <pc:sldMkLst>
          <pc:docMk/>
          <pc:sldMk cId="2006458024" sldId="1719"/>
        </pc:sldMkLst>
      </pc:sldChg>
      <pc:sldChg chg="del">
        <pc:chgData name="한준 김" userId="7dd4edb89109a895" providerId="LiveId" clId="{1296541B-A483-4B86-9E56-F32887AE44E3}" dt="2024-07-26T14:52:27.363" v="55" actId="2696"/>
        <pc:sldMkLst>
          <pc:docMk/>
          <pc:sldMk cId="472751379" sldId="1722"/>
        </pc:sldMkLst>
      </pc:sldChg>
      <pc:sldChg chg="del">
        <pc:chgData name="한준 김" userId="7dd4edb89109a895" providerId="LiveId" clId="{1296541B-A483-4B86-9E56-F32887AE44E3}" dt="2024-07-26T14:52:27.363" v="55" actId="2696"/>
        <pc:sldMkLst>
          <pc:docMk/>
          <pc:sldMk cId="3758634660" sldId="1723"/>
        </pc:sldMkLst>
      </pc:sldChg>
      <pc:sldChg chg="del">
        <pc:chgData name="한준 김" userId="7dd4edb89109a895" providerId="LiveId" clId="{1296541B-A483-4B86-9E56-F32887AE44E3}" dt="2024-07-26T14:52:27.363" v="55" actId="2696"/>
        <pc:sldMkLst>
          <pc:docMk/>
          <pc:sldMk cId="2935093023" sldId="1724"/>
        </pc:sldMkLst>
      </pc:sldChg>
      <pc:sldChg chg="add del">
        <pc:chgData name="한준 김" userId="7dd4edb89109a895" providerId="LiveId" clId="{1296541B-A483-4B86-9E56-F32887AE44E3}" dt="2024-10-12T05:53:26.543" v="5892" actId="2696"/>
        <pc:sldMkLst>
          <pc:docMk/>
          <pc:sldMk cId="764469411" sldId="1725"/>
        </pc:sldMkLst>
      </pc:sldChg>
      <pc:sldChg chg="modSp add del mod">
        <pc:chgData name="한준 김" userId="7dd4edb89109a895" providerId="LiveId" clId="{1296541B-A483-4B86-9E56-F32887AE44E3}" dt="2024-08-30T09:19:22.731" v="2130" actId="2696"/>
        <pc:sldMkLst>
          <pc:docMk/>
          <pc:sldMk cId="2701192086" sldId="1729"/>
        </pc:sldMkLst>
      </pc:sldChg>
      <pc:sldChg chg="add del">
        <pc:chgData name="한준 김" userId="7dd4edb89109a895" providerId="LiveId" clId="{1296541B-A483-4B86-9E56-F32887AE44E3}" dt="2024-08-21T01:52:07.733" v="1566" actId="2696"/>
        <pc:sldMkLst>
          <pc:docMk/>
          <pc:sldMk cId="1277426225" sldId="1759"/>
        </pc:sldMkLst>
      </pc:sldChg>
      <pc:sldChg chg="add del ord">
        <pc:chgData name="한준 김" userId="7dd4edb89109a895" providerId="LiveId" clId="{1296541B-A483-4B86-9E56-F32887AE44E3}" dt="2024-08-30T09:19:22.731" v="2130" actId="2696"/>
        <pc:sldMkLst>
          <pc:docMk/>
          <pc:sldMk cId="1117759873" sldId="1761"/>
        </pc:sldMkLst>
      </pc:sldChg>
      <pc:sldChg chg="add del">
        <pc:chgData name="한준 김" userId="7dd4edb89109a895" providerId="LiveId" clId="{1296541B-A483-4B86-9E56-F32887AE44E3}" dt="2024-08-21T01:52:07.733" v="1566" actId="2696"/>
        <pc:sldMkLst>
          <pc:docMk/>
          <pc:sldMk cId="3419150398" sldId="1762"/>
        </pc:sldMkLst>
      </pc:sldChg>
      <pc:sldChg chg="add del">
        <pc:chgData name="한준 김" userId="7dd4edb89109a895" providerId="LiveId" clId="{1296541B-A483-4B86-9E56-F32887AE44E3}" dt="2024-11-08T06:48:00.510" v="7765" actId="2696"/>
        <pc:sldMkLst>
          <pc:docMk/>
          <pc:sldMk cId="2799528246" sldId="1763"/>
        </pc:sldMkLst>
      </pc:sldChg>
      <pc:sldChg chg="add del">
        <pc:chgData name="한준 김" userId="7dd4edb89109a895" providerId="LiveId" clId="{1296541B-A483-4B86-9E56-F32887AE44E3}" dt="2024-08-21T01:52:07.733" v="1566" actId="2696"/>
        <pc:sldMkLst>
          <pc:docMk/>
          <pc:sldMk cId="205780825" sldId="1764"/>
        </pc:sldMkLst>
      </pc:sldChg>
      <pc:sldChg chg="add del">
        <pc:chgData name="한준 김" userId="7dd4edb89109a895" providerId="LiveId" clId="{1296541B-A483-4B86-9E56-F32887AE44E3}" dt="2024-08-21T01:52:07.733" v="1566" actId="2696"/>
        <pc:sldMkLst>
          <pc:docMk/>
          <pc:sldMk cId="2766807542" sldId="1765"/>
        </pc:sldMkLst>
      </pc:sldChg>
      <pc:sldChg chg="modSp add del mod">
        <pc:chgData name="한준 김" userId="7dd4edb89109a895" providerId="LiveId" clId="{1296541B-A483-4B86-9E56-F32887AE44E3}" dt="2024-08-21T01:52:07.733" v="1566" actId="2696"/>
        <pc:sldMkLst>
          <pc:docMk/>
          <pc:sldMk cId="3854865620" sldId="1766"/>
        </pc:sldMkLst>
      </pc:sldChg>
      <pc:sldChg chg="add del">
        <pc:chgData name="한준 김" userId="7dd4edb89109a895" providerId="LiveId" clId="{1296541B-A483-4B86-9E56-F32887AE44E3}" dt="2024-08-21T01:52:07.733" v="1566" actId="2696"/>
        <pc:sldMkLst>
          <pc:docMk/>
          <pc:sldMk cId="3796411285" sldId="1767"/>
        </pc:sldMkLst>
      </pc:sldChg>
      <pc:sldChg chg="add del">
        <pc:chgData name="한준 김" userId="7dd4edb89109a895" providerId="LiveId" clId="{1296541B-A483-4B86-9E56-F32887AE44E3}" dt="2024-08-16T01:24:27.284" v="1185" actId="2696"/>
        <pc:sldMkLst>
          <pc:docMk/>
          <pc:sldMk cId="4243868061" sldId="1775"/>
        </pc:sldMkLst>
      </pc:sldChg>
      <pc:sldChg chg="add del">
        <pc:chgData name="한준 김" userId="7dd4edb89109a895" providerId="LiveId" clId="{1296541B-A483-4B86-9E56-F32887AE44E3}" dt="2024-08-21T01:52:07.733" v="1566" actId="2696"/>
        <pc:sldMkLst>
          <pc:docMk/>
          <pc:sldMk cId="2953316055" sldId="1777"/>
        </pc:sldMkLst>
      </pc:sldChg>
      <pc:sldChg chg="add del">
        <pc:chgData name="한준 김" userId="7dd4edb89109a895" providerId="LiveId" clId="{1296541B-A483-4B86-9E56-F32887AE44E3}" dt="2024-10-17T04:51:41.710" v="6336" actId="2696"/>
        <pc:sldMkLst>
          <pc:docMk/>
          <pc:sldMk cId="2275021775" sldId="1780"/>
        </pc:sldMkLst>
      </pc:sldChg>
      <pc:sldChg chg="add del">
        <pc:chgData name="한준 김" userId="7dd4edb89109a895" providerId="LiveId" clId="{1296541B-A483-4B86-9E56-F32887AE44E3}" dt="2024-08-21T01:52:07.733" v="1566" actId="2696"/>
        <pc:sldMkLst>
          <pc:docMk/>
          <pc:sldMk cId="1029629239" sldId="1781"/>
        </pc:sldMkLst>
      </pc:sldChg>
      <pc:sldChg chg="modSp add del mod">
        <pc:chgData name="한준 김" userId="7dd4edb89109a895" providerId="LiveId" clId="{1296541B-A483-4B86-9E56-F32887AE44E3}" dt="2024-12-06T07:30:56.693" v="10485" actId="2696"/>
        <pc:sldMkLst>
          <pc:docMk/>
          <pc:sldMk cId="2934714630" sldId="1789"/>
        </pc:sldMkLst>
        <pc:spChg chg="mod">
          <ac:chgData name="한준 김" userId="7dd4edb89109a895" providerId="LiveId" clId="{1296541B-A483-4B86-9E56-F32887AE44E3}" dt="2024-11-28T07:24:56.084" v="10244" actId="20577"/>
          <ac:spMkLst>
            <pc:docMk/>
            <pc:sldMk cId="2934714630" sldId="1789"/>
            <ac:spMk id="6" creationId="{9F4FE88B-BF7F-8FC5-C449-82FE20F077A6}"/>
          </ac:spMkLst>
        </pc:spChg>
      </pc:sldChg>
      <pc:sldChg chg="add del ord">
        <pc:chgData name="한준 김" userId="7dd4edb89109a895" providerId="LiveId" clId="{1296541B-A483-4B86-9E56-F32887AE44E3}" dt="2024-09-14T08:27:51.052" v="3814" actId="2696"/>
        <pc:sldMkLst>
          <pc:docMk/>
          <pc:sldMk cId="1850207053" sldId="1819"/>
        </pc:sldMkLst>
      </pc:sldChg>
      <pc:sldChg chg="modSp add del mod ord">
        <pc:chgData name="한준 김" userId="7dd4edb89109a895" providerId="LiveId" clId="{1296541B-A483-4B86-9E56-F32887AE44E3}" dt="2024-09-19T05:39:11.426" v="4249" actId="2696"/>
        <pc:sldMkLst>
          <pc:docMk/>
          <pc:sldMk cId="1355050228" sldId="1820"/>
        </pc:sldMkLst>
      </pc:sldChg>
      <pc:sldChg chg="add del">
        <pc:chgData name="한준 김" userId="7dd4edb89109a895" providerId="LiveId" clId="{1296541B-A483-4B86-9E56-F32887AE44E3}" dt="2024-10-05T05:37:26.307" v="5636" actId="2696"/>
        <pc:sldMkLst>
          <pc:docMk/>
          <pc:sldMk cId="540914655" sldId="1821"/>
        </pc:sldMkLst>
      </pc:sldChg>
      <pc:sldChg chg="add del">
        <pc:chgData name="한준 김" userId="7dd4edb89109a895" providerId="LiveId" clId="{1296541B-A483-4B86-9E56-F32887AE44E3}" dt="2024-10-17T04:51:41.710" v="6336" actId="2696"/>
        <pc:sldMkLst>
          <pc:docMk/>
          <pc:sldMk cId="1470988115" sldId="1833"/>
        </pc:sldMkLst>
      </pc:sldChg>
      <pc:sldChg chg="add del">
        <pc:chgData name="한준 김" userId="7dd4edb89109a895" providerId="LiveId" clId="{1296541B-A483-4B86-9E56-F32887AE44E3}" dt="2024-10-17T04:51:41.710" v="6336" actId="2696"/>
        <pc:sldMkLst>
          <pc:docMk/>
          <pc:sldMk cId="1546515873" sldId="1834"/>
        </pc:sldMkLst>
      </pc:sldChg>
      <pc:sldChg chg="add del">
        <pc:chgData name="한준 김" userId="7dd4edb89109a895" providerId="LiveId" clId="{1296541B-A483-4B86-9E56-F32887AE44E3}" dt="2024-10-12T05:54:18.344" v="5898"/>
        <pc:sldMkLst>
          <pc:docMk/>
          <pc:sldMk cId="3108254724" sldId="1834"/>
        </pc:sldMkLst>
      </pc:sldChg>
      <pc:sldChg chg="add del">
        <pc:chgData name="한준 김" userId="7dd4edb89109a895" providerId="LiveId" clId="{1296541B-A483-4B86-9E56-F32887AE44E3}" dt="2024-10-12T05:54:13.573" v="5896" actId="2696"/>
        <pc:sldMkLst>
          <pc:docMk/>
          <pc:sldMk cId="3949225981" sldId="1834"/>
        </pc:sldMkLst>
      </pc:sldChg>
      <pc:sldChg chg="add del">
        <pc:chgData name="한준 김" userId="7dd4edb89109a895" providerId="LiveId" clId="{1296541B-A483-4B86-9E56-F32887AE44E3}" dt="2024-10-31T07:40:15.913" v="7383" actId="2696"/>
        <pc:sldMkLst>
          <pc:docMk/>
          <pc:sldMk cId="2893615663" sldId="1837"/>
        </pc:sldMkLst>
      </pc:sldChg>
      <pc:sldChg chg="add del modTransition">
        <pc:chgData name="한준 김" userId="7dd4edb89109a895" providerId="LiveId" clId="{1296541B-A483-4B86-9E56-F32887AE44E3}" dt="2024-10-25T09:14:38.753" v="6970" actId="2696"/>
        <pc:sldMkLst>
          <pc:docMk/>
          <pc:sldMk cId="3727009938" sldId="1838"/>
        </pc:sldMkLst>
      </pc:sldChg>
      <pc:sldChg chg="add del">
        <pc:chgData name="한준 김" userId="7dd4edb89109a895" providerId="LiveId" clId="{1296541B-A483-4B86-9E56-F32887AE44E3}" dt="2024-10-31T07:40:15.913" v="7383" actId="2696"/>
        <pc:sldMkLst>
          <pc:docMk/>
          <pc:sldMk cId="3938279401" sldId="1838"/>
        </pc:sldMkLst>
      </pc:sldChg>
      <pc:sldChg chg="add del">
        <pc:chgData name="한준 김" userId="7dd4edb89109a895" providerId="LiveId" clId="{1296541B-A483-4B86-9E56-F32887AE44E3}" dt="2024-11-08T06:48:00.510" v="7765" actId="2696"/>
        <pc:sldMkLst>
          <pc:docMk/>
          <pc:sldMk cId="3034998505" sldId="1839"/>
        </pc:sldMkLst>
      </pc:sldChg>
      <pc:sldChg chg="add del modTransition">
        <pc:chgData name="한준 김" userId="7dd4edb89109a895" providerId="LiveId" clId="{1296541B-A483-4B86-9E56-F32887AE44E3}" dt="2024-10-31T07:40:42.958" v="7387" actId="2696"/>
        <pc:sldMkLst>
          <pc:docMk/>
          <pc:sldMk cId="503523944" sldId="1840"/>
        </pc:sldMkLst>
      </pc:sldChg>
      <pc:sldChg chg="add del modTransition">
        <pc:chgData name="한준 김" userId="7dd4edb89109a895" providerId="LiveId" clId="{1296541B-A483-4B86-9E56-F32887AE44E3}" dt="2024-11-08T06:48:00.510" v="7765" actId="2696"/>
        <pc:sldMkLst>
          <pc:docMk/>
          <pc:sldMk cId="1018806821" sldId="1840"/>
        </pc:sldMkLst>
      </pc:sldChg>
      <pc:sldChg chg="add del ord">
        <pc:chgData name="한준 김" userId="7dd4edb89109a895" providerId="LiveId" clId="{1296541B-A483-4B86-9E56-F32887AE44E3}" dt="2024-11-15T08:23:49.504" v="8829" actId="2696"/>
        <pc:sldMkLst>
          <pc:docMk/>
          <pc:sldMk cId="501484809" sldId="1841"/>
        </pc:sldMkLst>
      </pc:sldChg>
      <pc:sldChg chg="add del ord modTransition">
        <pc:chgData name="한준 김" userId="7dd4edb89109a895" providerId="LiveId" clId="{1296541B-A483-4B86-9E56-F32887AE44E3}" dt="2024-11-15T08:23:49.504" v="8829" actId="2696"/>
        <pc:sldMkLst>
          <pc:docMk/>
          <pc:sldMk cId="1584970142" sldId="1842"/>
        </pc:sldMkLst>
      </pc:sldChg>
      <pc:sldChg chg="add del">
        <pc:chgData name="한준 김" userId="7dd4edb89109a895" providerId="LiveId" clId="{1296541B-A483-4B86-9E56-F32887AE44E3}" dt="2024-11-28T07:28:03.356" v="10249" actId="2696"/>
        <pc:sldMkLst>
          <pc:docMk/>
          <pc:sldMk cId="4187107009" sldId="1843"/>
        </pc:sldMkLst>
      </pc:sldChg>
      <pc:sldChg chg="add del modTransition">
        <pc:chgData name="한준 김" userId="7dd4edb89109a895" providerId="LiveId" clId="{1296541B-A483-4B86-9E56-F32887AE44E3}" dt="2024-11-22T16:50:54.211" v="9760" actId="2696"/>
        <pc:sldMkLst>
          <pc:docMk/>
          <pc:sldMk cId="449917690" sldId="1844"/>
        </pc:sldMkLst>
      </pc:sldChg>
      <pc:sldChg chg="add del modTransition">
        <pc:chgData name="한준 김" userId="7dd4edb89109a895" providerId="LiveId" clId="{1296541B-A483-4B86-9E56-F32887AE44E3}" dt="2024-11-28T07:28:03.356" v="10249" actId="2696"/>
        <pc:sldMkLst>
          <pc:docMk/>
          <pc:sldMk cId="4233219043" sldId="1844"/>
        </pc:sldMkLst>
      </pc:sldChg>
      <pc:sldChg chg="add del">
        <pc:chgData name="한준 김" userId="7dd4edb89109a895" providerId="LiveId" clId="{1296541B-A483-4B86-9E56-F32887AE44E3}" dt="2024-12-06T07:31:20.683" v="10486" actId="2696"/>
        <pc:sldMkLst>
          <pc:docMk/>
          <pc:sldMk cId="1126433309" sldId="1845"/>
        </pc:sldMkLst>
      </pc:sldChg>
      <pc:sldChg chg="add del modTransition">
        <pc:chgData name="한준 김" userId="7dd4edb89109a895" providerId="LiveId" clId="{1296541B-A483-4B86-9E56-F32887AE44E3}" dt="2024-11-28T07:28:26.594" v="10253" actId="2696"/>
        <pc:sldMkLst>
          <pc:docMk/>
          <pc:sldMk cId="2754331778" sldId="1846"/>
        </pc:sldMkLst>
      </pc:sldChg>
      <pc:sldChg chg="add del modTransition">
        <pc:chgData name="한준 김" userId="7dd4edb89109a895" providerId="LiveId" clId="{1296541B-A483-4B86-9E56-F32887AE44E3}" dt="2024-12-06T07:31:20.683" v="10486" actId="2696"/>
        <pc:sldMkLst>
          <pc:docMk/>
          <pc:sldMk cId="3187956200" sldId="1846"/>
        </pc:sldMkLst>
      </pc:sldChg>
      <pc:sldChg chg="add del">
        <pc:chgData name="한준 김" userId="7dd4edb89109a895" providerId="LiveId" clId="{1296541B-A483-4B86-9E56-F32887AE44E3}" dt="2024-12-27T07:29:21.876" v="11209"/>
        <pc:sldMkLst>
          <pc:docMk/>
          <pc:sldMk cId="68986072" sldId="1853"/>
        </pc:sldMkLst>
      </pc:sldChg>
      <pc:sldChg chg="add del modTransition">
        <pc:chgData name="한준 김" userId="7dd4edb89109a895" providerId="LiveId" clId="{1296541B-A483-4B86-9E56-F32887AE44E3}" dt="2024-12-27T07:29:35.140" v="11212"/>
        <pc:sldMkLst>
          <pc:docMk/>
          <pc:sldMk cId="461090899" sldId="1854"/>
        </pc:sldMkLst>
      </pc:sldChg>
      <pc:sldChg chg="add">
        <pc:chgData name="한준 김" userId="7dd4edb89109a895" providerId="LiveId" clId="{1296541B-A483-4B86-9E56-F32887AE44E3}" dt="2024-12-27T07:29:35.164" v="11213"/>
        <pc:sldMkLst>
          <pc:docMk/>
          <pc:sldMk cId="1911128292" sldId="1854"/>
        </pc:sldMkLst>
      </pc:sldChg>
      <pc:sldChg chg="add del modTransition">
        <pc:chgData name="한준 김" userId="7dd4edb89109a895" providerId="LiveId" clId="{1296541B-A483-4B86-9E56-F32887AE44E3}" dt="2024-12-27T07:29:29.672" v="11210" actId="2696"/>
        <pc:sldMkLst>
          <pc:docMk/>
          <pc:sldMk cId="2225412782" sldId="1854"/>
        </pc:sldMkLst>
      </pc:sldChg>
      <pc:sldChg chg="add del ord">
        <pc:chgData name="한준 김" userId="7dd4edb89109a895" providerId="LiveId" clId="{1296541B-A483-4B86-9E56-F32887AE44E3}" dt="2024-11-22T16:50:20.202" v="9753" actId="2696"/>
        <pc:sldMkLst>
          <pc:docMk/>
          <pc:sldMk cId="41570526" sldId="1859"/>
        </pc:sldMkLst>
      </pc:sldChg>
      <pc:sldChg chg="add del ord modTransition">
        <pc:chgData name="한준 김" userId="7dd4edb89109a895" providerId="LiveId" clId="{1296541B-A483-4B86-9E56-F32887AE44E3}" dt="2024-11-22T16:50:20.202" v="9753" actId="2696"/>
        <pc:sldMkLst>
          <pc:docMk/>
          <pc:sldMk cId="354332978" sldId="1860"/>
        </pc:sldMkLst>
      </pc:sldChg>
      <pc:sldChg chg="add del">
        <pc:chgData name="한준 김" userId="7dd4edb89109a895" providerId="LiveId" clId="{1296541B-A483-4B86-9E56-F32887AE44E3}" dt="2024-12-27T07:28:08.231" v="11155" actId="2696"/>
        <pc:sldMkLst>
          <pc:docMk/>
          <pc:sldMk cId="2371428138" sldId="1861"/>
        </pc:sldMkLst>
      </pc:sldChg>
      <pc:sldChg chg="add del modTransition">
        <pc:chgData name="한준 김" userId="7dd4edb89109a895" providerId="LiveId" clId="{1296541B-A483-4B86-9E56-F32887AE44E3}" dt="2024-12-19T05:55:56.769" v="11039" actId="2696"/>
        <pc:sldMkLst>
          <pc:docMk/>
          <pc:sldMk cId="2495241233" sldId="1862"/>
        </pc:sldMkLst>
      </pc:sldChg>
      <pc:sldChg chg="add del modTransition">
        <pc:chgData name="한준 김" userId="7dd4edb89109a895" providerId="LiveId" clId="{1296541B-A483-4B86-9E56-F32887AE44E3}" dt="2024-12-27T07:28:08.231" v="11155" actId="2696"/>
        <pc:sldMkLst>
          <pc:docMk/>
          <pc:sldMk cId="2707681927" sldId="1862"/>
        </pc:sldMkLst>
      </pc:sldChg>
      <pc:sldChg chg="add del">
        <pc:chgData name="한준 김" userId="7dd4edb89109a895" providerId="LiveId" clId="{1296541B-A483-4B86-9E56-F32887AE44E3}" dt="2024-08-16T01:24:27.284" v="1185" actId="2696"/>
        <pc:sldMkLst>
          <pc:docMk/>
          <pc:sldMk cId="232118537" sldId="1863"/>
        </pc:sldMkLst>
      </pc:sldChg>
      <pc:sldChg chg="add del">
        <pc:chgData name="한준 김" userId="7dd4edb89109a895" providerId="LiveId" clId="{1296541B-A483-4B86-9E56-F32887AE44E3}" dt="2024-08-09T02:29:37.249" v="337"/>
        <pc:sldMkLst>
          <pc:docMk/>
          <pc:sldMk cId="2745702704" sldId="1864"/>
        </pc:sldMkLst>
      </pc:sldChg>
      <pc:sldChg chg="add del">
        <pc:chgData name="한준 김" userId="7dd4edb89109a895" providerId="LiveId" clId="{1296541B-A483-4B86-9E56-F32887AE44E3}" dt="2024-08-09T02:30:06.794" v="339" actId="47"/>
        <pc:sldMkLst>
          <pc:docMk/>
          <pc:sldMk cId="3277212088" sldId="1864"/>
        </pc:sldMkLst>
      </pc:sldChg>
      <pc:sldChg chg="add del">
        <pc:chgData name="한준 김" userId="7dd4edb89109a895" providerId="LiveId" clId="{1296541B-A483-4B86-9E56-F32887AE44E3}" dt="2024-08-09T02:29:33.266" v="335" actId="2696"/>
        <pc:sldMkLst>
          <pc:docMk/>
          <pc:sldMk cId="3649823683" sldId="1864"/>
        </pc:sldMkLst>
      </pc:sldChg>
      <pc:sldChg chg="modSp del">
        <pc:chgData name="한준 김" userId="7dd4edb89109a895" providerId="LiveId" clId="{1296541B-A483-4B86-9E56-F32887AE44E3}" dt="2024-08-30T09:19:22.731" v="2130" actId="2696"/>
        <pc:sldMkLst>
          <pc:docMk/>
          <pc:sldMk cId="3812526322" sldId="1865"/>
        </pc:sldMkLst>
      </pc:sldChg>
      <pc:sldChg chg="add del">
        <pc:chgData name="한준 김" userId="7dd4edb89109a895" providerId="LiveId" clId="{1296541B-A483-4B86-9E56-F32887AE44E3}" dt="2024-08-30T09:19:22.731" v="2130" actId="2696"/>
        <pc:sldMkLst>
          <pc:docMk/>
          <pc:sldMk cId="993109137" sldId="1866"/>
        </pc:sldMkLst>
      </pc:sldChg>
      <pc:sldChg chg="add del">
        <pc:chgData name="한준 김" userId="7dd4edb89109a895" providerId="LiveId" clId="{1296541B-A483-4B86-9E56-F32887AE44E3}" dt="2024-09-06T04:43:48.116" v="3009" actId="2696"/>
        <pc:sldMkLst>
          <pc:docMk/>
          <pc:sldMk cId="3324435901" sldId="1867"/>
        </pc:sldMkLst>
      </pc:sldChg>
      <pc:sldChg chg="add del">
        <pc:chgData name="한준 김" userId="7dd4edb89109a895" providerId="LiveId" clId="{1296541B-A483-4B86-9E56-F32887AE44E3}" dt="2024-09-06T04:43:48.116" v="3009" actId="2696"/>
        <pc:sldMkLst>
          <pc:docMk/>
          <pc:sldMk cId="2822254346" sldId="1868"/>
        </pc:sldMkLst>
      </pc:sldChg>
      <pc:sldChg chg="add del">
        <pc:chgData name="한준 김" userId="7dd4edb89109a895" providerId="LiveId" clId="{1296541B-A483-4B86-9E56-F32887AE44E3}" dt="2024-09-27T06:44:49.112" v="5040" actId="2696"/>
        <pc:sldMkLst>
          <pc:docMk/>
          <pc:sldMk cId="3956684083" sldId="1873"/>
        </pc:sldMkLst>
      </pc:sldChg>
      <pc:sldChg chg="add del">
        <pc:chgData name="한준 김" userId="7dd4edb89109a895" providerId="LiveId" clId="{1296541B-A483-4B86-9E56-F32887AE44E3}" dt="2024-09-27T06:44:49.112" v="5040" actId="2696"/>
        <pc:sldMkLst>
          <pc:docMk/>
          <pc:sldMk cId="3231147259" sldId="1874"/>
        </pc:sldMkLst>
      </pc:sldChg>
      <pc:sldChg chg="add del">
        <pc:chgData name="한준 김" userId="7dd4edb89109a895" providerId="LiveId" clId="{1296541B-A483-4B86-9E56-F32887AE44E3}" dt="2024-09-27T06:44:49.112" v="5040" actId="2696"/>
        <pc:sldMkLst>
          <pc:docMk/>
          <pc:sldMk cId="2428200639" sldId="1875"/>
        </pc:sldMkLst>
      </pc:sldChg>
      <pc:sldChg chg="add del">
        <pc:chgData name="한준 김" userId="7dd4edb89109a895" providerId="LiveId" clId="{1296541B-A483-4B86-9E56-F32887AE44E3}" dt="2024-09-27T06:44:49.112" v="5040" actId="2696"/>
        <pc:sldMkLst>
          <pc:docMk/>
          <pc:sldMk cId="2381884631" sldId="1877"/>
        </pc:sldMkLst>
      </pc:sldChg>
      <pc:sldChg chg="add del">
        <pc:chgData name="한준 김" userId="7dd4edb89109a895" providerId="LiveId" clId="{1296541B-A483-4B86-9E56-F32887AE44E3}" dt="2024-09-27T06:44:49.112" v="5040" actId="2696"/>
        <pc:sldMkLst>
          <pc:docMk/>
          <pc:sldMk cId="1371140439" sldId="1878"/>
        </pc:sldMkLst>
      </pc:sldChg>
      <pc:sldChg chg="add del">
        <pc:chgData name="한준 김" userId="7dd4edb89109a895" providerId="LiveId" clId="{1296541B-A483-4B86-9E56-F32887AE44E3}" dt="2024-10-05T05:37:26.307" v="5636" actId="2696"/>
        <pc:sldMkLst>
          <pc:docMk/>
          <pc:sldMk cId="1117811157" sldId="1879"/>
        </pc:sldMkLst>
      </pc:sldChg>
      <pc:sldChg chg="modSp add del mod">
        <pc:chgData name="한준 김" userId="7dd4edb89109a895" providerId="LiveId" clId="{1296541B-A483-4B86-9E56-F32887AE44E3}" dt="2024-10-05T05:37:26.307" v="5636" actId="2696"/>
        <pc:sldMkLst>
          <pc:docMk/>
          <pc:sldMk cId="275925817" sldId="1880"/>
        </pc:sldMkLst>
      </pc:sldChg>
      <pc:sldChg chg="add del">
        <pc:chgData name="한준 김" userId="7dd4edb89109a895" providerId="LiveId" clId="{1296541B-A483-4B86-9E56-F32887AE44E3}" dt="2024-10-05T05:37:26.307" v="5636" actId="2696"/>
        <pc:sldMkLst>
          <pc:docMk/>
          <pc:sldMk cId="196457968" sldId="1881"/>
        </pc:sldMkLst>
      </pc:sldChg>
      <pc:sldChg chg="addSp delSp modSp add del mod">
        <pc:chgData name="한준 김" userId="7dd4edb89109a895" providerId="LiveId" clId="{1296541B-A483-4B86-9E56-F32887AE44E3}" dt="2024-11-15T08:32:06.890" v="9061" actId="2696"/>
        <pc:sldMkLst>
          <pc:docMk/>
          <pc:sldMk cId="1401535488" sldId="1882"/>
        </pc:sldMkLst>
      </pc:sldChg>
      <pc:sldChg chg="addSp modSp add del mod modAnim">
        <pc:chgData name="한준 김" userId="7dd4edb89109a895" providerId="LiveId" clId="{1296541B-A483-4B86-9E56-F32887AE44E3}" dt="2024-10-05T05:37:26.307" v="5636" actId="2696"/>
        <pc:sldMkLst>
          <pc:docMk/>
          <pc:sldMk cId="4207198946" sldId="1882"/>
        </pc:sldMkLst>
      </pc:sldChg>
      <pc:sldChg chg="add del">
        <pc:chgData name="한준 김" userId="7dd4edb89109a895" providerId="LiveId" clId="{1296541B-A483-4B86-9E56-F32887AE44E3}" dt="2024-10-05T05:37:26.307" v="5636" actId="2696"/>
        <pc:sldMkLst>
          <pc:docMk/>
          <pc:sldMk cId="3172884442" sldId="1886"/>
        </pc:sldMkLst>
      </pc:sldChg>
      <pc:sldChg chg="modSp add del mod">
        <pc:chgData name="한준 김" userId="7dd4edb89109a895" providerId="LiveId" clId="{1296541B-A483-4B86-9E56-F32887AE44E3}" dt="2024-09-27T06:57:17.482" v="5243" actId="2696"/>
        <pc:sldMkLst>
          <pc:docMk/>
          <pc:sldMk cId="2831440226" sldId="1889"/>
        </pc:sldMkLst>
      </pc:sldChg>
      <pc:sldChg chg="add del">
        <pc:chgData name="한준 김" userId="7dd4edb89109a895" providerId="LiveId" clId="{1296541B-A483-4B86-9E56-F32887AE44E3}" dt="2024-10-12T05:53:26.543" v="5892" actId="2696"/>
        <pc:sldMkLst>
          <pc:docMk/>
          <pc:sldMk cId="570157775" sldId="1891"/>
        </pc:sldMkLst>
      </pc:sldChg>
      <pc:sldChg chg="modSp add del mod">
        <pc:chgData name="한준 김" userId="7dd4edb89109a895" providerId="LiveId" clId="{1296541B-A483-4B86-9E56-F32887AE44E3}" dt="2024-10-12T05:53:26.543" v="5892" actId="2696"/>
        <pc:sldMkLst>
          <pc:docMk/>
          <pc:sldMk cId="2544417531" sldId="1893"/>
        </pc:sldMkLst>
      </pc:sldChg>
      <pc:sldChg chg="add del">
        <pc:chgData name="한준 김" userId="7dd4edb89109a895" providerId="LiveId" clId="{1296541B-A483-4B86-9E56-F32887AE44E3}" dt="2024-10-12T05:53:26.543" v="5892" actId="2696"/>
        <pc:sldMkLst>
          <pc:docMk/>
          <pc:sldMk cId="1355726019" sldId="1895"/>
        </pc:sldMkLst>
      </pc:sldChg>
      <pc:sldChg chg="add del">
        <pc:chgData name="한준 김" userId="7dd4edb89109a895" providerId="LiveId" clId="{1296541B-A483-4B86-9E56-F32887AE44E3}" dt="2024-10-12T05:53:26.543" v="5892" actId="2696"/>
        <pc:sldMkLst>
          <pc:docMk/>
          <pc:sldMk cId="1538238692" sldId="1896"/>
        </pc:sldMkLst>
      </pc:sldChg>
      <pc:sldChg chg="add del">
        <pc:chgData name="한준 김" userId="7dd4edb89109a895" providerId="LiveId" clId="{1296541B-A483-4B86-9E56-F32887AE44E3}" dt="2024-08-21T02:26:56.145" v="1751" actId="2696"/>
        <pc:sldMkLst>
          <pc:docMk/>
          <pc:sldMk cId="3892995321" sldId="1896"/>
        </pc:sldMkLst>
      </pc:sldChg>
      <pc:sldChg chg="add del">
        <pc:chgData name="한준 김" userId="7dd4edb89109a895" providerId="LiveId" clId="{1296541B-A483-4B86-9E56-F32887AE44E3}" dt="2024-10-12T05:53:26.543" v="5892" actId="2696"/>
        <pc:sldMkLst>
          <pc:docMk/>
          <pc:sldMk cId="907152239" sldId="1897"/>
        </pc:sldMkLst>
      </pc:sldChg>
      <pc:sldChg chg="add del">
        <pc:chgData name="한준 김" userId="7dd4edb89109a895" providerId="LiveId" clId="{1296541B-A483-4B86-9E56-F32887AE44E3}" dt="2024-08-21T02:28:12.603" v="1758" actId="2696"/>
        <pc:sldMkLst>
          <pc:docMk/>
          <pc:sldMk cId="2218020330" sldId="1897"/>
        </pc:sldMkLst>
      </pc:sldChg>
      <pc:sldChg chg="add del">
        <pc:chgData name="한준 김" userId="7dd4edb89109a895" providerId="LiveId" clId="{1296541B-A483-4B86-9E56-F32887AE44E3}" dt="2024-08-21T02:28:12.603" v="1758" actId="2696"/>
        <pc:sldMkLst>
          <pc:docMk/>
          <pc:sldMk cId="991726634" sldId="1898"/>
        </pc:sldMkLst>
      </pc:sldChg>
      <pc:sldChg chg="add del modTransition">
        <pc:chgData name="한준 김" userId="7dd4edb89109a895" providerId="LiveId" clId="{1296541B-A483-4B86-9E56-F32887AE44E3}" dt="2024-10-31T07:41:22.651" v="7413" actId="47"/>
        <pc:sldMkLst>
          <pc:docMk/>
          <pc:sldMk cId="419610615" sldId="1899"/>
        </pc:sldMkLst>
      </pc:sldChg>
      <pc:sldChg chg="add del">
        <pc:chgData name="한준 김" userId="7dd4edb89109a895" providerId="LiveId" clId="{1296541B-A483-4B86-9E56-F32887AE44E3}" dt="2024-08-30T09:21:10.483" v="2149" actId="2696"/>
        <pc:sldMkLst>
          <pc:docMk/>
          <pc:sldMk cId="3125450052" sldId="1900"/>
        </pc:sldMkLst>
      </pc:sldChg>
      <pc:sldChg chg="add del">
        <pc:chgData name="한준 김" userId="7dd4edb89109a895" providerId="LiveId" clId="{1296541B-A483-4B86-9E56-F32887AE44E3}" dt="2024-08-16T01:24:27.284" v="1185" actId="2696"/>
        <pc:sldMkLst>
          <pc:docMk/>
          <pc:sldMk cId="3301234105" sldId="1902"/>
        </pc:sldMkLst>
      </pc:sldChg>
      <pc:sldChg chg="add del">
        <pc:chgData name="한준 김" userId="7dd4edb89109a895" providerId="LiveId" clId="{1296541B-A483-4B86-9E56-F32887AE44E3}" dt="2024-08-09T02:29:37.249" v="337"/>
        <pc:sldMkLst>
          <pc:docMk/>
          <pc:sldMk cId="3479864032" sldId="1902"/>
        </pc:sldMkLst>
      </pc:sldChg>
      <pc:sldChg chg="add del">
        <pc:chgData name="한준 김" userId="7dd4edb89109a895" providerId="LiveId" clId="{1296541B-A483-4B86-9E56-F32887AE44E3}" dt="2024-08-09T02:29:33.266" v="335" actId="2696"/>
        <pc:sldMkLst>
          <pc:docMk/>
          <pc:sldMk cId="3947545424" sldId="1902"/>
        </pc:sldMkLst>
      </pc:sldChg>
      <pc:sldChg chg="add del">
        <pc:chgData name="한준 김" userId="7dd4edb89109a895" providerId="LiveId" clId="{1296541B-A483-4B86-9E56-F32887AE44E3}" dt="2024-08-09T02:29:26.631" v="334"/>
        <pc:sldMkLst>
          <pc:docMk/>
          <pc:sldMk cId="526850962" sldId="1903"/>
        </pc:sldMkLst>
      </pc:sldChg>
      <pc:sldChg chg="del">
        <pc:chgData name="한준 김" userId="7dd4edb89109a895" providerId="LiveId" clId="{1296541B-A483-4B86-9E56-F32887AE44E3}" dt="2024-08-10T04:05:22.454" v="422" actId="47"/>
        <pc:sldMkLst>
          <pc:docMk/>
          <pc:sldMk cId="647933015" sldId="1904"/>
        </pc:sldMkLst>
      </pc:sldChg>
      <pc:sldChg chg="add del">
        <pc:chgData name="한준 김" userId="7dd4edb89109a895" providerId="LiveId" clId="{1296541B-A483-4B86-9E56-F32887AE44E3}" dt="2024-08-21T02:21:27.647" v="1614" actId="47"/>
        <pc:sldMkLst>
          <pc:docMk/>
          <pc:sldMk cId="3581544723" sldId="1907"/>
        </pc:sldMkLst>
      </pc:sldChg>
      <pc:sldChg chg="add del">
        <pc:chgData name="한준 김" userId="7dd4edb89109a895" providerId="LiveId" clId="{1296541B-A483-4B86-9E56-F32887AE44E3}" dt="2024-10-17T04:52:27.503" v="6340" actId="2696"/>
        <pc:sldMkLst>
          <pc:docMk/>
          <pc:sldMk cId="3979078552" sldId="1907"/>
        </pc:sldMkLst>
      </pc:sldChg>
      <pc:sldChg chg="add del">
        <pc:chgData name="한준 김" userId="7dd4edb89109a895" providerId="LiveId" clId="{1296541B-A483-4B86-9E56-F32887AE44E3}" dt="2024-08-16T01:24:27.284" v="1185" actId="2696"/>
        <pc:sldMkLst>
          <pc:docMk/>
          <pc:sldMk cId="2917203101" sldId="1908"/>
        </pc:sldMkLst>
      </pc:sldChg>
      <pc:sldChg chg="add del">
        <pc:chgData name="한준 김" userId="7dd4edb89109a895" providerId="LiveId" clId="{1296541B-A483-4B86-9E56-F32887AE44E3}" dt="2024-08-16T01:24:27.284" v="1185" actId="2696"/>
        <pc:sldMkLst>
          <pc:docMk/>
          <pc:sldMk cId="1710533812" sldId="1910"/>
        </pc:sldMkLst>
      </pc:sldChg>
      <pc:sldChg chg="modSp add del mod">
        <pc:chgData name="한준 김" userId="7dd4edb89109a895" providerId="LiveId" clId="{1296541B-A483-4B86-9E56-F32887AE44E3}" dt="2024-08-16T01:24:27.284" v="1185" actId="2696"/>
        <pc:sldMkLst>
          <pc:docMk/>
          <pc:sldMk cId="873464587" sldId="1912"/>
        </pc:sldMkLst>
      </pc:sldChg>
      <pc:sldChg chg="add del">
        <pc:chgData name="한준 김" userId="7dd4edb89109a895" providerId="LiveId" clId="{1296541B-A483-4B86-9E56-F32887AE44E3}" dt="2024-08-16T01:24:27.284" v="1185" actId="2696"/>
        <pc:sldMkLst>
          <pc:docMk/>
          <pc:sldMk cId="2972103240" sldId="1913"/>
        </pc:sldMkLst>
      </pc:sldChg>
      <pc:sldChg chg="add del">
        <pc:chgData name="한준 김" userId="7dd4edb89109a895" providerId="LiveId" clId="{1296541B-A483-4B86-9E56-F32887AE44E3}" dt="2024-08-16T01:24:27.284" v="1185" actId="2696"/>
        <pc:sldMkLst>
          <pc:docMk/>
          <pc:sldMk cId="560492159" sldId="1914"/>
        </pc:sldMkLst>
      </pc:sldChg>
      <pc:sldChg chg="add del">
        <pc:chgData name="한준 김" userId="7dd4edb89109a895" providerId="LiveId" clId="{1296541B-A483-4B86-9E56-F32887AE44E3}" dt="2024-09-27T07:02:56.123" v="5498" actId="2696"/>
        <pc:sldMkLst>
          <pc:docMk/>
          <pc:sldMk cId="657205314" sldId="1915"/>
        </pc:sldMkLst>
      </pc:sldChg>
      <pc:sldChg chg="add del ord">
        <pc:chgData name="한준 김" userId="7dd4edb89109a895" providerId="LiveId" clId="{1296541B-A483-4B86-9E56-F32887AE44E3}" dt="2024-10-05T05:41:20.620" v="5747" actId="2696"/>
        <pc:sldMkLst>
          <pc:docMk/>
          <pc:sldMk cId="615481027" sldId="1916"/>
        </pc:sldMkLst>
      </pc:sldChg>
      <pc:sldChg chg="add del">
        <pc:chgData name="한준 김" userId="7dd4edb89109a895" providerId="LiveId" clId="{1296541B-A483-4B86-9E56-F32887AE44E3}" dt="2024-09-27T07:03:09.813" v="5499" actId="2696"/>
        <pc:sldMkLst>
          <pc:docMk/>
          <pc:sldMk cId="749094929" sldId="1917"/>
        </pc:sldMkLst>
      </pc:sldChg>
      <pc:sldChg chg="addSp delSp modSp add del mod">
        <pc:chgData name="한준 김" userId="7dd4edb89109a895" providerId="LiveId" clId="{1296541B-A483-4B86-9E56-F32887AE44E3}" dt="2024-10-05T05:41:20.620" v="5747" actId="2696"/>
        <pc:sldMkLst>
          <pc:docMk/>
          <pc:sldMk cId="4213403808" sldId="1918"/>
        </pc:sldMkLst>
      </pc:sldChg>
      <pc:sldChg chg="add del">
        <pc:chgData name="한준 김" userId="7dd4edb89109a895" providerId="LiveId" clId="{1296541B-A483-4B86-9E56-F32887AE44E3}" dt="2024-08-30T09:19:22.731" v="2130" actId="2696"/>
        <pc:sldMkLst>
          <pc:docMk/>
          <pc:sldMk cId="2703772795" sldId="1920"/>
        </pc:sldMkLst>
      </pc:sldChg>
      <pc:sldChg chg="add del">
        <pc:chgData name="한준 김" userId="7dd4edb89109a895" providerId="LiveId" clId="{1296541B-A483-4B86-9E56-F32887AE44E3}" dt="2024-08-30T09:19:22.731" v="2130" actId="2696"/>
        <pc:sldMkLst>
          <pc:docMk/>
          <pc:sldMk cId="4024216211" sldId="1923"/>
        </pc:sldMkLst>
      </pc:sldChg>
      <pc:sldChg chg="add del">
        <pc:chgData name="한준 김" userId="7dd4edb89109a895" providerId="LiveId" clId="{1296541B-A483-4B86-9E56-F32887AE44E3}" dt="2024-09-06T04:43:48.116" v="3009" actId="2696"/>
        <pc:sldMkLst>
          <pc:docMk/>
          <pc:sldMk cId="3946863539" sldId="1926"/>
        </pc:sldMkLst>
      </pc:sldChg>
      <pc:sldChg chg="add del">
        <pc:chgData name="한준 김" userId="7dd4edb89109a895" providerId="LiveId" clId="{1296541B-A483-4B86-9E56-F32887AE44E3}" dt="2024-09-06T04:43:48.116" v="3009" actId="2696"/>
        <pc:sldMkLst>
          <pc:docMk/>
          <pc:sldMk cId="809772266" sldId="1927"/>
        </pc:sldMkLst>
      </pc:sldChg>
      <pc:sldChg chg="del">
        <pc:chgData name="한준 김" userId="7dd4edb89109a895" providerId="LiveId" clId="{1296541B-A483-4B86-9E56-F32887AE44E3}" dt="2024-08-10T03:56:53.564" v="405" actId="2696"/>
        <pc:sldMkLst>
          <pc:docMk/>
          <pc:sldMk cId="0" sldId="1928"/>
        </pc:sldMkLst>
      </pc:sldChg>
      <pc:sldChg chg="del">
        <pc:chgData name="한준 김" userId="7dd4edb89109a895" providerId="LiveId" clId="{1296541B-A483-4B86-9E56-F32887AE44E3}" dt="2024-08-10T03:56:53.564" v="405" actId="2696"/>
        <pc:sldMkLst>
          <pc:docMk/>
          <pc:sldMk cId="511900228" sldId="1929"/>
        </pc:sldMkLst>
      </pc:sldChg>
      <pc:sldChg chg="del">
        <pc:chgData name="한준 김" userId="7dd4edb89109a895" providerId="LiveId" clId="{1296541B-A483-4B86-9E56-F32887AE44E3}" dt="2024-08-10T03:56:53.564" v="405" actId="2696"/>
        <pc:sldMkLst>
          <pc:docMk/>
          <pc:sldMk cId="916080086" sldId="1930"/>
        </pc:sldMkLst>
      </pc:sldChg>
      <pc:sldChg chg="add del">
        <pc:chgData name="한준 김" userId="7dd4edb89109a895" providerId="LiveId" clId="{1296541B-A483-4B86-9E56-F32887AE44E3}" dt="2024-08-31T06:37:35.781" v="2838" actId="47"/>
        <pc:sldMkLst>
          <pc:docMk/>
          <pc:sldMk cId="2782632437" sldId="1930"/>
        </pc:sldMkLst>
      </pc:sldChg>
      <pc:sldChg chg="del">
        <pc:chgData name="한준 김" userId="7dd4edb89109a895" providerId="LiveId" clId="{1296541B-A483-4B86-9E56-F32887AE44E3}" dt="2024-08-10T03:56:53.564" v="405" actId="2696"/>
        <pc:sldMkLst>
          <pc:docMk/>
          <pc:sldMk cId="3480179641" sldId="1931"/>
        </pc:sldMkLst>
      </pc:sldChg>
      <pc:sldChg chg="add del">
        <pc:chgData name="한준 김" userId="7dd4edb89109a895" providerId="LiveId" clId="{1296541B-A483-4B86-9E56-F32887AE44E3}" dt="2024-09-06T04:43:48.116" v="3009" actId="2696"/>
        <pc:sldMkLst>
          <pc:docMk/>
          <pc:sldMk cId="2323005133" sldId="1932"/>
        </pc:sldMkLst>
      </pc:sldChg>
      <pc:sldChg chg="del">
        <pc:chgData name="한준 김" userId="7dd4edb89109a895" providerId="LiveId" clId="{1296541B-A483-4B86-9E56-F32887AE44E3}" dt="2024-08-10T03:56:53.564" v="405" actId="2696"/>
        <pc:sldMkLst>
          <pc:docMk/>
          <pc:sldMk cId="2904467317" sldId="1933"/>
        </pc:sldMkLst>
      </pc:sldChg>
      <pc:sldChg chg="add del">
        <pc:chgData name="한준 김" userId="7dd4edb89109a895" providerId="LiveId" clId="{1296541B-A483-4B86-9E56-F32887AE44E3}" dt="2024-09-06T04:43:48.116" v="3009" actId="2696"/>
        <pc:sldMkLst>
          <pc:docMk/>
          <pc:sldMk cId="3598380051" sldId="1933"/>
        </pc:sldMkLst>
      </pc:sldChg>
      <pc:sldChg chg="del">
        <pc:chgData name="한준 김" userId="7dd4edb89109a895" providerId="LiveId" clId="{1296541B-A483-4B86-9E56-F32887AE44E3}" dt="2024-08-10T03:56:53.564" v="405" actId="2696"/>
        <pc:sldMkLst>
          <pc:docMk/>
          <pc:sldMk cId="708680331" sldId="1934"/>
        </pc:sldMkLst>
      </pc:sldChg>
      <pc:sldChg chg="add del">
        <pc:chgData name="한준 김" userId="7dd4edb89109a895" providerId="LiveId" clId="{1296541B-A483-4B86-9E56-F32887AE44E3}" dt="2024-09-06T04:43:48.116" v="3009" actId="2696"/>
        <pc:sldMkLst>
          <pc:docMk/>
          <pc:sldMk cId="3362778298" sldId="1934"/>
        </pc:sldMkLst>
      </pc:sldChg>
      <pc:sldChg chg="del">
        <pc:chgData name="한준 김" userId="7dd4edb89109a895" providerId="LiveId" clId="{1296541B-A483-4B86-9E56-F32887AE44E3}" dt="2024-08-10T03:56:53.564" v="405" actId="2696"/>
        <pc:sldMkLst>
          <pc:docMk/>
          <pc:sldMk cId="1100903431" sldId="1935"/>
        </pc:sldMkLst>
      </pc:sldChg>
      <pc:sldChg chg="add del">
        <pc:chgData name="한준 김" userId="7dd4edb89109a895" providerId="LiveId" clId="{1296541B-A483-4B86-9E56-F32887AE44E3}" dt="2024-09-06T04:43:48.116" v="3009" actId="2696"/>
        <pc:sldMkLst>
          <pc:docMk/>
          <pc:sldMk cId="4187167582" sldId="1935"/>
        </pc:sldMkLst>
      </pc:sldChg>
      <pc:sldChg chg="modSp add del mod">
        <pc:chgData name="한준 김" userId="7dd4edb89109a895" providerId="LiveId" clId="{1296541B-A483-4B86-9E56-F32887AE44E3}" dt="2024-09-06T04:43:48.116" v="3009" actId="2696"/>
        <pc:sldMkLst>
          <pc:docMk/>
          <pc:sldMk cId="1418567045" sldId="1936"/>
        </pc:sldMkLst>
      </pc:sldChg>
      <pc:sldChg chg="add del">
        <pc:chgData name="한준 김" userId="7dd4edb89109a895" providerId="LiveId" clId="{1296541B-A483-4B86-9E56-F32887AE44E3}" dt="2024-09-06T04:43:48.116" v="3009" actId="2696"/>
        <pc:sldMkLst>
          <pc:docMk/>
          <pc:sldMk cId="1540869055" sldId="1937"/>
        </pc:sldMkLst>
      </pc:sldChg>
      <pc:sldChg chg="add del">
        <pc:chgData name="한준 김" userId="7dd4edb89109a895" providerId="LiveId" clId="{1296541B-A483-4B86-9E56-F32887AE44E3}" dt="2024-09-06T04:43:48.116" v="3009" actId="2696"/>
        <pc:sldMkLst>
          <pc:docMk/>
          <pc:sldMk cId="2440187455" sldId="1938"/>
        </pc:sldMkLst>
      </pc:sldChg>
      <pc:sldChg chg="modSp add del mod">
        <pc:chgData name="한준 김" userId="7dd4edb89109a895" providerId="LiveId" clId="{1296541B-A483-4B86-9E56-F32887AE44E3}" dt="2024-09-06T04:43:48.116" v="3009" actId="2696"/>
        <pc:sldMkLst>
          <pc:docMk/>
          <pc:sldMk cId="2113138025" sldId="1939"/>
        </pc:sldMkLst>
      </pc:sldChg>
      <pc:sldChg chg="add del">
        <pc:chgData name="한준 김" userId="7dd4edb89109a895" providerId="LiveId" clId="{1296541B-A483-4B86-9E56-F32887AE44E3}" dt="2024-09-06T04:43:48.116" v="3009" actId="2696"/>
        <pc:sldMkLst>
          <pc:docMk/>
          <pc:sldMk cId="570729825" sldId="1940"/>
        </pc:sldMkLst>
      </pc:sldChg>
      <pc:sldChg chg="del">
        <pc:chgData name="한준 김" userId="7dd4edb89109a895" providerId="LiveId" clId="{1296541B-A483-4B86-9E56-F32887AE44E3}" dt="2024-08-10T03:56:53.564" v="405" actId="2696"/>
        <pc:sldMkLst>
          <pc:docMk/>
          <pc:sldMk cId="1725848532" sldId="1942"/>
        </pc:sldMkLst>
      </pc:sldChg>
      <pc:sldChg chg="del">
        <pc:chgData name="한준 김" userId="7dd4edb89109a895" providerId="LiveId" clId="{1296541B-A483-4B86-9E56-F32887AE44E3}" dt="2024-08-10T03:56:53.564" v="405" actId="2696"/>
        <pc:sldMkLst>
          <pc:docMk/>
          <pc:sldMk cId="2570209150" sldId="1943"/>
        </pc:sldMkLst>
      </pc:sldChg>
      <pc:sldChg chg="add del ord">
        <pc:chgData name="한준 김" userId="7dd4edb89109a895" providerId="LiveId" clId="{1296541B-A483-4B86-9E56-F32887AE44E3}" dt="2024-09-14T08:27:51.052" v="3814" actId="2696"/>
        <pc:sldMkLst>
          <pc:docMk/>
          <pc:sldMk cId="2007933853" sldId="1944"/>
        </pc:sldMkLst>
      </pc:sldChg>
      <pc:sldChg chg="del">
        <pc:chgData name="한준 김" userId="7dd4edb89109a895" providerId="LiveId" clId="{1296541B-A483-4B86-9E56-F32887AE44E3}" dt="2024-08-10T03:56:53.564" v="405" actId="2696"/>
        <pc:sldMkLst>
          <pc:docMk/>
          <pc:sldMk cId="4206496867" sldId="1944"/>
        </pc:sldMkLst>
      </pc:sldChg>
      <pc:sldChg chg="del">
        <pc:chgData name="한준 김" userId="7dd4edb89109a895" providerId="LiveId" clId="{1296541B-A483-4B86-9E56-F32887AE44E3}" dt="2024-08-10T03:56:53.564" v="405" actId="2696"/>
        <pc:sldMkLst>
          <pc:docMk/>
          <pc:sldMk cId="4189947992" sldId="1945"/>
        </pc:sldMkLst>
      </pc:sldChg>
      <pc:sldChg chg="del">
        <pc:chgData name="한준 김" userId="7dd4edb89109a895" providerId="LiveId" clId="{1296541B-A483-4B86-9E56-F32887AE44E3}" dt="2024-08-10T03:56:53.564" v="405" actId="2696"/>
        <pc:sldMkLst>
          <pc:docMk/>
          <pc:sldMk cId="859174834" sldId="1946"/>
        </pc:sldMkLst>
      </pc:sldChg>
      <pc:sldChg chg="add del ord">
        <pc:chgData name="한준 김" userId="7dd4edb89109a895" providerId="LiveId" clId="{1296541B-A483-4B86-9E56-F32887AE44E3}" dt="2024-09-14T08:27:51.052" v="3814" actId="2696"/>
        <pc:sldMkLst>
          <pc:docMk/>
          <pc:sldMk cId="2903889777" sldId="1946"/>
        </pc:sldMkLst>
      </pc:sldChg>
      <pc:sldChg chg="del">
        <pc:chgData name="한준 김" userId="7dd4edb89109a895" providerId="LiveId" clId="{1296541B-A483-4B86-9E56-F32887AE44E3}" dt="2024-09-06T05:09:37.555" v="3678" actId="2696"/>
        <pc:sldMkLst>
          <pc:docMk/>
          <pc:sldMk cId="0" sldId="1947"/>
        </pc:sldMkLst>
      </pc:sldChg>
      <pc:sldChg chg="modSp add del mod">
        <pc:chgData name="한준 김" userId="7dd4edb89109a895" providerId="LiveId" clId="{1296541B-A483-4B86-9E56-F32887AE44E3}" dt="2024-11-22T16:59:43.858" v="9934" actId="2696"/>
        <pc:sldMkLst>
          <pc:docMk/>
          <pc:sldMk cId="322891360" sldId="1948"/>
        </pc:sldMkLst>
      </pc:sldChg>
      <pc:sldChg chg="add del">
        <pc:chgData name="한준 김" userId="7dd4edb89109a895" providerId="LiveId" clId="{1296541B-A483-4B86-9E56-F32887AE44E3}" dt="2024-11-30T03:50:35.219" v="10311" actId="2696"/>
        <pc:sldMkLst>
          <pc:docMk/>
          <pc:sldMk cId="2880798233" sldId="1948"/>
        </pc:sldMkLst>
      </pc:sldChg>
      <pc:sldChg chg="add del">
        <pc:chgData name="한준 김" userId="7dd4edb89109a895" providerId="LiveId" clId="{1296541B-A483-4B86-9E56-F32887AE44E3}" dt="2024-11-22T16:59:49.187" v="9936"/>
        <pc:sldMkLst>
          <pc:docMk/>
          <pc:sldMk cId="3677363998" sldId="1948"/>
        </pc:sldMkLst>
      </pc:sldChg>
      <pc:sldChg chg="del">
        <pc:chgData name="한준 김" userId="7dd4edb89109a895" providerId="LiveId" clId="{1296541B-A483-4B86-9E56-F32887AE44E3}" dt="2024-09-06T05:09:37.555" v="3678" actId="2696"/>
        <pc:sldMkLst>
          <pc:docMk/>
          <pc:sldMk cId="3768437818" sldId="1948"/>
        </pc:sldMkLst>
      </pc:sldChg>
      <pc:sldChg chg="del">
        <pc:chgData name="한준 김" userId="7dd4edb89109a895" providerId="LiveId" clId="{1296541B-A483-4B86-9E56-F32887AE44E3}" dt="2024-09-06T05:09:37.555" v="3678" actId="2696"/>
        <pc:sldMkLst>
          <pc:docMk/>
          <pc:sldMk cId="1735707107" sldId="1949"/>
        </pc:sldMkLst>
      </pc:sldChg>
      <pc:sldChg chg="del">
        <pc:chgData name="한준 김" userId="7dd4edb89109a895" providerId="LiveId" clId="{1296541B-A483-4B86-9E56-F32887AE44E3}" dt="2024-09-06T05:09:37.555" v="3678" actId="2696"/>
        <pc:sldMkLst>
          <pc:docMk/>
          <pc:sldMk cId="15275816" sldId="1950"/>
        </pc:sldMkLst>
      </pc:sldChg>
      <pc:sldChg chg="del">
        <pc:chgData name="한준 김" userId="7dd4edb89109a895" providerId="LiveId" clId="{1296541B-A483-4B86-9E56-F32887AE44E3}" dt="2024-09-06T05:09:37.555" v="3678" actId="2696"/>
        <pc:sldMkLst>
          <pc:docMk/>
          <pc:sldMk cId="2715904759" sldId="1951"/>
        </pc:sldMkLst>
      </pc:sldChg>
      <pc:sldChg chg="del">
        <pc:chgData name="한준 김" userId="7dd4edb89109a895" providerId="LiveId" clId="{1296541B-A483-4B86-9E56-F32887AE44E3}" dt="2024-09-06T05:09:37.555" v="3678" actId="2696"/>
        <pc:sldMkLst>
          <pc:docMk/>
          <pc:sldMk cId="1178654481" sldId="1952"/>
        </pc:sldMkLst>
      </pc:sldChg>
      <pc:sldChg chg="del">
        <pc:chgData name="한준 김" userId="7dd4edb89109a895" providerId="LiveId" clId="{1296541B-A483-4B86-9E56-F32887AE44E3}" dt="2024-09-06T05:09:37.555" v="3678" actId="2696"/>
        <pc:sldMkLst>
          <pc:docMk/>
          <pc:sldMk cId="1762980387" sldId="1953"/>
        </pc:sldMkLst>
      </pc:sldChg>
      <pc:sldChg chg="del">
        <pc:chgData name="한준 김" userId="7dd4edb89109a895" providerId="LiveId" clId="{1296541B-A483-4B86-9E56-F32887AE44E3}" dt="2024-09-06T05:09:37.555" v="3678" actId="2696"/>
        <pc:sldMkLst>
          <pc:docMk/>
          <pc:sldMk cId="3093238871" sldId="1954"/>
        </pc:sldMkLst>
      </pc:sldChg>
      <pc:sldChg chg="add del">
        <pc:chgData name="한준 김" userId="7dd4edb89109a895" providerId="LiveId" clId="{1296541B-A483-4B86-9E56-F32887AE44E3}" dt="2024-08-09T02:33:18.669" v="401" actId="2696"/>
        <pc:sldMkLst>
          <pc:docMk/>
          <pc:sldMk cId="3050187707" sldId="1955"/>
        </pc:sldMkLst>
      </pc:sldChg>
      <pc:sldChg chg="add del">
        <pc:chgData name="한준 김" userId="7dd4edb89109a895" providerId="LiveId" clId="{1296541B-A483-4B86-9E56-F32887AE44E3}" dt="2024-08-09T02:33:18.669" v="401" actId="2696"/>
        <pc:sldMkLst>
          <pc:docMk/>
          <pc:sldMk cId="2372713206" sldId="1956"/>
        </pc:sldMkLst>
      </pc:sldChg>
      <pc:sldChg chg="add del">
        <pc:chgData name="한준 김" userId="7dd4edb89109a895" providerId="LiveId" clId="{1296541B-A483-4B86-9E56-F32887AE44E3}" dt="2024-08-09T02:33:18.669" v="401" actId="2696"/>
        <pc:sldMkLst>
          <pc:docMk/>
          <pc:sldMk cId="2793800401" sldId="1957"/>
        </pc:sldMkLst>
      </pc:sldChg>
      <pc:sldChg chg="del">
        <pc:chgData name="한준 김" userId="7dd4edb89109a895" providerId="LiveId" clId="{1296541B-A483-4B86-9E56-F32887AE44E3}" dt="2024-08-10T03:56:53.564" v="405" actId="2696"/>
        <pc:sldMkLst>
          <pc:docMk/>
          <pc:sldMk cId="3856470879" sldId="1961"/>
        </pc:sldMkLst>
      </pc:sldChg>
      <pc:sldChg chg="del">
        <pc:chgData name="한준 김" userId="7dd4edb89109a895" providerId="LiveId" clId="{1296541B-A483-4B86-9E56-F32887AE44E3}" dt="2024-08-10T03:56:53.564" v="405" actId="2696"/>
        <pc:sldMkLst>
          <pc:docMk/>
          <pc:sldMk cId="794663505" sldId="1962"/>
        </pc:sldMkLst>
      </pc:sldChg>
      <pc:sldChg chg="del">
        <pc:chgData name="한준 김" userId="7dd4edb89109a895" providerId="LiveId" clId="{1296541B-A483-4B86-9E56-F32887AE44E3}" dt="2024-08-10T03:56:53.564" v="405" actId="2696"/>
        <pc:sldMkLst>
          <pc:docMk/>
          <pc:sldMk cId="1078423897" sldId="1963"/>
        </pc:sldMkLst>
      </pc:sldChg>
      <pc:sldChg chg="delSp modSp add del mod modTransition">
        <pc:chgData name="한준 김" userId="7dd4edb89109a895" providerId="LiveId" clId="{1296541B-A483-4B86-9E56-F32887AE44E3}" dt="2024-08-09T02:28:50.362" v="331" actId="2696"/>
        <pc:sldMkLst>
          <pc:docMk/>
          <pc:sldMk cId="0" sldId="1964"/>
        </pc:sldMkLst>
      </pc:sldChg>
      <pc:sldChg chg="add del modTransition setBg">
        <pc:chgData name="한준 김" userId="7dd4edb89109a895" providerId="LiveId" clId="{1296541B-A483-4B86-9E56-F32887AE44E3}" dt="2024-07-26T14:52:59.116" v="61"/>
        <pc:sldMkLst>
          <pc:docMk/>
          <pc:sldMk cId="551945903" sldId="1964"/>
        </pc:sldMkLst>
      </pc:sldChg>
      <pc:sldChg chg="add del modTransition setBg">
        <pc:chgData name="한준 김" userId="7dd4edb89109a895" providerId="LiveId" clId="{1296541B-A483-4B86-9E56-F32887AE44E3}" dt="2024-08-02T03:45:57.188" v="171" actId="2696"/>
        <pc:sldMkLst>
          <pc:docMk/>
          <pc:sldMk cId="2739476679" sldId="1964"/>
        </pc:sldMkLst>
      </pc:sldChg>
      <pc:sldChg chg="add del">
        <pc:chgData name="한준 김" userId="7dd4edb89109a895" providerId="LiveId" clId="{1296541B-A483-4B86-9E56-F32887AE44E3}" dt="2024-08-09T02:28:50.362" v="331" actId="2696"/>
        <pc:sldMkLst>
          <pc:docMk/>
          <pc:sldMk cId="594956383" sldId="1965"/>
        </pc:sldMkLst>
      </pc:sldChg>
      <pc:sldChg chg="del">
        <pc:chgData name="한준 김" userId="7dd4edb89109a895" providerId="LiveId" clId="{1296541B-A483-4B86-9E56-F32887AE44E3}" dt="2024-08-02T03:45:57.188" v="171" actId="2696"/>
        <pc:sldMkLst>
          <pc:docMk/>
          <pc:sldMk cId="716716468" sldId="1965"/>
        </pc:sldMkLst>
      </pc:sldChg>
      <pc:sldChg chg="del">
        <pc:chgData name="한준 김" userId="7dd4edb89109a895" providerId="LiveId" clId="{1296541B-A483-4B86-9E56-F32887AE44E3}" dt="2024-08-02T03:45:57.188" v="171" actId="2696"/>
        <pc:sldMkLst>
          <pc:docMk/>
          <pc:sldMk cId="608274642" sldId="1966"/>
        </pc:sldMkLst>
      </pc:sldChg>
      <pc:sldChg chg="add del">
        <pc:chgData name="한준 김" userId="7dd4edb89109a895" providerId="LiveId" clId="{1296541B-A483-4B86-9E56-F32887AE44E3}" dt="2024-08-09T02:28:50.362" v="331" actId="2696"/>
        <pc:sldMkLst>
          <pc:docMk/>
          <pc:sldMk cId="4137250411" sldId="1966"/>
        </pc:sldMkLst>
      </pc:sldChg>
      <pc:sldChg chg="add del setBg">
        <pc:chgData name="한준 김" userId="7dd4edb89109a895" providerId="LiveId" clId="{1296541B-A483-4B86-9E56-F32887AE44E3}" dt="2024-08-02T03:45:57.188" v="171" actId="2696"/>
        <pc:sldMkLst>
          <pc:docMk/>
          <pc:sldMk cId="1144662911" sldId="1967"/>
        </pc:sldMkLst>
      </pc:sldChg>
      <pc:sldChg chg="add del">
        <pc:chgData name="한준 김" userId="7dd4edb89109a895" providerId="LiveId" clId="{1296541B-A483-4B86-9E56-F32887AE44E3}" dt="2024-08-09T02:28:50.362" v="331" actId="2696"/>
        <pc:sldMkLst>
          <pc:docMk/>
          <pc:sldMk cId="2958105807" sldId="1967"/>
        </pc:sldMkLst>
      </pc:sldChg>
      <pc:sldChg chg="add del setBg">
        <pc:chgData name="한준 김" userId="7dd4edb89109a895" providerId="LiveId" clId="{1296541B-A483-4B86-9E56-F32887AE44E3}" dt="2024-08-02T03:45:57.188" v="171" actId="2696"/>
        <pc:sldMkLst>
          <pc:docMk/>
          <pc:sldMk cId="2570283531" sldId="1968"/>
        </pc:sldMkLst>
      </pc:sldChg>
      <pc:sldChg chg="modSp add del mod">
        <pc:chgData name="한준 김" userId="7dd4edb89109a895" providerId="LiveId" clId="{1296541B-A483-4B86-9E56-F32887AE44E3}" dt="2024-08-09T02:28:50.362" v="331" actId="2696"/>
        <pc:sldMkLst>
          <pc:docMk/>
          <pc:sldMk cId="2823732087" sldId="1968"/>
        </pc:sldMkLst>
      </pc:sldChg>
      <pc:sldChg chg="modSp add del mod">
        <pc:chgData name="한준 김" userId="7dd4edb89109a895" providerId="LiveId" clId="{1296541B-A483-4B86-9E56-F32887AE44E3}" dt="2024-08-09T02:28:50.362" v="331" actId="2696"/>
        <pc:sldMkLst>
          <pc:docMk/>
          <pc:sldMk cId="13207591" sldId="1969"/>
        </pc:sldMkLst>
      </pc:sldChg>
      <pc:sldChg chg="add del setBg">
        <pc:chgData name="한준 김" userId="7dd4edb89109a895" providerId="LiveId" clId="{1296541B-A483-4B86-9E56-F32887AE44E3}" dt="2024-08-02T03:45:57.188" v="171" actId="2696"/>
        <pc:sldMkLst>
          <pc:docMk/>
          <pc:sldMk cId="2334795418" sldId="1969"/>
        </pc:sldMkLst>
      </pc:sldChg>
      <pc:sldChg chg="add del">
        <pc:chgData name="한준 김" userId="7dd4edb89109a895" providerId="LiveId" clId="{1296541B-A483-4B86-9E56-F32887AE44E3}" dt="2024-10-17T04:51:41.710" v="6336" actId="2696"/>
        <pc:sldMkLst>
          <pc:docMk/>
          <pc:sldMk cId="511254970" sldId="1970"/>
        </pc:sldMkLst>
      </pc:sldChg>
      <pc:sldChg chg="addSp modSp add del mod modAnim">
        <pc:chgData name="한준 김" userId="7dd4edb89109a895" providerId="LiveId" clId="{1296541B-A483-4B86-9E56-F32887AE44E3}" dt="2024-08-09T02:28:50.362" v="331" actId="2696"/>
        <pc:sldMkLst>
          <pc:docMk/>
          <pc:sldMk cId="2927848742" sldId="1970"/>
        </pc:sldMkLst>
      </pc:sldChg>
      <pc:sldChg chg="add del setBg">
        <pc:chgData name="한준 김" userId="7dd4edb89109a895" providerId="LiveId" clId="{1296541B-A483-4B86-9E56-F32887AE44E3}" dt="2024-08-02T03:45:57.188" v="171" actId="2696"/>
        <pc:sldMkLst>
          <pc:docMk/>
          <pc:sldMk cId="3629889887" sldId="1970"/>
        </pc:sldMkLst>
      </pc:sldChg>
      <pc:sldChg chg="add del">
        <pc:chgData name="한준 김" userId="7dd4edb89109a895" providerId="LiveId" clId="{1296541B-A483-4B86-9E56-F32887AE44E3}" dt="2024-08-09T02:28:50.362" v="331" actId="2696"/>
        <pc:sldMkLst>
          <pc:docMk/>
          <pc:sldMk cId="1382661557" sldId="1971"/>
        </pc:sldMkLst>
      </pc:sldChg>
      <pc:sldChg chg="add del setBg">
        <pc:chgData name="한준 김" userId="7dd4edb89109a895" providerId="LiveId" clId="{1296541B-A483-4B86-9E56-F32887AE44E3}" dt="2024-08-02T03:45:57.188" v="171" actId="2696"/>
        <pc:sldMkLst>
          <pc:docMk/>
          <pc:sldMk cId="4137250411" sldId="1971"/>
        </pc:sldMkLst>
      </pc:sldChg>
      <pc:sldChg chg="add del">
        <pc:chgData name="한준 김" userId="7dd4edb89109a895" providerId="LiveId" clId="{1296541B-A483-4B86-9E56-F32887AE44E3}" dt="2024-10-17T04:51:41.710" v="6336" actId="2696"/>
        <pc:sldMkLst>
          <pc:docMk/>
          <pc:sldMk cId="1035755167" sldId="1972"/>
        </pc:sldMkLst>
      </pc:sldChg>
      <pc:sldChg chg="add del">
        <pc:chgData name="한준 김" userId="7dd4edb89109a895" providerId="LiveId" clId="{1296541B-A483-4B86-9E56-F32887AE44E3}" dt="2024-08-09T02:28:50.362" v="331" actId="2696"/>
        <pc:sldMkLst>
          <pc:docMk/>
          <pc:sldMk cId="2682655658" sldId="1972"/>
        </pc:sldMkLst>
      </pc:sldChg>
      <pc:sldChg chg="add del setBg">
        <pc:chgData name="한준 김" userId="7dd4edb89109a895" providerId="LiveId" clId="{1296541B-A483-4B86-9E56-F32887AE44E3}" dt="2024-08-02T03:45:57.188" v="171" actId="2696"/>
        <pc:sldMkLst>
          <pc:docMk/>
          <pc:sldMk cId="2958105807" sldId="1972"/>
        </pc:sldMkLst>
      </pc:sldChg>
      <pc:sldChg chg="add del setBg">
        <pc:chgData name="한준 김" userId="7dd4edb89109a895" providerId="LiveId" clId="{1296541B-A483-4B86-9E56-F32887AE44E3}" dt="2024-08-02T03:45:57.188" v="171" actId="2696"/>
        <pc:sldMkLst>
          <pc:docMk/>
          <pc:sldMk cId="1795072005" sldId="1973"/>
        </pc:sldMkLst>
      </pc:sldChg>
      <pc:sldChg chg="add del">
        <pc:chgData name="한준 김" userId="7dd4edb89109a895" providerId="LiveId" clId="{1296541B-A483-4B86-9E56-F32887AE44E3}" dt="2024-10-25T09:13:46.892" v="6942" actId="2696"/>
        <pc:sldMkLst>
          <pc:docMk/>
          <pc:sldMk cId="3550790909" sldId="1973"/>
        </pc:sldMkLst>
      </pc:sldChg>
      <pc:sldChg chg="add del">
        <pc:chgData name="한준 김" userId="7dd4edb89109a895" providerId="LiveId" clId="{1296541B-A483-4B86-9E56-F32887AE44E3}" dt="2024-10-25T09:13:46.892" v="6942" actId="2696"/>
        <pc:sldMkLst>
          <pc:docMk/>
          <pc:sldMk cId="1129071465" sldId="1974"/>
        </pc:sldMkLst>
      </pc:sldChg>
      <pc:sldChg chg="add del setBg">
        <pc:chgData name="한준 김" userId="7dd4edb89109a895" providerId="LiveId" clId="{1296541B-A483-4B86-9E56-F32887AE44E3}" dt="2024-08-02T03:45:57.188" v="171" actId="2696"/>
        <pc:sldMkLst>
          <pc:docMk/>
          <pc:sldMk cId="2682655658" sldId="1974"/>
        </pc:sldMkLst>
      </pc:sldChg>
      <pc:sldChg chg="add del">
        <pc:chgData name="한준 김" userId="7dd4edb89109a895" providerId="LiveId" clId="{1296541B-A483-4B86-9E56-F32887AE44E3}" dt="2024-10-25T09:13:46.892" v="6942" actId="2696"/>
        <pc:sldMkLst>
          <pc:docMk/>
          <pc:sldMk cId="2365709587" sldId="1975"/>
        </pc:sldMkLst>
      </pc:sldChg>
      <pc:sldChg chg="add del modTransition">
        <pc:chgData name="한준 김" userId="7dd4edb89109a895" providerId="LiveId" clId="{1296541B-A483-4B86-9E56-F32887AE44E3}" dt="2024-10-31T07:40:15.913" v="7383" actId="2696"/>
        <pc:sldMkLst>
          <pc:docMk/>
          <pc:sldMk cId="3595825507" sldId="1976"/>
        </pc:sldMkLst>
      </pc:sldChg>
      <pc:sldChg chg="add del">
        <pc:chgData name="한준 김" userId="7dd4edb89109a895" providerId="LiveId" clId="{1296541B-A483-4B86-9E56-F32887AE44E3}" dt="2024-09-06T05:02:30.933" v="3465" actId="2696"/>
        <pc:sldMkLst>
          <pc:docMk/>
          <pc:sldMk cId="3340661560" sldId="1977"/>
        </pc:sldMkLst>
      </pc:sldChg>
      <pc:sldChg chg="modSp add del mod">
        <pc:chgData name="한준 김" userId="7dd4edb89109a895" providerId="LiveId" clId="{1296541B-A483-4B86-9E56-F32887AE44E3}" dt="2024-09-19T05:51:46.376" v="4281" actId="2696"/>
        <pc:sldMkLst>
          <pc:docMk/>
          <pc:sldMk cId="591214315" sldId="1978"/>
        </pc:sldMkLst>
      </pc:sldChg>
      <pc:sldChg chg="add del modTransition">
        <pc:chgData name="한준 김" userId="7dd4edb89109a895" providerId="LiveId" clId="{1296541B-A483-4B86-9E56-F32887AE44E3}" dt="2024-10-31T07:40:15.913" v="7383" actId="2696"/>
        <pc:sldMkLst>
          <pc:docMk/>
          <pc:sldMk cId="1467708128" sldId="1978"/>
        </pc:sldMkLst>
      </pc:sldChg>
      <pc:sldChg chg="add del modTransition">
        <pc:chgData name="한준 김" userId="7dd4edb89109a895" providerId="LiveId" clId="{1296541B-A483-4B86-9E56-F32887AE44E3}" dt="2024-11-08T06:48:00.510" v="7765" actId="2696"/>
        <pc:sldMkLst>
          <pc:docMk/>
          <pc:sldMk cId="2040911194" sldId="1979"/>
        </pc:sldMkLst>
      </pc:sldChg>
      <pc:sldChg chg="add del modTransition">
        <pc:chgData name="한준 김" userId="7dd4edb89109a895" providerId="LiveId" clId="{1296541B-A483-4B86-9E56-F32887AE44E3}" dt="2024-11-08T06:48:00.510" v="7765" actId="2696"/>
        <pc:sldMkLst>
          <pc:docMk/>
          <pc:sldMk cId="3992591183" sldId="1980"/>
        </pc:sldMkLst>
      </pc:sldChg>
      <pc:sldChg chg="modSp add del mod">
        <pc:chgData name="한준 김" userId="7dd4edb89109a895" providerId="LiveId" clId="{1296541B-A483-4B86-9E56-F32887AE44E3}" dt="2024-10-12T05:59:10.083" v="6111" actId="2696"/>
        <pc:sldMkLst>
          <pc:docMk/>
          <pc:sldMk cId="328321268" sldId="1982"/>
        </pc:sldMkLst>
      </pc:sldChg>
      <pc:sldChg chg="add del ord modTransition">
        <pc:chgData name="한준 김" userId="7dd4edb89109a895" providerId="LiveId" clId="{1296541B-A483-4B86-9E56-F32887AE44E3}" dt="2024-11-08T07:16:32.088" v="7844" actId="47"/>
        <pc:sldMkLst>
          <pc:docMk/>
          <pc:sldMk cId="2785180036" sldId="1983"/>
        </pc:sldMkLst>
      </pc:sldChg>
      <pc:sldChg chg="add del">
        <pc:chgData name="한준 김" userId="7dd4edb89109a895" providerId="LiveId" clId="{1296541B-A483-4B86-9E56-F32887AE44E3}" dt="2024-10-12T06:01:03.630" v="6118" actId="47"/>
        <pc:sldMkLst>
          <pc:docMk/>
          <pc:sldMk cId="169539846" sldId="1985"/>
        </pc:sldMkLst>
      </pc:sldChg>
      <pc:sldChg chg="add del modTransition">
        <pc:chgData name="한준 김" userId="7dd4edb89109a895" providerId="LiveId" clId="{1296541B-A483-4B86-9E56-F32887AE44E3}" dt="2024-11-28T07:28:03.356" v="10249" actId="2696"/>
        <pc:sldMkLst>
          <pc:docMk/>
          <pc:sldMk cId="3825684452" sldId="1985"/>
        </pc:sldMkLst>
      </pc:sldChg>
      <pc:sldChg chg="add del modTransition">
        <pc:chgData name="한준 김" userId="7dd4edb89109a895" providerId="LiveId" clId="{1296541B-A483-4B86-9E56-F32887AE44E3}" dt="2024-11-28T07:28:03.356" v="10249" actId="2696"/>
        <pc:sldMkLst>
          <pc:docMk/>
          <pc:sldMk cId="4031233043" sldId="1986"/>
        </pc:sldMkLst>
      </pc:sldChg>
      <pc:sldChg chg="add del">
        <pc:chgData name="한준 김" userId="7dd4edb89109a895" providerId="LiveId" clId="{1296541B-A483-4B86-9E56-F32887AE44E3}" dt="2024-10-25T09:16:48.451" v="7148" actId="2696"/>
        <pc:sldMkLst>
          <pc:docMk/>
          <pc:sldMk cId="4236517041" sldId="1986"/>
        </pc:sldMkLst>
      </pc:sldChg>
      <pc:sldChg chg="modSp add del mod modTransition">
        <pc:chgData name="한준 김" userId="7dd4edb89109a895" providerId="LiveId" clId="{1296541B-A483-4B86-9E56-F32887AE44E3}" dt="2024-11-28T07:28:03.356" v="10249" actId="2696"/>
        <pc:sldMkLst>
          <pc:docMk/>
          <pc:sldMk cId="2216009438" sldId="1987"/>
        </pc:sldMkLst>
      </pc:sldChg>
      <pc:sldChg chg="add del">
        <pc:chgData name="한준 김" userId="7dd4edb89109a895" providerId="LiveId" clId="{1296541B-A483-4B86-9E56-F32887AE44E3}" dt="2024-10-31T07:45:45.571" v="7434" actId="2696"/>
        <pc:sldMkLst>
          <pc:docMk/>
          <pc:sldMk cId="3308055514" sldId="1987"/>
        </pc:sldMkLst>
      </pc:sldChg>
      <pc:sldChg chg="add del modTransition">
        <pc:chgData name="한준 김" userId="7dd4edb89109a895" providerId="LiveId" clId="{1296541B-A483-4B86-9E56-F32887AE44E3}" dt="2024-12-06T07:31:20.683" v="10486" actId="2696"/>
        <pc:sldMkLst>
          <pc:docMk/>
          <pc:sldMk cId="692067960" sldId="1989"/>
        </pc:sldMkLst>
      </pc:sldChg>
      <pc:sldChg chg="add del modTransition">
        <pc:chgData name="한준 김" userId="7dd4edb89109a895" providerId="LiveId" clId="{1296541B-A483-4B86-9E56-F32887AE44E3}" dt="2024-12-14T00:40:04.371" v="10760" actId="2696"/>
        <pc:sldMkLst>
          <pc:docMk/>
          <pc:sldMk cId="1899191111" sldId="1991"/>
        </pc:sldMkLst>
      </pc:sldChg>
      <pc:sldChg chg="add del modTransition">
        <pc:chgData name="한준 김" userId="7dd4edb89109a895" providerId="LiveId" clId="{1296541B-A483-4B86-9E56-F32887AE44E3}" dt="2024-12-14T00:40:04.371" v="10760" actId="2696"/>
        <pc:sldMkLst>
          <pc:docMk/>
          <pc:sldMk cId="1494199890" sldId="1992"/>
        </pc:sldMkLst>
      </pc:sldChg>
      <pc:sldChg chg="add del modTransition">
        <pc:chgData name="한준 김" userId="7dd4edb89109a895" providerId="LiveId" clId="{1296541B-A483-4B86-9E56-F32887AE44E3}" dt="2024-12-14T00:40:04.371" v="10760" actId="2696"/>
        <pc:sldMkLst>
          <pc:docMk/>
          <pc:sldMk cId="3105440746" sldId="1993"/>
        </pc:sldMkLst>
      </pc:sldChg>
      <pc:sldChg chg="modSp add del mod">
        <pc:chgData name="한준 김" userId="7dd4edb89109a895" providerId="LiveId" clId="{1296541B-A483-4B86-9E56-F32887AE44E3}" dt="2024-11-22T16:54:31.900" v="9775" actId="2696"/>
        <pc:sldMkLst>
          <pc:docMk/>
          <pc:sldMk cId="1995719758" sldId="1994"/>
        </pc:sldMkLst>
      </pc:sldChg>
      <pc:sldChg chg="modSp add del mod modTransition">
        <pc:chgData name="한준 김" userId="7dd4edb89109a895" providerId="LiveId" clId="{1296541B-A483-4B86-9E56-F32887AE44E3}" dt="2024-12-19T05:55:41.309" v="11035" actId="2696"/>
        <pc:sldMkLst>
          <pc:docMk/>
          <pc:sldMk cId="1722154856" sldId="1998"/>
        </pc:sldMkLst>
      </pc:sldChg>
      <pc:sldChg chg="add del modTransition">
        <pc:chgData name="한준 김" userId="7dd4edb89109a895" providerId="LiveId" clId="{1296541B-A483-4B86-9E56-F32887AE44E3}" dt="2024-12-19T05:55:41.309" v="11035" actId="2696"/>
        <pc:sldMkLst>
          <pc:docMk/>
          <pc:sldMk cId="3429829163" sldId="1999"/>
        </pc:sldMkLst>
      </pc:sldChg>
      <pc:sldChg chg="add del modTransition">
        <pc:chgData name="한준 김" userId="7dd4edb89109a895" providerId="LiveId" clId="{1296541B-A483-4B86-9E56-F32887AE44E3}" dt="2024-12-27T07:29:21.876" v="11209"/>
        <pc:sldMkLst>
          <pc:docMk/>
          <pc:sldMk cId="2504116994" sldId="2001"/>
        </pc:sldMkLst>
      </pc:sldChg>
      <pc:sldChg chg="add del modTransition">
        <pc:chgData name="한준 김" userId="7dd4edb89109a895" providerId="LiveId" clId="{1296541B-A483-4B86-9E56-F32887AE44E3}" dt="2024-12-27T07:29:21.876" v="11209"/>
        <pc:sldMkLst>
          <pc:docMk/>
          <pc:sldMk cId="1203081506" sldId="2002"/>
        </pc:sldMkLst>
      </pc:sldChg>
      <pc:sldChg chg="add del ord modTransition">
        <pc:chgData name="한준 김" userId="7dd4edb89109a895" providerId="LiveId" clId="{1296541B-A483-4B86-9E56-F32887AE44E3}" dt="2024-11-22T16:50:20.202" v="9753" actId="2696"/>
        <pc:sldMkLst>
          <pc:docMk/>
          <pc:sldMk cId="1677886534" sldId="2011"/>
        </pc:sldMkLst>
      </pc:sldChg>
      <pc:sldChg chg="add del modTransition">
        <pc:chgData name="한준 김" userId="7dd4edb89109a895" providerId="LiveId" clId="{1296541B-A483-4B86-9E56-F32887AE44E3}" dt="2024-12-27T07:28:08.231" v="11155" actId="2696"/>
        <pc:sldMkLst>
          <pc:docMk/>
          <pc:sldMk cId="2602952863" sldId="2012"/>
        </pc:sldMkLst>
      </pc:sldChg>
      <pc:sldChg chg="add del modTransition">
        <pc:chgData name="한준 김" userId="7dd4edb89109a895" providerId="LiveId" clId="{1296541B-A483-4B86-9E56-F32887AE44E3}" dt="2024-12-19T05:56:29.626" v="11042" actId="47"/>
        <pc:sldMkLst>
          <pc:docMk/>
          <pc:sldMk cId="2593734397" sldId="2013"/>
        </pc:sldMkLst>
      </pc:sldChg>
      <pc:sldChg chg="add del modTransition">
        <pc:chgData name="한준 김" userId="7dd4edb89109a895" providerId="LiveId" clId="{1296541B-A483-4B86-9E56-F32887AE44E3}" dt="2024-12-27T07:28:08.231" v="11155" actId="2696"/>
        <pc:sldMkLst>
          <pc:docMk/>
          <pc:sldMk cId="1968566865" sldId="2014"/>
        </pc:sldMkLst>
      </pc:sldChg>
      <pc:sldChg chg="add del">
        <pc:chgData name="한준 김" userId="7dd4edb89109a895" providerId="LiveId" clId="{1296541B-A483-4B86-9E56-F32887AE44E3}" dt="2024-10-12T05:54:13.573" v="5896" actId="2696"/>
        <pc:sldMkLst>
          <pc:docMk/>
          <pc:sldMk cId="2768734660" sldId="2056"/>
        </pc:sldMkLst>
      </pc:sldChg>
      <pc:sldChg chg="add del">
        <pc:chgData name="한준 김" userId="7dd4edb89109a895" providerId="LiveId" clId="{1296541B-A483-4B86-9E56-F32887AE44E3}" dt="2024-10-17T04:51:41.710" v="6336" actId="2696"/>
        <pc:sldMkLst>
          <pc:docMk/>
          <pc:sldMk cId="3088559123" sldId="2056"/>
        </pc:sldMkLst>
      </pc:sldChg>
      <pc:sldChg chg="add del">
        <pc:chgData name="한준 김" userId="7dd4edb89109a895" providerId="LiveId" clId="{1296541B-A483-4B86-9E56-F32887AE44E3}" dt="2024-10-12T05:54:18.344" v="5898"/>
        <pc:sldMkLst>
          <pc:docMk/>
          <pc:sldMk cId="3888208855" sldId="2056"/>
        </pc:sldMkLst>
      </pc:sldChg>
      <pc:sldChg chg="add del">
        <pc:chgData name="한준 김" userId="7dd4edb89109a895" providerId="LiveId" clId="{1296541B-A483-4B86-9E56-F32887AE44E3}" dt="2024-10-17T04:51:41.710" v="6336" actId="2696"/>
        <pc:sldMkLst>
          <pc:docMk/>
          <pc:sldMk cId="4240923292" sldId="2058"/>
        </pc:sldMkLst>
      </pc:sldChg>
      <pc:sldChg chg="add del">
        <pc:chgData name="한준 김" userId="7dd4edb89109a895" providerId="LiveId" clId="{1296541B-A483-4B86-9E56-F32887AE44E3}" dt="2024-10-17T04:51:41.710" v="6336" actId="2696"/>
        <pc:sldMkLst>
          <pc:docMk/>
          <pc:sldMk cId="66576322" sldId="2059"/>
        </pc:sldMkLst>
      </pc:sldChg>
      <pc:sldChg chg="add del">
        <pc:chgData name="한준 김" userId="7dd4edb89109a895" providerId="LiveId" clId="{1296541B-A483-4B86-9E56-F32887AE44E3}" dt="2024-10-12T05:56:20.642" v="5928" actId="2696"/>
        <pc:sldMkLst>
          <pc:docMk/>
          <pc:sldMk cId="2424404679" sldId="2060"/>
        </pc:sldMkLst>
      </pc:sldChg>
      <pc:sldChg chg="add del">
        <pc:chgData name="한준 김" userId="7dd4edb89109a895" providerId="LiveId" clId="{1296541B-A483-4B86-9E56-F32887AE44E3}" dt="2024-10-17T04:51:41.710" v="6336" actId="2696"/>
        <pc:sldMkLst>
          <pc:docMk/>
          <pc:sldMk cId="3735425029" sldId="2063"/>
        </pc:sldMkLst>
      </pc:sldChg>
      <pc:sldChg chg="add del">
        <pc:chgData name="한준 김" userId="7dd4edb89109a895" providerId="LiveId" clId="{1296541B-A483-4B86-9E56-F32887AE44E3}" dt="2024-10-17T04:51:41.710" v="6336" actId="2696"/>
        <pc:sldMkLst>
          <pc:docMk/>
          <pc:sldMk cId="2818213822" sldId="2064"/>
        </pc:sldMkLst>
      </pc:sldChg>
      <pc:sldChg chg="add del">
        <pc:chgData name="한준 김" userId="7dd4edb89109a895" providerId="LiveId" clId="{1296541B-A483-4B86-9E56-F32887AE44E3}" dt="2024-10-17T04:51:41.710" v="6336" actId="2696"/>
        <pc:sldMkLst>
          <pc:docMk/>
          <pc:sldMk cId="3946160308" sldId="2067"/>
        </pc:sldMkLst>
      </pc:sldChg>
      <pc:sldChg chg="add del">
        <pc:chgData name="한준 김" userId="7dd4edb89109a895" providerId="LiveId" clId="{1296541B-A483-4B86-9E56-F32887AE44E3}" dt="2024-10-17T04:54:50.111" v="6344" actId="2696"/>
        <pc:sldMkLst>
          <pc:docMk/>
          <pc:sldMk cId="1752447009" sldId="2069"/>
        </pc:sldMkLst>
      </pc:sldChg>
      <pc:sldChg chg="add del">
        <pc:chgData name="한준 김" userId="7dd4edb89109a895" providerId="LiveId" clId="{1296541B-A483-4B86-9E56-F32887AE44E3}" dt="2024-10-25T09:13:46.892" v="6942" actId="2696"/>
        <pc:sldMkLst>
          <pc:docMk/>
          <pc:sldMk cId="2465534786" sldId="2069"/>
        </pc:sldMkLst>
      </pc:sldChg>
      <pc:sldChg chg="add del">
        <pc:chgData name="한준 김" userId="7dd4edb89109a895" providerId="LiveId" clId="{1296541B-A483-4B86-9E56-F32887AE44E3}" dt="2024-10-25T09:13:46.892" v="6942" actId="2696"/>
        <pc:sldMkLst>
          <pc:docMk/>
          <pc:sldMk cId="241717300" sldId="2070"/>
        </pc:sldMkLst>
      </pc:sldChg>
      <pc:sldChg chg="add del">
        <pc:chgData name="한준 김" userId="7dd4edb89109a895" providerId="LiveId" clId="{1296541B-A483-4B86-9E56-F32887AE44E3}" dt="2024-10-17T04:54:50.111" v="6344" actId="2696"/>
        <pc:sldMkLst>
          <pc:docMk/>
          <pc:sldMk cId="1551178035" sldId="2070"/>
        </pc:sldMkLst>
      </pc:sldChg>
      <pc:sldChg chg="add del">
        <pc:chgData name="한준 김" userId="7dd4edb89109a895" providerId="LiveId" clId="{1296541B-A483-4B86-9E56-F32887AE44E3}" dt="2024-10-25T09:13:46.892" v="6942" actId="2696"/>
        <pc:sldMkLst>
          <pc:docMk/>
          <pc:sldMk cId="3911451962" sldId="2072"/>
        </pc:sldMkLst>
      </pc:sldChg>
      <pc:sldChg chg="add del">
        <pc:chgData name="한준 김" userId="7dd4edb89109a895" providerId="LiveId" clId="{1296541B-A483-4B86-9E56-F32887AE44E3}" dt="2024-10-25T09:13:46.892" v="6942" actId="2696"/>
        <pc:sldMkLst>
          <pc:docMk/>
          <pc:sldMk cId="4111160859" sldId="2073"/>
        </pc:sldMkLst>
      </pc:sldChg>
      <pc:sldChg chg="add del">
        <pc:chgData name="한준 김" userId="7dd4edb89109a895" providerId="LiveId" clId="{1296541B-A483-4B86-9E56-F32887AE44E3}" dt="2024-10-25T09:13:46.892" v="6942" actId="2696"/>
        <pc:sldMkLst>
          <pc:docMk/>
          <pc:sldMk cId="2956289879" sldId="2074"/>
        </pc:sldMkLst>
      </pc:sldChg>
      <pc:sldChg chg="add del modTransition">
        <pc:chgData name="한준 김" userId="7dd4edb89109a895" providerId="LiveId" clId="{1296541B-A483-4B86-9E56-F32887AE44E3}" dt="2024-10-25T09:14:38.753" v="6970" actId="2696"/>
        <pc:sldMkLst>
          <pc:docMk/>
          <pc:sldMk cId="918612143" sldId="2078"/>
        </pc:sldMkLst>
      </pc:sldChg>
      <pc:sldChg chg="add del">
        <pc:chgData name="한준 김" userId="7dd4edb89109a895" providerId="LiveId" clId="{1296541B-A483-4B86-9E56-F32887AE44E3}" dt="2024-10-31T07:40:15.913" v="7383" actId="2696"/>
        <pc:sldMkLst>
          <pc:docMk/>
          <pc:sldMk cId="4121381255" sldId="2078"/>
        </pc:sldMkLst>
      </pc:sldChg>
      <pc:sldChg chg="add del modTransition">
        <pc:chgData name="한준 김" userId="7dd4edb89109a895" providerId="LiveId" clId="{1296541B-A483-4B86-9E56-F32887AE44E3}" dt="2024-10-31T07:40:15.913" v="7383" actId="2696"/>
        <pc:sldMkLst>
          <pc:docMk/>
          <pc:sldMk cId="573321875" sldId="2081"/>
        </pc:sldMkLst>
      </pc:sldChg>
      <pc:sldChg chg="add del modTransition">
        <pc:chgData name="한준 김" userId="7dd4edb89109a895" providerId="LiveId" clId="{1296541B-A483-4B86-9E56-F32887AE44E3}" dt="2024-10-31T07:40:15.913" v="7383" actId="2696"/>
        <pc:sldMkLst>
          <pc:docMk/>
          <pc:sldMk cId="197254130" sldId="2082"/>
        </pc:sldMkLst>
      </pc:sldChg>
      <pc:sldChg chg="add del modTransition">
        <pc:chgData name="한준 김" userId="7dd4edb89109a895" providerId="LiveId" clId="{1296541B-A483-4B86-9E56-F32887AE44E3}" dt="2024-11-08T06:48:00.510" v="7765" actId="2696"/>
        <pc:sldMkLst>
          <pc:docMk/>
          <pc:sldMk cId="2016630939" sldId="2083"/>
        </pc:sldMkLst>
      </pc:sldChg>
      <pc:sldChg chg="add del modTransition">
        <pc:chgData name="한준 김" userId="7dd4edb89109a895" providerId="LiveId" clId="{1296541B-A483-4B86-9E56-F32887AE44E3}" dt="2024-10-31T07:40:15.913" v="7383" actId="2696"/>
        <pc:sldMkLst>
          <pc:docMk/>
          <pc:sldMk cId="1315813057" sldId="2084"/>
        </pc:sldMkLst>
      </pc:sldChg>
      <pc:sldChg chg="add del modTransition">
        <pc:chgData name="한준 김" userId="7dd4edb89109a895" providerId="LiveId" clId="{1296541B-A483-4B86-9E56-F32887AE44E3}" dt="2024-10-31T07:40:15.913" v="7383" actId="2696"/>
        <pc:sldMkLst>
          <pc:docMk/>
          <pc:sldMk cId="2808739769" sldId="2085"/>
        </pc:sldMkLst>
      </pc:sldChg>
      <pc:sldChg chg="add del modTransition">
        <pc:chgData name="한준 김" userId="7dd4edb89109a895" providerId="LiveId" clId="{1296541B-A483-4B86-9E56-F32887AE44E3}" dt="2024-11-08T06:48:00.510" v="7765" actId="2696"/>
        <pc:sldMkLst>
          <pc:docMk/>
          <pc:sldMk cId="2631556722" sldId="2089"/>
        </pc:sldMkLst>
      </pc:sldChg>
      <pc:sldChg chg="modSp add del mod modTransition">
        <pc:chgData name="한준 김" userId="7dd4edb89109a895" providerId="LiveId" clId="{1296541B-A483-4B86-9E56-F32887AE44E3}" dt="2024-11-08T06:48:00.510" v="7765" actId="2696"/>
        <pc:sldMkLst>
          <pc:docMk/>
          <pc:sldMk cId="2233455735" sldId="2090"/>
        </pc:sldMkLst>
      </pc:sldChg>
      <pc:sldChg chg="add del ord modTransition">
        <pc:chgData name="한준 김" userId="7dd4edb89109a895" providerId="LiveId" clId="{1296541B-A483-4B86-9E56-F32887AE44E3}" dt="2024-11-15T08:23:49.504" v="8829" actId="2696"/>
        <pc:sldMkLst>
          <pc:docMk/>
          <pc:sldMk cId="610768779" sldId="2095"/>
        </pc:sldMkLst>
      </pc:sldChg>
      <pc:sldChg chg="add del ord modTransition">
        <pc:chgData name="한준 김" userId="7dd4edb89109a895" providerId="LiveId" clId="{1296541B-A483-4B86-9E56-F32887AE44E3}" dt="2024-11-15T08:23:49.504" v="8829" actId="2696"/>
        <pc:sldMkLst>
          <pc:docMk/>
          <pc:sldMk cId="2048385037" sldId="2096"/>
        </pc:sldMkLst>
      </pc:sldChg>
      <pc:sldChg chg="add del ord modTransition">
        <pc:chgData name="한준 김" userId="7dd4edb89109a895" providerId="LiveId" clId="{1296541B-A483-4B86-9E56-F32887AE44E3}" dt="2024-11-15T08:23:49.504" v="8829" actId="2696"/>
        <pc:sldMkLst>
          <pc:docMk/>
          <pc:sldMk cId="4194186521" sldId="2097"/>
        </pc:sldMkLst>
      </pc:sldChg>
      <pc:sldChg chg="add del ord modTransition">
        <pc:chgData name="한준 김" userId="7dd4edb89109a895" providerId="LiveId" clId="{1296541B-A483-4B86-9E56-F32887AE44E3}" dt="2024-11-15T08:23:49.504" v="8829" actId="2696"/>
        <pc:sldMkLst>
          <pc:docMk/>
          <pc:sldMk cId="1064826634" sldId="2098"/>
        </pc:sldMkLst>
      </pc:sldChg>
      <pc:sldChg chg="add del ord modTransition">
        <pc:chgData name="한준 김" userId="7dd4edb89109a895" providerId="LiveId" clId="{1296541B-A483-4B86-9E56-F32887AE44E3}" dt="2024-11-15T08:23:49.504" v="8829" actId="2696"/>
        <pc:sldMkLst>
          <pc:docMk/>
          <pc:sldMk cId="3739917669" sldId="2099"/>
        </pc:sldMkLst>
      </pc:sldChg>
      <pc:sldChg chg="modSp add del mod ord modTransition">
        <pc:chgData name="한준 김" userId="7dd4edb89109a895" providerId="LiveId" clId="{1296541B-A483-4B86-9E56-F32887AE44E3}" dt="2024-11-15T08:23:49.504" v="8829" actId="2696"/>
        <pc:sldMkLst>
          <pc:docMk/>
          <pc:sldMk cId="960635706" sldId="2103"/>
        </pc:sldMkLst>
      </pc:sldChg>
      <pc:sldChg chg="modSp add del mod ord modTransition">
        <pc:chgData name="한준 김" userId="7dd4edb89109a895" providerId="LiveId" clId="{1296541B-A483-4B86-9E56-F32887AE44E3}" dt="2024-11-15T08:23:49.504" v="8829" actId="2696"/>
        <pc:sldMkLst>
          <pc:docMk/>
          <pc:sldMk cId="1443756012" sldId="2104"/>
        </pc:sldMkLst>
      </pc:sldChg>
      <pc:sldChg chg="add del ord modTransition">
        <pc:chgData name="한준 김" userId="7dd4edb89109a895" providerId="LiveId" clId="{1296541B-A483-4B86-9E56-F32887AE44E3}" dt="2024-11-15T08:23:49.504" v="8829" actId="2696"/>
        <pc:sldMkLst>
          <pc:docMk/>
          <pc:sldMk cId="1575555334" sldId="2105"/>
        </pc:sldMkLst>
      </pc:sldChg>
      <pc:sldChg chg="modSp add del mod ord modTransition">
        <pc:chgData name="한준 김" userId="7dd4edb89109a895" providerId="LiveId" clId="{1296541B-A483-4B86-9E56-F32887AE44E3}" dt="2024-11-15T08:23:49.504" v="8829" actId="2696"/>
        <pc:sldMkLst>
          <pc:docMk/>
          <pc:sldMk cId="4123461550" sldId="2106"/>
        </pc:sldMkLst>
      </pc:sldChg>
      <pc:sldChg chg="add del ord modTransition">
        <pc:chgData name="한준 김" userId="7dd4edb89109a895" providerId="LiveId" clId="{1296541B-A483-4B86-9E56-F32887AE44E3}" dt="2024-11-15T08:23:49.504" v="8829" actId="2696"/>
        <pc:sldMkLst>
          <pc:docMk/>
          <pc:sldMk cId="707979275" sldId="2108"/>
        </pc:sldMkLst>
      </pc:sldChg>
      <pc:sldChg chg="add del modTransition">
        <pc:chgData name="한준 김" userId="7dd4edb89109a895" providerId="LiveId" clId="{1296541B-A483-4B86-9E56-F32887AE44E3}" dt="2024-11-28T07:28:03.356" v="10249" actId="2696"/>
        <pc:sldMkLst>
          <pc:docMk/>
          <pc:sldMk cId="1535982585" sldId="2109"/>
        </pc:sldMkLst>
      </pc:sldChg>
      <pc:sldChg chg="add del modTransition">
        <pc:chgData name="한준 김" userId="7dd4edb89109a895" providerId="LiveId" clId="{1296541B-A483-4B86-9E56-F32887AE44E3}" dt="2024-11-28T07:28:03.356" v="10249" actId="2696"/>
        <pc:sldMkLst>
          <pc:docMk/>
          <pc:sldMk cId="1271910674" sldId="2113"/>
        </pc:sldMkLst>
      </pc:sldChg>
      <pc:sldChg chg="add del modTransition">
        <pc:chgData name="한준 김" userId="7dd4edb89109a895" providerId="LiveId" clId="{1296541B-A483-4B86-9E56-F32887AE44E3}" dt="2024-11-22T16:50:54.211" v="9760" actId="2696"/>
        <pc:sldMkLst>
          <pc:docMk/>
          <pc:sldMk cId="3982233988" sldId="2113"/>
        </pc:sldMkLst>
      </pc:sldChg>
      <pc:sldChg chg="add del modTransition">
        <pc:chgData name="한준 김" userId="7dd4edb89109a895" providerId="LiveId" clId="{1296541B-A483-4B86-9E56-F32887AE44E3}" dt="2024-11-22T16:50:54.211" v="9760" actId="2696"/>
        <pc:sldMkLst>
          <pc:docMk/>
          <pc:sldMk cId="1673739201" sldId="2114"/>
        </pc:sldMkLst>
      </pc:sldChg>
      <pc:sldChg chg="add del modTransition">
        <pc:chgData name="한준 김" userId="7dd4edb89109a895" providerId="LiveId" clId="{1296541B-A483-4B86-9E56-F32887AE44E3}" dt="2024-11-28T07:28:03.356" v="10249" actId="2696"/>
        <pc:sldMkLst>
          <pc:docMk/>
          <pc:sldMk cId="2077016762" sldId="2114"/>
        </pc:sldMkLst>
      </pc:sldChg>
      <pc:sldChg chg="add del modTransition">
        <pc:chgData name="한준 김" userId="7dd4edb89109a895" providerId="LiveId" clId="{1296541B-A483-4B86-9E56-F32887AE44E3}" dt="2024-11-28T07:28:03.356" v="10249" actId="2696"/>
        <pc:sldMkLst>
          <pc:docMk/>
          <pc:sldMk cId="3994026325" sldId="2116"/>
        </pc:sldMkLst>
      </pc:sldChg>
      <pc:sldChg chg="add del modTransition">
        <pc:chgData name="한준 김" userId="7dd4edb89109a895" providerId="LiveId" clId="{1296541B-A483-4B86-9E56-F32887AE44E3}" dt="2024-12-14T00:40:04.371" v="10760" actId="2696"/>
        <pc:sldMkLst>
          <pc:docMk/>
          <pc:sldMk cId="1337390290" sldId="2118"/>
        </pc:sldMkLst>
      </pc:sldChg>
      <pc:sldChg chg="modSp add del mod modTransition">
        <pc:chgData name="한준 김" userId="7dd4edb89109a895" providerId="LiveId" clId="{1296541B-A483-4B86-9E56-F32887AE44E3}" dt="2024-11-28T07:28:03.356" v="10249" actId="2696"/>
        <pc:sldMkLst>
          <pc:docMk/>
          <pc:sldMk cId="181333425" sldId="2119"/>
        </pc:sldMkLst>
      </pc:sldChg>
      <pc:sldChg chg="add del modTransition">
        <pc:chgData name="한준 김" userId="7dd4edb89109a895" providerId="LiveId" clId="{1296541B-A483-4B86-9E56-F32887AE44E3}" dt="2024-11-28T07:28:26.594" v="10253" actId="2696"/>
        <pc:sldMkLst>
          <pc:docMk/>
          <pc:sldMk cId="173772817" sldId="2123"/>
        </pc:sldMkLst>
      </pc:sldChg>
      <pc:sldChg chg="add del modTransition">
        <pc:chgData name="한준 김" userId="7dd4edb89109a895" providerId="LiveId" clId="{1296541B-A483-4B86-9E56-F32887AE44E3}" dt="2024-12-06T07:31:20.683" v="10486" actId="2696"/>
        <pc:sldMkLst>
          <pc:docMk/>
          <pc:sldMk cId="1950143638" sldId="2123"/>
        </pc:sldMkLst>
      </pc:sldChg>
      <pc:sldChg chg="add del modTransition">
        <pc:chgData name="한준 김" userId="7dd4edb89109a895" providerId="LiveId" clId="{1296541B-A483-4B86-9E56-F32887AE44E3}" dt="2024-11-28T07:32:42.976" v="10308" actId="47"/>
        <pc:sldMkLst>
          <pc:docMk/>
          <pc:sldMk cId="4192914432" sldId="2125"/>
        </pc:sldMkLst>
      </pc:sldChg>
      <pc:sldChg chg="modSp add del mod modTransition">
        <pc:chgData name="한준 김" userId="7dd4edb89109a895" providerId="LiveId" clId="{1296541B-A483-4B86-9E56-F32887AE44E3}" dt="2024-12-06T07:31:20.683" v="10486" actId="2696"/>
        <pc:sldMkLst>
          <pc:docMk/>
          <pc:sldMk cId="3326221606" sldId="2126"/>
        </pc:sldMkLst>
      </pc:sldChg>
      <pc:sldChg chg="add del modTransition">
        <pc:chgData name="한준 김" userId="7dd4edb89109a895" providerId="LiveId" clId="{1296541B-A483-4B86-9E56-F32887AE44E3}" dt="2024-11-28T07:32:46.859" v="10309" actId="47"/>
        <pc:sldMkLst>
          <pc:docMk/>
          <pc:sldMk cId="2496243886" sldId="2127"/>
        </pc:sldMkLst>
      </pc:sldChg>
      <pc:sldChg chg="modSp add del mod modTransition">
        <pc:chgData name="한준 김" userId="7dd4edb89109a895" providerId="LiveId" clId="{1296541B-A483-4B86-9E56-F32887AE44E3}" dt="2024-12-06T07:31:20.683" v="10486" actId="2696"/>
        <pc:sldMkLst>
          <pc:docMk/>
          <pc:sldMk cId="2807892076" sldId="2128"/>
        </pc:sldMkLst>
      </pc:sldChg>
      <pc:sldChg chg="modSp add del mod modTransition">
        <pc:chgData name="한준 김" userId="7dd4edb89109a895" providerId="LiveId" clId="{1296541B-A483-4B86-9E56-F32887AE44E3}" dt="2024-12-06T07:31:20.683" v="10486" actId="2696"/>
        <pc:sldMkLst>
          <pc:docMk/>
          <pc:sldMk cId="817462975" sldId="2129"/>
        </pc:sldMkLst>
      </pc:sldChg>
      <pc:sldChg chg="modSp add del mod modTransition">
        <pc:chgData name="한준 김" userId="7dd4edb89109a895" providerId="LiveId" clId="{1296541B-A483-4B86-9E56-F32887AE44E3}" dt="2024-12-06T07:31:20.683" v="10486" actId="2696"/>
        <pc:sldMkLst>
          <pc:docMk/>
          <pc:sldMk cId="948826950" sldId="2130"/>
        </pc:sldMkLst>
      </pc:sldChg>
      <pc:sldChg chg="modSp add del mod">
        <pc:chgData name="한준 김" userId="7dd4edb89109a895" providerId="LiveId" clId="{1296541B-A483-4B86-9E56-F32887AE44E3}" dt="2024-12-06T07:31:20.683" v="10486" actId="2696"/>
        <pc:sldMkLst>
          <pc:docMk/>
          <pc:sldMk cId="25138234" sldId="2131"/>
        </pc:sldMkLst>
      </pc:sldChg>
      <pc:sldChg chg="add del modTransition">
        <pc:chgData name="한준 김" userId="7dd4edb89109a895" providerId="LiveId" clId="{1296541B-A483-4B86-9E56-F32887AE44E3}" dt="2024-12-06T07:31:20.683" v="10486" actId="2696"/>
        <pc:sldMkLst>
          <pc:docMk/>
          <pc:sldMk cId="1969526259" sldId="2132"/>
        </pc:sldMkLst>
      </pc:sldChg>
      <pc:sldChg chg="modSp add del mod modTransition">
        <pc:chgData name="한준 김" userId="7dd4edb89109a895" providerId="LiveId" clId="{1296541B-A483-4B86-9E56-F32887AE44E3}" dt="2024-12-06T07:31:20.683" v="10486" actId="2696"/>
        <pc:sldMkLst>
          <pc:docMk/>
          <pc:sldMk cId="277763566" sldId="2133"/>
        </pc:sldMkLst>
      </pc:sldChg>
      <pc:sldChg chg="add del modTransition">
        <pc:chgData name="한준 김" userId="7dd4edb89109a895" providerId="LiveId" clId="{1296541B-A483-4B86-9E56-F32887AE44E3}" dt="2024-12-06T07:31:50.326" v="10492"/>
        <pc:sldMkLst>
          <pc:docMk/>
          <pc:sldMk cId="357213394" sldId="2138"/>
        </pc:sldMkLst>
      </pc:sldChg>
      <pc:sldChg chg="add del modTransition">
        <pc:chgData name="한준 김" userId="7dd4edb89109a895" providerId="LiveId" clId="{1296541B-A483-4B86-9E56-F32887AE44E3}" dt="2024-12-06T07:31:45.124" v="10490" actId="2696"/>
        <pc:sldMkLst>
          <pc:docMk/>
          <pc:sldMk cId="1792763188" sldId="2138"/>
        </pc:sldMkLst>
      </pc:sldChg>
      <pc:sldChg chg="add del">
        <pc:chgData name="한준 김" userId="7dd4edb89109a895" providerId="LiveId" clId="{1296541B-A483-4B86-9E56-F32887AE44E3}" dt="2024-12-14T00:40:04.371" v="10760" actId="2696"/>
        <pc:sldMkLst>
          <pc:docMk/>
          <pc:sldMk cId="3886007517" sldId="2138"/>
        </pc:sldMkLst>
      </pc:sldChg>
      <pc:sldChg chg="add del modTransition">
        <pc:chgData name="한준 김" userId="7dd4edb89109a895" providerId="LiveId" clId="{1296541B-A483-4B86-9E56-F32887AE44E3}" dt="2024-12-14T01:13:41.785" v="10959" actId="2696"/>
        <pc:sldMkLst>
          <pc:docMk/>
          <pc:sldMk cId="801605733" sldId="2142"/>
        </pc:sldMkLst>
      </pc:sldChg>
      <pc:sldChg chg="add del">
        <pc:chgData name="한준 김" userId="7dd4edb89109a895" providerId="LiveId" clId="{1296541B-A483-4B86-9E56-F32887AE44E3}" dt="2024-12-19T05:55:41.309" v="11035" actId="2696"/>
        <pc:sldMkLst>
          <pc:docMk/>
          <pc:sldMk cId="2270419777" sldId="2142"/>
        </pc:sldMkLst>
      </pc:sldChg>
      <pc:sldChg chg="add del modTransition">
        <pc:chgData name="한준 김" userId="7dd4edb89109a895" providerId="LiveId" clId="{1296541B-A483-4B86-9E56-F32887AE44E3}" dt="2024-12-14T01:13:46.778" v="10961"/>
        <pc:sldMkLst>
          <pc:docMk/>
          <pc:sldMk cId="2596719832" sldId="2142"/>
        </pc:sldMkLst>
      </pc:sldChg>
      <pc:sldChg chg="add del">
        <pc:chgData name="한준 김" userId="7dd4edb89109a895" providerId="LiveId" clId="{1296541B-A483-4B86-9E56-F32887AE44E3}" dt="2024-12-14T00:40:04.371" v="10760" actId="2696"/>
        <pc:sldMkLst>
          <pc:docMk/>
          <pc:sldMk cId="2367144553" sldId="2147"/>
        </pc:sldMkLst>
      </pc:sldChg>
      <pc:sldChg chg="add del modTransition">
        <pc:chgData name="한준 김" userId="7dd4edb89109a895" providerId="LiveId" clId="{1296541B-A483-4B86-9E56-F32887AE44E3}" dt="2024-12-06T07:31:50.326" v="10492"/>
        <pc:sldMkLst>
          <pc:docMk/>
          <pc:sldMk cId="3320169702" sldId="2147"/>
        </pc:sldMkLst>
      </pc:sldChg>
      <pc:sldChg chg="add del modTransition">
        <pc:chgData name="한준 김" userId="7dd4edb89109a895" providerId="LiveId" clId="{1296541B-A483-4B86-9E56-F32887AE44E3}" dt="2024-12-06T07:31:45.124" v="10490" actId="2696"/>
        <pc:sldMkLst>
          <pc:docMk/>
          <pc:sldMk cId="3765924613" sldId="2147"/>
        </pc:sldMkLst>
      </pc:sldChg>
      <pc:sldChg chg="add del modTransition">
        <pc:chgData name="한준 김" userId="7dd4edb89109a895" providerId="LiveId" clId="{1296541B-A483-4B86-9E56-F32887AE44E3}" dt="2024-12-06T07:31:50.326" v="10492"/>
        <pc:sldMkLst>
          <pc:docMk/>
          <pc:sldMk cId="107899862" sldId="2148"/>
        </pc:sldMkLst>
      </pc:sldChg>
      <pc:sldChg chg="add del modTransition">
        <pc:chgData name="한준 김" userId="7dd4edb89109a895" providerId="LiveId" clId="{1296541B-A483-4B86-9E56-F32887AE44E3}" dt="2024-12-06T07:31:45.124" v="10490" actId="2696"/>
        <pc:sldMkLst>
          <pc:docMk/>
          <pc:sldMk cId="2426141466" sldId="2148"/>
        </pc:sldMkLst>
      </pc:sldChg>
      <pc:sldChg chg="add del">
        <pc:chgData name="한준 김" userId="7dd4edb89109a895" providerId="LiveId" clId="{1296541B-A483-4B86-9E56-F32887AE44E3}" dt="2024-12-14T00:40:04.371" v="10760" actId="2696"/>
        <pc:sldMkLst>
          <pc:docMk/>
          <pc:sldMk cId="2773473609" sldId="2148"/>
        </pc:sldMkLst>
      </pc:sldChg>
      <pc:sldChg chg="add del">
        <pc:chgData name="한준 김" userId="7dd4edb89109a895" providerId="LiveId" clId="{1296541B-A483-4B86-9E56-F32887AE44E3}" dt="2024-12-06T07:33:22.829" v="10553" actId="2696"/>
        <pc:sldMkLst>
          <pc:docMk/>
          <pc:sldMk cId="502234741" sldId="2149"/>
        </pc:sldMkLst>
      </pc:sldChg>
      <pc:sldChg chg="modSp add del mod modTransition">
        <pc:chgData name="한준 김" userId="7dd4edb89109a895" providerId="LiveId" clId="{1296541B-A483-4B86-9E56-F32887AE44E3}" dt="2024-12-14T00:40:04.371" v="10760" actId="2696"/>
        <pc:sldMkLst>
          <pc:docMk/>
          <pc:sldMk cId="546820824" sldId="2152"/>
        </pc:sldMkLst>
      </pc:sldChg>
      <pc:sldChg chg="add del">
        <pc:chgData name="한준 김" userId="7dd4edb89109a895" providerId="LiveId" clId="{1296541B-A483-4B86-9E56-F32887AE44E3}" dt="2024-12-06T07:33:59.560" v="10555" actId="2696"/>
        <pc:sldMkLst>
          <pc:docMk/>
          <pc:sldMk cId="3027821785" sldId="2153"/>
        </pc:sldMkLst>
      </pc:sldChg>
      <pc:sldChg chg="add del modTransition">
        <pc:chgData name="한준 김" userId="7dd4edb89109a895" providerId="LiveId" clId="{1296541B-A483-4B86-9E56-F32887AE44E3}" dt="2024-12-19T05:55:41.309" v="11035" actId="2696"/>
        <pc:sldMkLst>
          <pc:docMk/>
          <pc:sldMk cId="1494734992" sldId="2154"/>
        </pc:sldMkLst>
      </pc:sldChg>
      <pc:sldChg chg="add del modTransition">
        <pc:chgData name="한준 김" userId="7dd4edb89109a895" providerId="LiveId" clId="{1296541B-A483-4B86-9E56-F32887AE44E3}" dt="2024-12-19T05:55:41.309" v="11035" actId="2696"/>
        <pc:sldMkLst>
          <pc:docMk/>
          <pc:sldMk cId="1741709562" sldId="2155"/>
        </pc:sldMkLst>
      </pc:sldChg>
      <pc:sldChg chg="add del modTransition">
        <pc:chgData name="한준 김" userId="7dd4edb89109a895" providerId="LiveId" clId="{1296541B-A483-4B86-9E56-F32887AE44E3}" dt="2024-12-14T00:40:04.371" v="10760" actId="2696"/>
        <pc:sldMkLst>
          <pc:docMk/>
          <pc:sldMk cId="3146784464" sldId="2156"/>
        </pc:sldMkLst>
      </pc:sldChg>
      <pc:sldChg chg="add del modTransition">
        <pc:chgData name="한준 김" userId="7dd4edb89109a895" providerId="LiveId" clId="{1296541B-A483-4B86-9E56-F32887AE44E3}" dt="2024-12-14T00:40:04.371" v="10760" actId="2696"/>
        <pc:sldMkLst>
          <pc:docMk/>
          <pc:sldMk cId="3439802942" sldId="2157"/>
        </pc:sldMkLst>
      </pc:sldChg>
      <pc:sldChg chg="add del modTransition">
        <pc:chgData name="한준 김" userId="7dd4edb89109a895" providerId="LiveId" clId="{1296541B-A483-4B86-9E56-F32887AE44E3}" dt="2024-12-14T01:13:41.785" v="10959" actId="2696"/>
        <pc:sldMkLst>
          <pc:docMk/>
          <pc:sldMk cId="951800832" sldId="2159"/>
        </pc:sldMkLst>
      </pc:sldChg>
      <pc:sldChg chg="add del modTransition">
        <pc:chgData name="한준 김" userId="7dd4edb89109a895" providerId="LiveId" clId="{1296541B-A483-4B86-9E56-F32887AE44E3}" dt="2024-12-14T01:13:46.778" v="10961"/>
        <pc:sldMkLst>
          <pc:docMk/>
          <pc:sldMk cId="1657294032" sldId="2159"/>
        </pc:sldMkLst>
      </pc:sldChg>
      <pc:sldChg chg="add del">
        <pc:chgData name="한준 김" userId="7dd4edb89109a895" providerId="LiveId" clId="{1296541B-A483-4B86-9E56-F32887AE44E3}" dt="2024-12-19T05:55:41.309" v="11035" actId="2696"/>
        <pc:sldMkLst>
          <pc:docMk/>
          <pc:sldMk cId="2717288342" sldId="2159"/>
        </pc:sldMkLst>
      </pc:sldChg>
      <pc:sldChg chg="add del modTransition">
        <pc:chgData name="한준 김" userId="7dd4edb89109a895" providerId="LiveId" clId="{1296541B-A483-4B86-9E56-F32887AE44E3}" dt="2024-12-14T01:13:51.665" v="10963" actId="47"/>
        <pc:sldMkLst>
          <pc:docMk/>
          <pc:sldMk cId="2221484692" sldId="2161"/>
        </pc:sldMkLst>
      </pc:sldChg>
      <pc:sldChg chg="modSp add del mod modTransition">
        <pc:chgData name="한준 김" userId="7dd4edb89109a895" providerId="LiveId" clId="{1296541B-A483-4B86-9E56-F32887AE44E3}" dt="2024-12-19T05:55:41.309" v="11035" actId="2696"/>
        <pc:sldMkLst>
          <pc:docMk/>
          <pc:sldMk cId="2073924526" sldId="2162"/>
        </pc:sldMkLst>
      </pc:sldChg>
      <pc:sldChg chg="add del modTransition">
        <pc:chgData name="한준 김" userId="7dd4edb89109a895" providerId="LiveId" clId="{1296541B-A483-4B86-9E56-F32887AE44E3}" dt="2024-12-19T05:55:41.309" v="11035" actId="2696"/>
        <pc:sldMkLst>
          <pc:docMk/>
          <pc:sldMk cId="348890195" sldId="2163"/>
        </pc:sldMkLst>
      </pc:sldChg>
      <pc:sldChg chg="add del">
        <pc:chgData name="한준 김" userId="7dd4edb89109a895" providerId="LiveId" clId="{1296541B-A483-4B86-9E56-F32887AE44E3}" dt="2024-12-14T01:14:22.472" v="10965" actId="47"/>
        <pc:sldMkLst>
          <pc:docMk/>
          <pc:sldMk cId="2193362940" sldId="2164"/>
        </pc:sldMkLst>
      </pc:sldChg>
      <pc:sldChg chg="add del">
        <pc:chgData name="한준 김" userId="7dd4edb89109a895" providerId="LiveId" clId="{1296541B-A483-4B86-9E56-F32887AE44E3}" dt="2024-12-14T01:14:27.692" v="10966" actId="47"/>
        <pc:sldMkLst>
          <pc:docMk/>
          <pc:sldMk cId="463389592" sldId="2165"/>
        </pc:sldMkLst>
      </pc:sldChg>
      <pc:sldChg chg="add del modTransition">
        <pc:chgData name="한준 김" userId="7dd4edb89109a895" providerId="LiveId" clId="{1296541B-A483-4B86-9E56-F32887AE44E3}" dt="2024-12-19T05:55:41.309" v="11035" actId="2696"/>
        <pc:sldMkLst>
          <pc:docMk/>
          <pc:sldMk cId="3798003420" sldId="2166"/>
        </pc:sldMkLst>
      </pc:sldChg>
      <pc:sldChg chg="add del modTransition">
        <pc:chgData name="한준 김" userId="7dd4edb89109a895" providerId="LiveId" clId="{1296541B-A483-4B86-9E56-F32887AE44E3}" dt="2024-12-14T01:15:11.970" v="10968" actId="47"/>
        <pc:sldMkLst>
          <pc:docMk/>
          <pc:sldMk cId="663335763" sldId="2171"/>
        </pc:sldMkLst>
      </pc:sldChg>
      <pc:sldChg chg="add del modTransition">
        <pc:chgData name="한준 김" userId="7dd4edb89109a895" providerId="LiveId" clId="{1296541B-A483-4B86-9E56-F32887AE44E3}" dt="2024-12-19T05:55:41.309" v="11035" actId="2696"/>
        <pc:sldMkLst>
          <pc:docMk/>
          <pc:sldMk cId="3264979996" sldId="2172"/>
        </pc:sldMkLst>
      </pc:sldChg>
      <pc:sldChg chg="add del modTransition">
        <pc:chgData name="한준 김" userId="7dd4edb89109a895" providerId="LiveId" clId="{1296541B-A483-4B86-9E56-F32887AE44E3}" dt="2024-12-27T07:29:29.672" v="11210" actId="2696"/>
        <pc:sldMkLst>
          <pc:docMk/>
          <pc:sldMk cId="415216920" sldId="2173"/>
        </pc:sldMkLst>
      </pc:sldChg>
      <pc:sldChg chg="add del modTransition">
        <pc:chgData name="한준 김" userId="7dd4edb89109a895" providerId="LiveId" clId="{1296541B-A483-4B86-9E56-F32887AE44E3}" dt="2024-12-27T07:29:35.140" v="11212"/>
        <pc:sldMkLst>
          <pc:docMk/>
          <pc:sldMk cId="2068689320" sldId="2173"/>
        </pc:sldMkLst>
      </pc:sldChg>
      <pc:sldChg chg="add">
        <pc:chgData name="한준 김" userId="7dd4edb89109a895" providerId="LiveId" clId="{1296541B-A483-4B86-9E56-F32887AE44E3}" dt="2024-12-27T07:29:35.164" v="11213"/>
        <pc:sldMkLst>
          <pc:docMk/>
          <pc:sldMk cId="3506918947" sldId="2173"/>
        </pc:sldMkLst>
      </pc:sldChg>
      <pc:sldChg chg="add">
        <pc:chgData name="한준 김" userId="7dd4edb89109a895" providerId="LiveId" clId="{1296541B-A483-4B86-9E56-F32887AE44E3}" dt="2024-12-27T07:29:35.164" v="11213"/>
        <pc:sldMkLst>
          <pc:docMk/>
          <pc:sldMk cId="32112638" sldId="2174"/>
        </pc:sldMkLst>
      </pc:sldChg>
      <pc:sldChg chg="add del modTransition">
        <pc:chgData name="한준 김" userId="7dd4edb89109a895" providerId="LiveId" clId="{1296541B-A483-4B86-9E56-F32887AE44E3}" dt="2024-12-27T07:29:29.672" v="11210" actId="2696"/>
        <pc:sldMkLst>
          <pc:docMk/>
          <pc:sldMk cId="677220990" sldId="2174"/>
        </pc:sldMkLst>
      </pc:sldChg>
      <pc:sldChg chg="add del modTransition">
        <pc:chgData name="한준 김" userId="7dd4edb89109a895" providerId="LiveId" clId="{1296541B-A483-4B86-9E56-F32887AE44E3}" dt="2024-12-27T07:29:35.140" v="11212"/>
        <pc:sldMkLst>
          <pc:docMk/>
          <pc:sldMk cId="3557433496" sldId="2174"/>
        </pc:sldMkLst>
      </pc:sldChg>
      <pc:sldChg chg="add">
        <pc:chgData name="한준 김" userId="7dd4edb89109a895" providerId="LiveId" clId="{1296541B-A483-4B86-9E56-F32887AE44E3}" dt="2024-12-27T07:29:35.164" v="11213"/>
        <pc:sldMkLst>
          <pc:docMk/>
          <pc:sldMk cId="2842193465" sldId="2175"/>
        </pc:sldMkLst>
      </pc:sldChg>
      <pc:sldChg chg="add del modTransition">
        <pc:chgData name="한준 김" userId="7dd4edb89109a895" providerId="LiveId" clId="{1296541B-A483-4B86-9E56-F32887AE44E3}" dt="2024-12-27T07:29:29.672" v="11210" actId="2696"/>
        <pc:sldMkLst>
          <pc:docMk/>
          <pc:sldMk cId="3353454626" sldId="2175"/>
        </pc:sldMkLst>
      </pc:sldChg>
      <pc:sldChg chg="add del modTransition">
        <pc:chgData name="한준 김" userId="7dd4edb89109a895" providerId="LiveId" clId="{1296541B-A483-4B86-9E56-F32887AE44E3}" dt="2024-12-27T07:29:35.140" v="11212"/>
        <pc:sldMkLst>
          <pc:docMk/>
          <pc:sldMk cId="3700262550" sldId="2175"/>
        </pc:sldMkLst>
      </pc:sldChg>
      <pc:sldChg chg="add del modTransition">
        <pc:chgData name="한준 김" userId="7dd4edb89109a895" providerId="LiveId" clId="{1296541B-A483-4B86-9E56-F32887AE44E3}" dt="2024-12-27T07:29:40.742" v="11214" actId="47"/>
        <pc:sldMkLst>
          <pc:docMk/>
          <pc:sldMk cId="171277766" sldId="2181"/>
        </pc:sldMkLst>
      </pc:sldChg>
      <pc:sldChg chg="add del modTransition">
        <pc:chgData name="한준 김" userId="7dd4edb89109a895" providerId="LiveId" clId="{1296541B-A483-4B86-9E56-F32887AE44E3}" dt="2024-12-27T07:29:21.876" v="11209"/>
        <pc:sldMkLst>
          <pc:docMk/>
          <pc:sldMk cId="2940765081" sldId="2182"/>
        </pc:sldMkLst>
      </pc:sldChg>
      <pc:sldChg chg="add del modTransition">
        <pc:chgData name="한준 김" userId="7dd4edb89109a895" providerId="LiveId" clId="{1296541B-A483-4B86-9E56-F32887AE44E3}" dt="2024-12-27T07:30:04.281" v="11215" actId="47"/>
        <pc:sldMkLst>
          <pc:docMk/>
          <pc:sldMk cId="1652290589" sldId="2183"/>
        </pc:sldMkLst>
      </pc:sldChg>
      <pc:sldChg chg="delSp modSp add del mod modTransition delAnim">
        <pc:chgData name="한준 김" userId="7dd4edb89109a895" providerId="LiveId" clId="{1296541B-A483-4B86-9E56-F32887AE44E3}" dt="2024-12-27T07:30:58.817" v="11220" actId="478"/>
        <pc:sldMkLst>
          <pc:docMk/>
          <pc:sldMk cId="1176492696" sldId="2185"/>
        </pc:sldMkLst>
        <pc:spChg chg="mod">
          <ac:chgData name="한준 김" userId="7dd4edb89109a895" providerId="LiveId" clId="{1296541B-A483-4B86-9E56-F32887AE44E3}" dt="2024-12-27T07:30:56.786" v="11219" actId="14100"/>
          <ac:spMkLst>
            <pc:docMk/>
            <pc:sldMk cId="1176492696" sldId="2185"/>
            <ac:spMk id="2" creationId="{3CA41FD3-D547-37CF-AF29-7B0A067B8FD5}"/>
          </ac:spMkLst>
        </pc:spChg>
        <pc:picChg chg="del">
          <ac:chgData name="한준 김" userId="7dd4edb89109a895" providerId="LiveId" clId="{1296541B-A483-4B86-9E56-F32887AE44E3}" dt="2024-12-27T07:30:58.817" v="11220" actId="478"/>
          <ac:picMkLst>
            <pc:docMk/>
            <pc:sldMk cId="1176492696" sldId="2185"/>
            <ac:picMk id="9" creationId="{0D6F65E1-6E22-17C9-DD45-DA3B848119B3}"/>
          </ac:picMkLst>
        </pc:picChg>
      </pc:sldChg>
      <pc:sldChg chg="add del modTransition">
        <pc:chgData name="한준 김" userId="7dd4edb89109a895" providerId="LiveId" clId="{1296541B-A483-4B86-9E56-F32887AE44E3}" dt="2024-12-27T07:31:45.968" v="11225" actId="47"/>
        <pc:sldMkLst>
          <pc:docMk/>
          <pc:sldMk cId="3311120952" sldId="2190"/>
        </pc:sldMkLst>
      </pc:sldChg>
      <pc:sldChg chg="modSp add del mod ord modTransition">
        <pc:chgData name="한준 김" userId="7dd4edb89109a895" providerId="LiveId" clId="{1296541B-A483-4B86-9E56-F32887AE44E3}" dt="2024-11-22T16:50:20.202" v="9753" actId="2696"/>
        <pc:sldMkLst>
          <pc:docMk/>
          <pc:sldMk cId="3770454481" sldId="2196"/>
        </pc:sldMkLst>
      </pc:sldChg>
      <pc:sldChg chg="add del ord modTransition">
        <pc:chgData name="한준 김" userId="7dd4edb89109a895" providerId="LiveId" clId="{1296541B-A483-4B86-9E56-F32887AE44E3}" dt="2024-11-22T16:50:20.202" v="9753" actId="2696"/>
        <pc:sldMkLst>
          <pc:docMk/>
          <pc:sldMk cId="4129638200" sldId="2210"/>
        </pc:sldMkLst>
      </pc:sldChg>
      <pc:sldChg chg="add del">
        <pc:chgData name="한준 김" userId="7dd4edb89109a895" providerId="LiveId" clId="{1296541B-A483-4B86-9E56-F32887AE44E3}" dt="2024-11-22T16:50:20.202" v="9753" actId="2696"/>
        <pc:sldMkLst>
          <pc:docMk/>
          <pc:sldMk cId="4218441129" sldId="2211"/>
        </pc:sldMkLst>
      </pc:sldChg>
      <pc:sldChg chg="modSp add del mod ord modTransition">
        <pc:chgData name="한준 김" userId="7dd4edb89109a895" providerId="LiveId" clId="{1296541B-A483-4B86-9E56-F32887AE44E3}" dt="2024-11-22T16:50:20.202" v="9753" actId="2696"/>
        <pc:sldMkLst>
          <pc:docMk/>
          <pc:sldMk cId="204217181" sldId="2213"/>
        </pc:sldMkLst>
      </pc:sldChg>
      <pc:sldChg chg="add del ord modTransition">
        <pc:chgData name="한준 김" userId="7dd4edb89109a895" providerId="LiveId" clId="{1296541B-A483-4B86-9E56-F32887AE44E3}" dt="2024-11-22T16:50:20.202" v="9753" actId="2696"/>
        <pc:sldMkLst>
          <pc:docMk/>
          <pc:sldMk cId="1257162369" sldId="2214"/>
        </pc:sldMkLst>
      </pc:sldChg>
      <pc:sldChg chg="modSp add del mod ord modTransition">
        <pc:chgData name="한준 김" userId="7dd4edb89109a895" providerId="LiveId" clId="{1296541B-A483-4B86-9E56-F32887AE44E3}" dt="2024-11-22T16:50:20.202" v="9753" actId="2696"/>
        <pc:sldMkLst>
          <pc:docMk/>
          <pc:sldMk cId="514616136" sldId="2215"/>
        </pc:sldMkLst>
      </pc:sldChg>
      <pc:sldChg chg="modSp add del mod ord modTransition">
        <pc:chgData name="한준 김" userId="7dd4edb89109a895" providerId="LiveId" clId="{1296541B-A483-4B86-9E56-F32887AE44E3}" dt="2024-11-22T16:50:20.202" v="9753" actId="2696"/>
        <pc:sldMkLst>
          <pc:docMk/>
          <pc:sldMk cId="173836699" sldId="2216"/>
        </pc:sldMkLst>
      </pc:sldChg>
      <pc:sldChg chg="modSp add del mod ord modTransition">
        <pc:chgData name="한준 김" userId="7dd4edb89109a895" providerId="LiveId" clId="{1296541B-A483-4B86-9E56-F32887AE44E3}" dt="2024-11-22T16:50:20.202" v="9753" actId="2696"/>
        <pc:sldMkLst>
          <pc:docMk/>
          <pc:sldMk cId="1253537694" sldId="2217"/>
        </pc:sldMkLst>
      </pc:sldChg>
      <pc:sldChg chg="modSp add del mod ord modTransition">
        <pc:chgData name="한준 김" userId="7dd4edb89109a895" providerId="LiveId" clId="{1296541B-A483-4B86-9E56-F32887AE44E3}" dt="2024-11-22T16:50:20.202" v="9753" actId="2696"/>
        <pc:sldMkLst>
          <pc:docMk/>
          <pc:sldMk cId="3901914719" sldId="2218"/>
        </pc:sldMkLst>
      </pc:sldChg>
      <pc:sldChg chg="add del modTransition">
        <pc:chgData name="한준 김" userId="7dd4edb89109a895" providerId="LiveId" clId="{1296541B-A483-4B86-9E56-F32887AE44E3}" dt="2024-12-27T07:28:08.231" v="11155" actId="2696"/>
        <pc:sldMkLst>
          <pc:docMk/>
          <pc:sldMk cId="526194392" sldId="2221"/>
        </pc:sldMkLst>
      </pc:sldChg>
      <pc:sldChg chg="add del modTransition">
        <pc:chgData name="한준 김" userId="7dd4edb89109a895" providerId="LiveId" clId="{1296541B-A483-4B86-9E56-F32887AE44E3}" dt="2024-12-19T05:55:56.769" v="11039" actId="2696"/>
        <pc:sldMkLst>
          <pc:docMk/>
          <pc:sldMk cId="3541156255" sldId="2221"/>
        </pc:sldMkLst>
      </pc:sldChg>
      <pc:sldChg chg="add del modTransition">
        <pc:chgData name="한준 김" userId="7dd4edb89109a895" providerId="LiveId" clId="{1296541B-A483-4B86-9E56-F32887AE44E3}" dt="2024-12-19T05:55:56.769" v="11039" actId="2696"/>
        <pc:sldMkLst>
          <pc:docMk/>
          <pc:sldMk cId="785138459" sldId="2224"/>
        </pc:sldMkLst>
      </pc:sldChg>
      <pc:sldChg chg="add del modTransition">
        <pc:chgData name="한준 김" userId="7dd4edb89109a895" providerId="LiveId" clId="{1296541B-A483-4B86-9E56-F32887AE44E3}" dt="2024-12-27T07:28:08.231" v="11155" actId="2696"/>
        <pc:sldMkLst>
          <pc:docMk/>
          <pc:sldMk cId="3319985085" sldId="2224"/>
        </pc:sldMkLst>
      </pc:sldChg>
      <pc:sldChg chg="add del modTransition">
        <pc:chgData name="한준 김" userId="7dd4edb89109a895" providerId="LiveId" clId="{1296541B-A483-4B86-9E56-F32887AE44E3}" dt="2024-12-19T05:56:17.844" v="11041" actId="47"/>
        <pc:sldMkLst>
          <pc:docMk/>
          <pc:sldMk cId="2435544364" sldId="2227"/>
        </pc:sldMkLst>
      </pc:sldChg>
      <pc:sldChg chg="add del modTransition">
        <pc:chgData name="한준 김" userId="7dd4edb89109a895" providerId="LiveId" clId="{1296541B-A483-4B86-9E56-F32887AE44E3}" dt="2024-12-27T07:28:08.231" v="11155" actId="2696"/>
        <pc:sldMkLst>
          <pc:docMk/>
          <pc:sldMk cId="2602975412" sldId="2228"/>
        </pc:sldMkLst>
      </pc:sldChg>
      <pc:sldChg chg="add del modTransition">
        <pc:chgData name="한준 김" userId="7dd4edb89109a895" providerId="LiveId" clId="{1296541B-A483-4B86-9E56-F32887AE44E3}" dt="2024-12-27T07:28:08.231" v="11155" actId="2696"/>
        <pc:sldMkLst>
          <pc:docMk/>
          <pc:sldMk cId="2137079225" sldId="2231"/>
        </pc:sldMkLst>
      </pc:sldChg>
      <pc:sldChg chg="add del ord modTransition">
        <pc:chgData name="한준 김" userId="7dd4edb89109a895" providerId="LiveId" clId="{1296541B-A483-4B86-9E56-F32887AE44E3}" dt="2024-11-22T16:50:20.202" v="9753" actId="2696"/>
        <pc:sldMkLst>
          <pc:docMk/>
          <pc:sldMk cId="2728729321" sldId="2234"/>
        </pc:sldMkLst>
      </pc:sldChg>
      <pc:sldChg chg="add del modTransition">
        <pc:chgData name="한준 김" userId="7dd4edb89109a895" providerId="LiveId" clId="{1296541B-A483-4B86-9E56-F32887AE44E3}" dt="2024-12-27T07:29:21.876" v="11209"/>
        <pc:sldMkLst>
          <pc:docMk/>
          <pc:sldMk cId="615264864" sldId="2247"/>
        </pc:sldMkLst>
      </pc:sldChg>
      <pc:sldChg chg="add del">
        <pc:chgData name="한준 김" userId="7dd4edb89109a895" providerId="LiveId" clId="{1296541B-A483-4B86-9E56-F32887AE44E3}" dt="2024-12-19T05:55:41.309" v="11035" actId="2696"/>
        <pc:sldMkLst>
          <pc:docMk/>
          <pc:sldMk cId="888983173" sldId="2250"/>
        </pc:sldMkLst>
      </pc:sldChg>
      <pc:sldChg chg="add del">
        <pc:chgData name="한준 김" userId="7dd4edb89109a895" providerId="LiveId" clId="{1296541B-A483-4B86-9E56-F32887AE44E3}" dt="2024-12-14T00:40:04.371" v="10760" actId="2696"/>
        <pc:sldMkLst>
          <pc:docMk/>
          <pc:sldMk cId="1436239509" sldId="2252"/>
        </pc:sldMkLst>
      </pc:sldChg>
      <pc:sldChg chg="add del modTransition">
        <pc:chgData name="한준 김" userId="7dd4edb89109a895" providerId="LiveId" clId="{1296541B-A483-4B86-9E56-F32887AE44E3}" dt="2024-12-06T07:31:20.683" v="10486" actId="2696"/>
        <pc:sldMkLst>
          <pc:docMk/>
          <pc:sldMk cId="2799251956" sldId="2253"/>
        </pc:sldMkLst>
      </pc:sldChg>
      <pc:sldChg chg="add del modTransition">
        <pc:chgData name="한준 김" userId="7dd4edb89109a895" providerId="LiveId" clId="{1296541B-A483-4B86-9E56-F32887AE44E3}" dt="2024-11-28T07:28:03.356" v="10249" actId="2696"/>
        <pc:sldMkLst>
          <pc:docMk/>
          <pc:sldMk cId="3550314805" sldId="2255"/>
        </pc:sldMkLst>
      </pc:sldChg>
      <pc:sldChg chg="add del modTransition">
        <pc:chgData name="한준 김" userId="7dd4edb89109a895" providerId="LiveId" clId="{1296541B-A483-4B86-9E56-F32887AE44E3}" dt="2024-11-08T06:48:00.510" v="7765" actId="2696"/>
        <pc:sldMkLst>
          <pc:docMk/>
          <pc:sldMk cId="3795497173" sldId="2257"/>
        </pc:sldMkLst>
      </pc:sldChg>
      <pc:sldChg chg="add del modTransition">
        <pc:chgData name="한준 김" userId="7dd4edb89109a895" providerId="LiveId" clId="{1296541B-A483-4B86-9E56-F32887AE44E3}" dt="2024-10-31T07:40:15.913" v="7383" actId="2696"/>
        <pc:sldMkLst>
          <pc:docMk/>
          <pc:sldMk cId="617838621" sldId="2259"/>
        </pc:sldMkLst>
      </pc:sldChg>
      <pc:sldChg chg="add del">
        <pc:chgData name="한준 김" userId="7dd4edb89109a895" providerId="LiveId" clId="{1296541B-A483-4B86-9E56-F32887AE44E3}" dt="2024-10-17T04:51:41.710" v="6336" actId="2696"/>
        <pc:sldMkLst>
          <pc:docMk/>
          <pc:sldMk cId="2177866333" sldId="2261"/>
        </pc:sldMkLst>
      </pc:sldChg>
      <pc:sldChg chg="add del">
        <pc:chgData name="한준 김" userId="7dd4edb89109a895" providerId="LiveId" clId="{1296541B-A483-4B86-9E56-F32887AE44E3}" dt="2024-10-25T09:13:46.892" v="6942" actId="2696"/>
        <pc:sldMkLst>
          <pc:docMk/>
          <pc:sldMk cId="2141211749" sldId="2262"/>
        </pc:sldMkLst>
      </pc:sldChg>
      <pc:sldChg chg="add del">
        <pc:chgData name="한준 김" userId="7dd4edb89109a895" providerId="LiveId" clId="{1296541B-A483-4B86-9E56-F32887AE44E3}" dt="2024-10-12T05:53:26.543" v="5892" actId="2696"/>
        <pc:sldMkLst>
          <pc:docMk/>
          <pc:sldMk cId="40014979" sldId="2272"/>
        </pc:sldMkLst>
      </pc:sldChg>
      <pc:sldChg chg="add del">
        <pc:chgData name="한준 김" userId="7dd4edb89109a895" providerId="LiveId" clId="{1296541B-A483-4B86-9E56-F32887AE44E3}" dt="2024-10-05T05:37:26.307" v="5636" actId="2696"/>
        <pc:sldMkLst>
          <pc:docMk/>
          <pc:sldMk cId="1947554492" sldId="2273"/>
        </pc:sldMkLst>
      </pc:sldChg>
      <pc:sldChg chg="add del">
        <pc:chgData name="한준 김" userId="7dd4edb89109a895" providerId="LiveId" clId="{1296541B-A483-4B86-9E56-F32887AE44E3}" dt="2024-09-27T06:44:49.112" v="5040" actId="2696"/>
        <pc:sldMkLst>
          <pc:docMk/>
          <pc:sldMk cId="2157222102" sldId="2276"/>
        </pc:sldMkLst>
      </pc:sldChg>
      <pc:sldChg chg="add del ord">
        <pc:chgData name="한준 김" userId="7dd4edb89109a895" providerId="LiveId" clId="{1296541B-A483-4B86-9E56-F32887AE44E3}" dt="2024-09-19T05:39:11.426" v="4249" actId="2696"/>
        <pc:sldMkLst>
          <pc:docMk/>
          <pc:sldMk cId="100295447" sldId="2277"/>
        </pc:sldMkLst>
      </pc:sldChg>
      <pc:sldChg chg="add del">
        <pc:chgData name="한준 김" userId="7dd4edb89109a895" providerId="LiveId" clId="{1296541B-A483-4B86-9E56-F32887AE44E3}" dt="2024-09-06T04:43:48.116" v="3009" actId="2696"/>
        <pc:sldMkLst>
          <pc:docMk/>
          <pc:sldMk cId="933249148" sldId="2279"/>
        </pc:sldMkLst>
      </pc:sldChg>
      <pc:sldChg chg="add del">
        <pc:chgData name="한준 김" userId="7dd4edb89109a895" providerId="LiveId" clId="{1296541B-A483-4B86-9E56-F32887AE44E3}" dt="2024-08-30T09:19:22.731" v="2130" actId="2696"/>
        <pc:sldMkLst>
          <pc:docMk/>
          <pc:sldMk cId="67532522" sldId="2281"/>
        </pc:sldMkLst>
      </pc:sldChg>
      <pc:sldChg chg="add del">
        <pc:chgData name="한준 김" userId="7dd4edb89109a895" providerId="LiveId" clId="{1296541B-A483-4B86-9E56-F32887AE44E3}" dt="2024-08-21T01:52:07.733" v="1566" actId="2696"/>
        <pc:sldMkLst>
          <pc:docMk/>
          <pc:sldMk cId="3542950285" sldId="2284"/>
        </pc:sldMkLst>
      </pc:sldChg>
      <pc:sldChg chg="add del">
        <pc:chgData name="한준 김" userId="7dd4edb89109a895" providerId="LiveId" clId="{1296541B-A483-4B86-9E56-F32887AE44E3}" dt="2024-08-16T01:24:27.284" v="1185" actId="2696"/>
        <pc:sldMkLst>
          <pc:docMk/>
          <pc:sldMk cId="3975944345" sldId="2285"/>
        </pc:sldMkLst>
      </pc:sldChg>
      <pc:sldChg chg="add del">
        <pc:chgData name="한준 김" userId="7dd4edb89109a895" providerId="LiveId" clId="{1296541B-A483-4B86-9E56-F32887AE44E3}" dt="2024-08-17T06:18:24.201" v="1536" actId="2696"/>
        <pc:sldMkLst>
          <pc:docMk/>
          <pc:sldMk cId="0" sldId="2286"/>
        </pc:sldMkLst>
      </pc:sldChg>
      <pc:sldChg chg="add del">
        <pc:chgData name="한준 김" userId="7dd4edb89109a895" providerId="LiveId" clId="{1296541B-A483-4B86-9E56-F32887AE44E3}" dt="2024-08-17T06:18:24.201" v="1536" actId="2696"/>
        <pc:sldMkLst>
          <pc:docMk/>
          <pc:sldMk cId="0" sldId="2287"/>
        </pc:sldMkLst>
      </pc:sldChg>
      <pc:sldChg chg="add del setBg">
        <pc:chgData name="한준 김" userId="7dd4edb89109a895" providerId="LiveId" clId="{1296541B-A483-4B86-9E56-F32887AE44E3}" dt="2024-09-06T05:09:25.091" v="3677" actId="2696"/>
        <pc:sldMkLst>
          <pc:docMk/>
          <pc:sldMk cId="2190218469" sldId="2288"/>
        </pc:sldMkLst>
      </pc:sldChg>
      <pc:sldChg chg="add del setBg">
        <pc:chgData name="한준 김" userId="7dd4edb89109a895" providerId="LiveId" clId="{1296541B-A483-4B86-9E56-F32887AE44E3}" dt="2024-09-06T05:09:25.091" v="3677" actId="2696"/>
        <pc:sldMkLst>
          <pc:docMk/>
          <pc:sldMk cId="3669714039" sldId="2289"/>
        </pc:sldMkLst>
      </pc:sldChg>
      <pc:sldChg chg="add del setBg">
        <pc:chgData name="한준 김" userId="7dd4edb89109a895" providerId="LiveId" clId="{1296541B-A483-4B86-9E56-F32887AE44E3}" dt="2024-09-06T05:09:25.091" v="3677" actId="2696"/>
        <pc:sldMkLst>
          <pc:docMk/>
          <pc:sldMk cId="2544214815" sldId="2290"/>
        </pc:sldMkLst>
      </pc:sldChg>
      <pc:sldChg chg="add del setBg">
        <pc:chgData name="한준 김" userId="7dd4edb89109a895" providerId="LiveId" clId="{1296541B-A483-4B86-9E56-F32887AE44E3}" dt="2024-09-06T05:09:25.091" v="3677" actId="2696"/>
        <pc:sldMkLst>
          <pc:docMk/>
          <pc:sldMk cId="4043496626" sldId="2291"/>
        </pc:sldMkLst>
      </pc:sldChg>
      <pc:sldChg chg="add del setBg">
        <pc:chgData name="한준 김" userId="7dd4edb89109a895" providerId="LiveId" clId="{1296541B-A483-4B86-9E56-F32887AE44E3}" dt="2024-09-06T05:09:25.091" v="3677" actId="2696"/>
        <pc:sldMkLst>
          <pc:docMk/>
          <pc:sldMk cId="3177587713" sldId="2292"/>
        </pc:sldMkLst>
      </pc:sldChg>
      <pc:sldChg chg="add del setBg">
        <pc:chgData name="한준 김" userId="7dd4edb89109a895" providerId="LiveId" clId="{1296541B-A483-4B86-9E56-F32887AE44E3}" dt="2024-09-06T05:09:25.091" v="3677" actId="2696"/>
        <pc:sldMkLst>
          <pc:docMk/>
          <pc:sldMk cId="160573979" sldId="2293"/>
        </pc:sldMkLst>
      </pc:sldChg>
      <pc:sldChg chg="addSp delSp add del delDesignElem">
        <pc:chgData name="한준 김" userId="7dd4edb89109a895" providerId="LiveId" clId="{1296541B-A483-4B86-9E56-F32887AE44E3}" dt="2024-09-19T05:39:42.443" v="4254" actId="2696"/>
        <pc:sldMkLst>
          <pc:docMk/>
          <pc:sldMk cId="1582145735" sldId="2293"/>
        </pc:sldMkLst>
      </pc:sldChg>
      <pc:sldChg chg="add del">
        <pc:chgData name="한준 김" userId="7dd4edb89109a895" providerId="LiveId" clId="{1296541B-A483-4B86-9E56-F32887AE44E3}" dt="2024-09-27T06:44:49.112" v="5040" actId="2696"/>
        <pc:sldMkLst>
          <pc:docMk/>
          <pc:sldMk cId="3963946500" sldId="2293"/>
        </pc:sldMkLst>
      </pc:sldChg>
      <pc:sldChg chg="add del setBg">
        <pc:chgData name="한준 김" userId="7dd4edb89109a895" providerId="LiveId" clId="{1296541B-A483-4B86-9E56-F32887AE44E3}" dt="2024-09-06T05:09:25.091" v="3677" actId="2696"/>
        <pc:sldMkLst>
          <pc:docMk/>
          <pc:sldMk cId="1772318068" sldId="2294"/>
        </pc:sldMkLst>
      </pc:sldChg>
      <pc:sldChg chg="addSp delSp add del delDesignElem">
        <pc:chgData name="한준 김" userId="7dd4edb89109a895" providerId="LiveId" clId="{1296541B-A483-4B86-9E56-F32887AE44E3}" dt="2024-10-12T05:53:26.543" v="5892" actId="2696"/>
        <pc:sldMkLst>
          <pc:docMk/>
          <pc:sldMk cId="626627658" sldId="2295"/>
        </pc:sldMkLst>
      </pc:sldChg>
      <pc:sldChg chg="add del setBg">
        <pc:chgData name="한준 김" userId="7dd4edb89109a895" providerId="LiveId" clId="{1296541B-A483-4B86-9E56-F32887AE44E3}" dt="2024-09-06T05:09:25.091" v="3677" actId="2696"/>
        <pc:sldMkLst>
          <pc:docMk/>
          <pc:sldMk cId="1485057483" sldId="2295"/>
        </pc:sldMkLst>
      </pc:sldChg>
      <pc:sldChg chg="add del">
        <pc:chgData name="한준 김" userId="7dd4edb89109a895" providerId="LiveId" clId="{1296541B-A483-4B86-9E56-F32887AE44E3}" dt="2024-08-16T01:30:34.028" v="1224" actId="2696"/>
        <pc:sldMkLst>
          <pc:docMk/>
          <pc:sldMk cId="2106129122" sldId="2296"/>
        </pc:sldMkLst>
      </pc:sldChg>
      <pc:sldChg chg="addSp delSp modSp add del mod delDesignElem">
        <pc:chgData name="한준 김" userId="7dd4edb89109a895" providerId="LiveId" clId="{1296541B-A483-4B86-9E56-F32887AE44E3}" dt="2024-08-21T01:52:07.733" v="1566" actId="2696"/>
        <pc:sldMkLst>
          <pc:docMk/>
          <pc:sldMk cId="3803292184" sldId="2297"/>
        </pc:sldMkLst>
      </pc:sldChg>
      <pc:sldChg chg="add del">
        <pc:chgData name="한준 김" userId="7dd4edb89109a895" providerId="LiveId" clId="{1296541B-A483-4B86-9E56-F32887AE44E3}" dt="2024-08-16T01:25:12.535" v="1193"/>
        <pc:sldMkLst>
          <pc:docMk/>
          <pc:sldMk cId="2534960074" sldId="2298"/>
        </pc:sldMkLst>
      </pc:sldChg>
      <pc:sldChg chg="add del">
        <pc:chgData name="한준 김" userId="7dd4edb89109a895" providerId="LiveId" clId="{1296541B-A483-4B86-9E56-F32887AE44E3}" dt="2024-08-16T01:25:18.057" v="1195" actId="47"/>
        <pc:sldMkLst>
          <pc:docMk/>
          <pc:sldMk cId="3008586206" sldId="2298"/>
        </pc:sldMkLst>
      </pc:sldChg>
      <pc:sldChg chg="add del">
        <pc:chgData name="한준 김" userId="7dd4edb89109a895" providerId="LiveId" clId="{1296541B-A483-4B86-9E56-F32887AE44E3}" dt="2024-08-16T01:25:12.535" v="1193"/>
        <pc:sldMkLst>
          <pc:docMk/>
          <pc:sldMk cId="1348947848" sldId="2299"/>
        </pc:sldMkLst>
      </pc:sldChg>
      <pc:sldChg chg="add del">
        <pc:chgData name="한준 김" userId="7dd4edb89109a895" providerId="LiveId" clId="{1296541B-A483-4B86-9E56-F32887AE44E3}" dt="2024-08-16T01:25:19.240" v="1196" actId="47"/>
        <pc:sldMkLst>
          <pc:docMk/>
          <pc:sldMk cId="3152887993" sldId="2299"/>
        </pc:sldMkLst>
      </pc:sldChg>
      <pc:sldChg chg="add del">
        <pc:chgData name="한준 김" userId="7dd4edb89109a895" providerId="LiveId" clId="{1296541B-A483-4B86-9E56-F32887AE44E3}" dt="2024-10-25T09:13:46.892" v="6942" actId="2696"/>
        <pc:sldMkLst>
          <pc:docMk/>
          <pc:sldMk cId="3123066925" sldId="2301"/>
        </pc:sldMkLst>
      </pc:sldChg>
      <pc:sldChg chg="add del">
        <pc:chgData name="한준 김" userId="7dd4edb89109a895" providerId="LiveId" clId="{1296541B-A483-4B86-9E56-F32887AE44E3}" dt="2024-10-25T09:13:46.892" v="6942" actId="2696"/>
        <pc:sldMkLst>
          <pc:docMk/>
          <pc:sldMk cId="3570245271" sldId="2302"/>
        </pc:sldMkLst>
      </pc:sldChg>
      <pc:sldChg chg="add del modTransition">
        <pc:chgData name="한준 김" userId="7dd4edb89109a895" providerId="LiveId" clId="{1296541B-A483-4B86-9E56-F32887AE44E3}" dt="2024-12-14T00:40:04.371" v="10760" actId="2696"/>
        <pc:sldMkLst>
          <pc:docMk/>
          <pc:sldMk cId="516539556" sldId="2307"/>
        </pc:sldMkLst>
      </pc:sldChg>
      <pc:sldChg chg="addSp delSp add del modTransition delDesignElem">
        <pc:chgData name="한준 김" userId="7dd4edb89109a895" providerId="LiveId" clId="{1296541B-A483-4B86-9E56-F32887AE44E3}" dt="2024-12-19T05:55:41.309" v="11035" actId="2696"/>
        <pc:sldMkLst>
          <pc:docMk/>
          <pc:sldMk cId="965247281" sldId="2308"/>
        </pc:sldMkLst>
      </pc:sldChg>
      <pc:sldChg chg="add del">
        <pc:chgData name="한준 김" userId="7dd4edb89109a895" providerId="LiveId" clId="{1296541B-A483-4B86-9E56-F32887AE44E3}" dt="2024-09-27T06:44:49.112" v="5040" actId="2696"/>
        <pc:sldMkLst>
          <pc:docMk/>
          <pc:sldMk cId="705358160" sldId="2309"/>
        </pc:sldMkLst>
      </pc:sldChg>
      <pc:sldChg chg="add del">
        <pc:chgData name="한준 김" userId="7dd4edb89109a895" providerId="LiveId" clId="{1296541B-A483-4B86-9E56-F32887AE44E3}" dt="2024-10-12T05:53:26.543" v="5892" actId="2696"/>
        <pc:sldMkLst>
          <pc:docMk/>
          <pc:sldMk cId="2102769417" sldId="2311"/>
        </pc:sldMkLst>
      </pc:sldChg>
      <pc:sldChg chg="add del">
        <pc:chgData name="한준 김" userId="7dd4edb89109a895" providerId="LiveId" clId="{1296541B-A483-4B86-9E56-F32887AE44E3}" dt="2024-10-05T05:37:53.690" v="5643"/>
        <pc:sldMkLst>
          <pc:docMk/>
          <pc:sldMk cId="2962112659" sldId="2311"/>
        </pc:sldMkLst>
      </pc:sldChg>
      <pc:sldChg chg="add del">
        <pc:chgData name="한준 김" userId="7dd4edb89109a895" providerId="LiveId" clId="{1296541B-A483-4B86-9E56-F32887AE44E3}" dt="2024-10-05T05:37:49.172" v="5641" actId="2696"/>
        <pc:sldMkLst>
          <pc:docMk/>
          <pc:sldMk cId="4050461005" sldId="2311"/>
        </pc:sldMkLst>
      </pc:sldChg>
      <pc:sldChg chg="add del">
        <pc:chgData name="한준 김" userId="7dd4edb89109a895" providerId="LiveId" clId="{1296541B-A483-4B86-9E56-F32887AE44E3}" dt="2024-09-27T06:44:49.112" v="5040" actId="2696"/>
        <pc:sldMkLst>
          <pc:docMk/>
          <pc:sldMk cId="1471647618" sldId="2319"/>
        </pc:sldMkLst>
      </pc:sldChg>
      <pc:sldChg chg="add del">
        <pc:chgData name="한준 김" userId="7dd4edb89109a895" providerId="LiveId" clId="{1296541B-A483-4B86-9E56-F32887AE44E3}" dt="2024-09-27T06:44:49.112" v="5040" actId="2696"/>
        <pc:sldMkLst>
          <pc:docMk/>
          <pc:sldMk cId="4201396036" sldId="2320"/>
        </pc:sldMkLst>
      </pc:sldChg>
      <pc:sldChg chg="add del">
        <pc:chgData name="한준 김" userId="7dd4edb89109a895" providerId="LiveId" clId="{1296541B-A483-4B86-9E56-F32887AE44E3}" dt="2024-10-05T05:37:26.307" v="5636" actId="2696"/>
        <pc:sldMkLst>
          <pc:docMk/>
          <pc:sldMk cId="3753218245" sldId="2321"/>
        </pc:sldMkLst>
      </pc:sldChg>
      <pc:sldChg chg="add del">
        <pc:chgData name="한준 김" userId="7dd4edb89109a895" providerId="LiveId" clId="{1296541B-A483-4B86-9E56-F32887AE44E3}" dt="2024-10-05T05:37:53.690" v="5643"/>
        <pc:sldMkLst>
          <pc:docMk/>
          <pc:sldMk cId="1308472083" sldId="2323"/>
        </pc:sldMkLst>
      </pc:sldChg>
      <pc:sldChg chg="add del">
        <pc:chgData name="한준 김" userId="7dd4edb89109a895" providerId="LiveId" clId="{1296541B-A483-4B86-9E56-F32887AE44E3}" dt="2024-10-05T05:37:49.172" v="5641" actId="2696"/>
        <pc:sldMkLst>
          <pc:docMk/>
          <pc:sldMk cId="2252428923" sldId="2323"/>
        </pc:sldMkLst>
      </pc:sldChg>
      <pc:sldChg chg="add del">
        <pc:chgData name="한준 김" userId="7dd4edb89109a895" providerId="LiveId" clId="{1296541B-A483-4B86-9E56-F32887AE44E3}" dt="2024-10-12T05:53:26.543" v="5892" actId="2696"/>
        <pc:sldMkLst>
          <pc:docMk/>
          <pc:sldMk cId="3126788507" sldId="2323"/>
        </pc:sldMkLst>
      </pc:sldChg>
      <pc:sldChg chg="add del">
        <pc:chgData name="한준 김" userId="7dd4edb89109a895" providerId="LiveId" clId="{1296541B-A483-4B86-9E56-F32887AE44E3}" dt="2024-09-27T06:50:03.123" v="5107" actId="47"/>
        <pc:sldMkLst>
          <pc:docMk/>
          <pc:sldMk cId="4231231408" sldId="2323"/>
        </pc:sldMkLst>
      </pc:sldChg>
      <pc:sldChg chg="add del ord modTransition">
        <pc:chgData name="한준 김" userId="7dd4edb89109a895" providerId="LiveId" clId="{1296541B-A483-4B86-9E56-F32887AE44E3}" dt="2024-11-15T08:23:49.504" v="8829" actId="2696"/>
        <pc:sldMkLst>
          <pc:docMk/>
          <pc:sldMk cId="926808006" sldId="2326"/>
        </pc:sldMkLst>
      </pc:sldChg>
      <pc:sldChg chg="add del">
        <pc:chgData name="한준 김" userId="7dd4edb89109a895" providerId="LiveId" clId="{1296541B-A483-4B86-9E56-F32887AE44E3}" dt="2024-08-21T01:52:07.733" v="1566" actId="2696"/>
        <pc:sldMkLst>
          <pc:docMk/>
          <pc:sldMk cId="3029218837" sldId="2327"/>
        </pc:sldMkLst>
      </pc:sldChg>
      <pc:sldChg chg="add del">
        <pc:chgData name="한준 김" userId="7dd4edb89109a895" providerId="LiveId" clId="{1296541B-A483-4B86-9E56-F32887AE44E3}" dt="2024-08-21T01:52:07.733" v="1566" actId="2696"/>
        <pc:sldMkLst>
          <pc:docMk/>
          <pc:sldMk cId="1756300908" sldId="2328"/>
        </pc:sldMkLst>
      </pc:sldChg>
      <pc:sldChg chg="add del">
        <pc:chgData name="한준 김" userId="7dd4edb89109a895" providerId="LiveId" clId="{1296541B-A483-4B86-9E56-F32887AE44E3}" dt="2024-08-21T01:52:07.733" v="1566" actId="2696"/>
        <pc:sldMkLst>
          <pc:docMk/>
          <pc:sldMk cId="4195396458" sldId="2329"/>
        </pc:sldMkLst>
      </pc:sldChg>
      <pc:sldChg chg="add del modTransition">
        <pc:chgData name="한준 김" userId="7dd4edb89109a895" providerId="LiveId" clId="{1296541B-A483-4B86-9E56-F32887AE44E3}" dt="2024-08-24T01:36:21.379" v="2054" actId="2696"/>
        <pc:sldMkLst>
          <pc:docMk/>
          <pc:sldMk cId="0" sldId="2330"/>
        </pc:sldMkLst>
      </pc:sldChg>
      <pc:sldChg chg="add del modTransition">
        <pc:chgData name="한준 김" userId="7dd4edb89109a895" providerId="LiveId" clId="{1296541B-A483-4B86-9E56-F32887AE44E3}" dt="2024-12-19T05:55:41.309" v="11035" actId="2696"/>
        <pc:sldMkLst>
          <pc:docMk/>
          <pc:sldMk cId="212104408" sldId="2330"/>
        </pc:sldMkLst>
      </pc:sldChg>
      <pc:sldChg chg="add del modTransition">
        <pc:chgData name="한준 김" userId="7dd4edb89109a895" providerId="LiveId" clId="{1296541B-A483-4B86-9E56-F32887AE44E3}" dt="2024-08-24T01:36:21.379" v="2054" actId="2696"/>
        <pc:sldMkLst>
          <pc:docMk/>
          <pc:sldMk cId="0" sldId="2331"/>
        </pc:sldMkLst>
      </pc:sldChg>
      <pc:sldChg chg="add del modTransition">
        <pc:chgData name="한준 김" userId="7dd4edb89109a895" providerId="LiveId" clId="{1296541B-A483-4B86-9E56-F32887AE44E3}" dt="2024-12-27T07:31:28.559" v="11224" actId="47"/>
        <pc:sldMkLst>
          <pc:docMk/>
          <pc:sldMk cId="2917158697" sldId="2331"/>
        </pc:sldMkLst>
      </pc:sldChg>
      <pc:sldChg chg="delSp modSp add del mod modTransition delAnim">
        <pc:chgData name="한준 김" userId="7dd4edb89109a895" providerId="LiveId" clId="{1296541B-A483-4B86-9E56-F32887AE44E3}" dt="2024-12-27T07:31:02.442" v="11221" actId="478"/>
        <pc:sldMkLst>
          <pc:docMk/>
          <pc:sldMk cId="849254869" sldId="2332"/>
        </pc:sldMkLst>
        <pc:spChg chg="mod">
          <ac:chgData name="한준 김" userId="7dd4edb89109a895" providerId="LiveId" clId="{1296541B-A483-4B86-9E56-F32887AE44E3}" dt="2024-12-27T07:30:42.168" v="11217" actId="14100"/>
          <ac:spMkLst>
            <pc:docMk/>
            <pc:sldMk cId="849254869" sldId="2332"/>
            <ac:spMk id="2" creationId="{3CA41FD3-D547-37CF-AF29-7B0A067B8FD5}"/>
          </ac:spMkLst>
        </pc:spChg>
        <pc:picChg chg="del">
          <ac:chgData name="한준 김" userId="7dd4edb89109a895" providerId="LiveId" clId="{1296541B-A483-4B86-9E56-F32887AE44E3}" dt="2024-12-27T07:31:02.442" v="11221" actId="478"/>
          <ac:picMkLst>
            <pc:docMk/>
            <pc:sldMk cId="849254869" sldId="2332"/>
            <ac:picMk id="9" creationId="{0D6F65E1-6E22-17C9-DD45-DA3B848119B3}"/>
          </ac:picMkLst>
        </pc:picChg>
      </pc:sldChg>
      <pc:sldChg chg="add del setBg">
        <pc:chgData name="한준 김" userId="7dd4edb89109a895" providerId="LiveId" clId="{1296541B-A483-4B86-9E56-F32887AE44E3}" dt="2024-09-06T04:43:48.116" v="3009" actId="2696"/>
        <pc:sldMkLst>
          <pc:docMk/>
          <pc:sldMk cId="1042982207" sldId="2332"/>
        </pc:sldMkLst>
      </pc:sldChg>
      <pc:sldChg chg="add del setBg">
        <pc:chgData name="한준 김" userId="7dd4edb89109a895" providerId="LiveId" clId="{1296541B-A483-4B86-9E56-F32887AE44E3}" dt="2024-08-24T01:36:33.219" v="2055" actId="2696"/>
        <pc:sldMkLst>
          <pc:docMk/>
          <pc:sldMk cId="511900228" sldId="2333"/>
        </pc:sldMkLst>
      </pc:sldChg>
      <pc:sldChg chg="add del modTransition">
        <pc:chgData name="한준 김" userId="7dd4edb89109a895" providerId="LiveId" clId="{1296541B-A483-4B86-9E56-F32887AE44E3}" dt="2024-12-27T07:29:21.876" v="11209"/>
        <pc:sldMkLst>
          <pc:docMk/>
          <pc:sldMk cId="1523053624" sldId="2333"/>
        </pc:sldMkLst>
      </pc:sldChg>
      <pc:sldChg chg="add del setBg">
        <pc:chgData name="한준 김" userId="7dd4edb89109a895" providerId="LiveId" clId="{1296541B-A483-4B86-9E56-F32887AE44E3}" dt="2024-08-24T01:36:33.219" v="2055" actId="2696"/>
        <pc:sldMkLst>
          <pc:docMk/>
          <pc:sldMk cId="916080086" sldId="2334"/>
        </pc:sldMkLst>
      </pc:sldChg>
      <pc:sldChg chg="add del modTransition">
        <pc:chgData name="한준 김" userId="7dd4edb89109a895" providerId="LiveId" clId="{1296541B-A483-4B86-9E56-F32887AE44E3}" dt="2024-12-27T07:29:21.876" v="11209"/>
        <pc:sldMkLst>
          <pc:docMk/>
          <pc:sldMk cId="4068286567" sldId="2334"/>
        </pc:sldMkLst>
      </pc:sldChg>
      <pc:sldChg chg="add del modTransition">
        <pc:chgData name="한준 김" userId="7dd4edb89109a895" providerId="LiveId" clId="{1296541B-A483-4B86-9E56-F32887AE44E3}" dt="2024-12-14T01:14:31.898" v="10967" actId="47"/>
        <pc:sldMkLst>
          <pc:docMk/>
          <pc:sldMk cId="4174878179" sldId="2334"/>
        </pc:sldMkLst>
      </pc:sldChg>
      <pc:sldChg chg="add del modTransition">
        <pc:chgData name="한준 김" userId="7dd4edb89109a895" providerId="LiveId" clId="{1296541B-A483-4B86-9E56-F32887AE44E3}" dt="2024-12-27T07:31:20.027" v="11222" actId="47"/>
        <pc:sldMkLst>
          <pc:docMk/>
          <pc:sldMk cId="2149379646" sldId="2335"/>
        </pc:sldMkLst>
      </pc:sldChg>
      <pc:sldChg chg="add del setBg">
        <pc:chgData name="한준 김" userId="7dd4edb89109a895" providerId="LiveId" clId="{1296541B-A483-4B86-9E56-F32887AE44E3}" dt="2024-08-24T01:36:33.219" v="2055" actId="2696"/>
        <pc:sldMkLst>
          <pc:docMk/>
          <pc:sldMk cId="3480179641" sldId="2335"/>
        </pc:sldMkLst>
      </pc:sldChg>
      <pc:sldChg chg="add del">
        <pc:chgData name="한준 김" userId="7dd4edb89109a895" providerId="LiveId" clId="{1296541B-A483-4B86-9E56-F32887AE44E3}" dt="2024-08-24T01:36:33.219" v="2055" actId="2696"/>
        <pc:sldMkLst>
          <pc:docMk/>
          <pc:sldMk cId="0" sldId="2336"/>
        </pc:sldMkLst>
      </pc:sldChg>
      <pc:sldChg chg="add del modTransition">
        <pc:chgData name="한준 김" userId="7dd4edb89109a895" providerId="LiveId" clId="{1296541B-A483-4B86-9E56-F32887AE44E3}" dt="2024-12-27T07:31:22.423" v="11223" actId="47"/>
        <pc:sldMkLst>
          <pc:docMk/>
          <pc:sldMk cId="2920071023" sldId="2336"/>
        </pc:sldMkLst>
      </pc:sldChg>
      <pc:sldChg chg="add del">
        <pc:chgData name="한준 김" userId="7dd4edb89109a895" providerId="LiveId" clId="{1296541B-A483-4B86-9E56-F32887AE44E3}" dt="2024-10-17T04:51:41.710" v="6336" actId="2696"/>
        <pc:sldMkLst>
          <pc:docMk/>
          <pc:sldMk cId="3482827073" sldId="2336"/>
        </pc:sldMkLst>
      </pc:sldChg>
      <pc:sldChg chg="add del">
        <pc:chgData name="한준 김" userId="7dd4edb89109a895" providerId="LiveId" clId="{1296541B-A483-4B86-9E56-F32887AE44E3}" dt="2024-12-27T07:29:21.876" v="11209"/>
        <pc:sldMkLst>
          <pc:docMk/>
          <pc:sldMk cId="433938137" sldId="2337"/>
        </pc:sldMkLst>
      </pc:sldChg>
      <pc:sldChg chg="add del">
        <pc:chgData name="한준 김" userId="7dd4edb89109a895" providerId="LiveId" clId="{1296541B-A483-4B86-9E56-F32887AE44E3}" dt="2024-08-24T01:36:33.219" v="2055" actId="2696"/>
        <pc:sldMkLst>
          <pc:docMk/>
          <pc:sldMk cId="2904467317" sldId="2337"/>
        </pc:sldMkLst>
      </pc:sldChg>
      <pc:sldChg chg="add del modTransition">
        <pc:chgData name="한준 김" userId="7dd4edb89109a895" providerId="LiveId" clId="{1296541B-A483-4B86-9E56-F32887AE44E3}" dt="2024-10-17T04:51:41.710" v="6336" actId="2696"/>
        <pc:sldMkLst>
          <pc:docMk/>
          <pc:sldMk cId="3823095803" sldId="2337"/>
        </pc:sldMkLst>
      </pc:sldChg>
      <pc:sldChg chg="add del modTransition">
        <pc:chgData name="한준 김" userId="7dd4edb89109a895" providerId="LiveId" clId="{1296541B-A483-4B86-9E56-F32887AE44E3}" dt="2024-12-19T05:56:38.634" v="11043" actId="47"/>
        <pc:sldMkLst>
          <pc:docMk/>
          <pc:sldMk cId="1725999873" sldId="2338"/>
        </pc:sldMkLst>
      </pc:sldChg>
      <pc:sldChg chg="add del">
        <pc:chgData name="한준 김" userId="7dd4edb89109a895" providerId="LiveId" clId="{1296541B-A483-4B86-9E56-F32887AE44E3}" dt="2024-12-27T07:29:21.876" v="11209"/>
        <pc:sldMkLst>
          <pc:docMk/>
          <pc:sldMk cId="3321985658" sldId="2338"/>
        </pc:sldMkLst>
      </pc:sldChg>
      <pc:sldChg chg="add del">
        <pc:chgData name="한준 김" userId="7dd4edb89109a895" providerId="LiveId" clId="{1296541B-A483-4B86-9E56-F32887AE44E3}" dt="2024-08-21T01:52:42.751" v="1569" actId="47"/>
        <pc:sldMkLst>
          <pc:docMk/>
          <pc:sldMk cId="4008767934" sldId="2338"/>
        </pc:sldMkLst>
      </pc:sldChg>
      <pc:sldChg chg="add del">
        <pc:chgData name="한준 김" userId="7dd4edb89109a895" providerId="LiveId" clId="{1296541B-A483-4B86-9E56-F32887AE44E3}" dt="2024-08-21T02:25:39.110" v="1710" actId="47"/>
        <pc:sldMkLst>
          <pc:docMk/>
          <pc:sldMk cId="3795024588" sldId="2339"/>
        </pc:sldMkLst>
      </pc:sldChg>
      <pc:sldChg chg="add del modTransition">
        <pc:chgData name="한준 김" userId="7dd4edb89109a895" providerId="LiveId" clId="{1296541B-A483-4B86-9E56-F32887AE44E3}" dt="2024-12-14T00:40:04.371" v="10760" actId="2696"/>
        <pc:sldMkLst>
          <pc:docMk/>
          <pc:sldMk cId="3882069796" sldId="2339"/>
        </pc:sldMkLst>
      </pc:sldChg>
      <pc:sldChg chg="add del modTransition">
        <pc:chgData name="한준 김" userId="7dd4edb89109a895" providerId="LiveId" clId="{1296541B-A483-4B86-9E56-F32887AE44E3}" dt="2024-12-14T00:40:04.371" v="10760" actId="2696"/>
        <pc:sldMkLst>
          <pc:docMk/>
          <pc:sldMk cId="929571620" sldId="2340"/>
        </pc:sldMkLst>
      </pc:sldChg>
      <pc:sldChg chg="addSp delSp modSp new del mod delAnim modAnim">
        <pc:chgData name="한준 김" userId="7dd4edb89109a895" providerId="LiveId" clId="{1296541B-A483-4B86-9E56-F32887AE44E3}" dt="2024-08-30T09:19:22.731" v="2130" actId="2696"/>
        <pc:sldMkLst>
          <pc:docMk/>
          <pc:sldMk cId="2770066635" sldId="2340"/>
        </pc:sldMkLst>
      </pc:sldChg>
      <pc:sldChg chg="modSp new del mod">
        <pc:chgData name="한준 김" userId="7dd4edb89109a895" providerId="LiveId" clId="{1296541B-A483-4B86-9E56-F32887AE44E3}" dt="2024-08-30T09:19:22.731" v="2130" actId="2696"/>
        <pc:sldMkLst>
          <pc:docMk/>
          <pc:sldMk cId="3067245548" sldId="2341"/>
        </pc:sldMkLst>
      </pc:sldChg>
      <pc:sldChg chg="modSp add del mod ord">
        <pc:chgData name="한준 김" userId="7dd4edb89109a895" providerId="LiveId" clId="{1296541B-A483-4B86-9E56-F32887AE44E3}" dt="2024-08-30T09:19:22.731" v="2130" actId="2696"/>
        <pc:sldMkLst>
          <pc:docMk/>
          <pc:sldMk cId="1609608082" sldId="2342"/>
        </pc:sldMkLst>
      </pc:sldChg>
      <pc:sldChg chg="modSp add del mod">
        <pc:chgData name="한준 김" userId="7dd4edb89109a895" providerId="LiveId" clId="{1296541B-A483-4B86-9E56-F32887AE44E3}" dt="2024-08-30T09:19:22.731" v="2130" actId="2696"/>
        <pc:sldMkLst>
          <pc:docMk/>
          <pc:sldMk cId="3459956525" sldId="2343"/>
        </pc:sldMkLst>
      </pc:sldChg>
      <pc:sldChg chg="modSp add del mod">
        <pc:chgData name="한준 김" userId="7dd4edb89109a895" providerId="LiveId" clId="{1296541B-A483-4B86-9E56-F32887AE44E3}" dt="2024-08-30T09:19:22.731" v="2130" actId="2696"/>
        <pc:sldMkLst>
          <pc:docMk/>
          <pc:sldMk cId="2424035110" sldId="2344"/>
        </pc:sldMkLst>
      </pc:sldChg>
      <pc:sldChg chg="modSp add del mod">
        <pc:chgData name="한준 김" userId="7dd4edb89109a895" providerId="LiveId" clId="{1296541B-A483-4B86-9E56-F32887AE44E3}" dt="2024-08-30T09:19:22.731" v="2130" actId="2696"/>
        <pc:sldMkLst>
          <pc:docMk/>
          <pc:sldMk cId="181083309" sldId="2345"/>
        </pc:sldMkLst>
      </pc:sldChg>
      <pc:sldChg chg="addSp modSp new del mod">
        <pc:chgData name="한준 김" userId="7dd4edb89109a895" providerId="LiveId" clId="{1296541B-A483-4B86-9E56-F32887AE44E3}" dt="2024-09-06T05:09:25.091" v="3677" actId="2696"/>
        <pc:sldMkLst>
          <pc:docMk/>
          <pc:sldMk cId="3818303832" sldId="2346"/>
        </pc:sldMkLst>
      </pc:sldChg>
      <pc:sldChg chg="addSp modSp new del mod">
        <pc:chgData name="한준 김" userId="7dd4edb89109a895" providerId="LiveId" clId="{1296541B-A483-4B86-9E56-F32887AE44E3}" dt="2024-09-06T05:09:25.091" v="3677" actId="2696"/>
        <pc:sldMkLst>
          <pc:docMk/>
          <pc:sldMk cId="1004896728" sldId="2347"/>
        </pc:sldMkLst>
      </pc:sldChg>
      <pc:sldChg chg="addSp modSp new del mod">
        <pc:chgData name="한준 김" userId="7dd4edb89109a895" providerId="LiveId" clId="{1296541B-A483-4B86-9E56-F32887AE44E3}" dt="2024-09-06T05:09:25.091" v="3677" actId="2696"/>
        <pc:sldMkLst>
          <pc:docMk/>
          <pc:sldMk cId="3334159207" sldId="2348"/>
        </pc:sldMkLst>
      </pc:sldChg>
      <pc:sldChg chg="add del setBg">
        <pc:chgData name="한준 김" userId="7dd4edb89109a895" providerId="LiveId" clId="{1296541B-A483-4B86-9E56-F32887AE44E3}" dt="2024-09-14T08:22:00.870" v="3689" actId="2696"/>
        <pc:sldMkLst>
          <pc:docMk/>
          <pc:sldMk cId="0" sldId="2349"/>
        </pc:sldMkLst>
      </pc:sldChg>
      <pc:sldChg chg="add del setBg">
        <pc:chgData name="한준 김" userId="7dd4edb89109a895" providerId="LiveId" clId="{1296541B-A483-4B86-9E56-F32887AE44E3}" dt="2024-09-14T08:22:00.870" v="3689" actId="2696"/>
        <pc:sldMkLst>
          <pc:docMk/>
          <pc:sldMk cId="511900228" sldId="2350"/>
        </pc:sldMkLst>
      </pc:sldChg>
      <pc:sldChg chg="add del">
        <pc:chgData name="한준 김" userId="7dd4edb89109a895" providerId="LiveId" clId="{1296541B-A483-4B86-9E56-F32887AE44E3}" dt="2024-08-24T01:56:19.849" v="2090"/>
        <pc:sldMkLst>
          <pc:docMk/>
          <pc:sldMk cId="2142391158" sldId="2351"/>
        </pc:sldMkLst>
      </pc:sldChg>
      <pc:sldChg chg="add del">
        <pc:chgData name="한준 김" userId="7dd4edb89109a895" providerId="LiveId" clId="{1296541B-A483-4B86-9E56-F32887AE44E3}" dt="2024-09-14T08:22:00.870" v="3689" actId="2696"/>
        <pc:sldMkLst>
          <pc:docMk/>
          <pc:sldMk cId="3159620636" sldId="2351"/>
        </pc:sldMkLst>
      </pc:sldChg>
      <pc:sldChg chg="add del modTransition setBg">
        <pc:chgData name="한준 김" userId="7dd4edb89109a895" providerId="LiveId" clId="{1296541B-A483-4B86-9E56-F32887AE44E3}" dt="2024-10-05T05:37:04.549" v="5634" actId="2696"/>
        <pc:sldMkLst>
          <pc:docMk/>
          <pc:sldMk cId="0" sldId="2352"/>
        </pc:sldMkLst>
      </pc:sldChg>
      <pc:sldChg chg="add del modTransition setBg">
        <pc:chgData name="한준 김" userId="7dd4edb89109a895" providerId="LiveId" clId="{1296541B-A483-4B86-9E56-F32887AE44E3}" dt="2024-10-05T05:37:04.549" v="5634" actId="2696"/>
        <pc:sldMkLst>
          <pc:docMk/>
          <pc:sldMk cId="0" sldId="2353"/>
        </pc:sldMkLst>
      </pc:sldChg>
      <pc:sldChg chg="add del modTransition setBg">
        <pc:chgData name="한준 김" userId="7dd4edb89109a895" providerId="LiveId" clId="{1296541B-A483-4B86-9E56-F32887AE44E3}" dt="2024-10-05T05:37:04.549" v="5634" actId="2696"/>
        <pc:sldMkLst>
          <pc:docMk/>
          <pc:sldMk cId="0" sldId="2354"/>
        </pc:sldMkLst>
      </pc:sldChg>
      <pc:sldChg chg="add del">
        <pc:chgData name="한준 김" userId="7dd4edb89109a895" providerId="LiveId" clId="{1296541B-A483-4B86-9E56-F32887AE44E3}" dt="2024-08-30T09:20:07.902" v="2146" actId="47"/>
        <pc:sldMkLst>
          <pc:docMk/>
          <pc:sldMk cId="221802842" sldId="2355"/>
        </pc:sldMkLst>
      </pc:sldChg>
      <pc:sldChg chg="add del">
        <pc:chgData name="한준 김" userId="7dd4edb89109a895" providerId="LiveId" clId="{1296541B-A483-4B86-9E56-F32887AE44E3}" dt="2024-08-30T09:20:04.809" v="2144"/>
        <pc:sldMkLst>
          <pc:docMk/>
          <pc:sldMk cId="2540299301" sldId="2355"/>
        </pc:sldMkLst>
      </pc:sldChg>
      <pc:sldChg chg="modSp add mod ord modAnim">
        <pc:chgData name="한준 김" userId="7dd4edb89109a895" providerId="LiveId" clId="{1296541B-A483-4B86-9E56-F32887AE44E3}" dt="2024-12-28T06:40:22.105" v="11679" actId="20577"/>
        <pc:sldMkLst>
          <pc:docMk/>
          <pc:sldMk cId="3213424856" sldId="2355"/>
        </pc:sldMkLst>
        <pc:spChg chg="mod">
          <ac:chgData name="한준 김" userId="7dd4edb89109a895" providerId="LiveId" clId="{1296541B-A483-4B86-9E56-F32887AE44E3}" dt="2024-12-28T06:40:22.105" v="11679" actId="20577"/>
          <ac:spMkLst>
            <pc:docMk/>
            <pc:sldMk cId="3213424856" sldId="2355"/>
            <ac:spMk id="6" creationId="{00000000-0000-0000-0000-000000000000}"/>
          </ac:spMkLst>
        </pc:spChg>
      </pc:sldChg>
      <pc:sldChg chg="addSp modSp new del mod setBg">
        <pc:chgData name="한준 김" userId="7dd4edb89109a895" providerId="LiveId" clId="{1296541B-A483-4B86-9E56-F32887AE44E3}" dt="2024-09-27T06:44:49.112" v="5040" actId="2696"/>
        <pc:sldMkLst>
          <pc:docMk/>
          <pc:sldMk cId="1280211013" sldId="2356"/>
        </pc:sldMkLst>
      </pc:sldChg>
      <pc:sldChg chg="addSp modSp new del mod">
        <pc:chgData name="한준 김" userId="7dd4edb89109a895" providerId="LiveId" clId="{1296541B-A483-4B86-9E56-F32887AE44E3}" dt="2024-09-19T05:39:11.426" v="4249" actId="2696"/>
        <pc:sldMkLst>
          <pc:docMk/>
          <pc:sldMk cId="2859753611" sldId="2356"/>
        </pc:sldMkLst>
      </pc:sldChg>
      <pc:sldChg chg="add del">
        <pc:chgData name="한준 김" userId="7dd4edb89109a895" providerId="LiveId" clId="{1296541B-A483-4B86-9E56-F32887AE44E3}" dt="2024-09-27T06:45:35.165" v="5052" actId="47"/>
        <pc:sldMkLst>
          <pc:docMk/>
          <pc:sldMk cId="3033707876" sldId="2356"/>
        </pc:sldMkLst>
      </pc:sldChg>
      <pc:sldChg chg="add del">
        <pc:chgData name="한준 김" userId="7dd4edb89109a895" providerId="LiveId" clId="{1296541B-A483-4B86-9E56-F32887AE44E3}" dt="2024-08-30T09:20:04.809" v="2144"/>
        <pc:sldMkLst>
          <pc:docMk/>
          <pc:sldMk cId="3373381738" sldId="2356"/>
        </pc:sldMkLst>
      </pc:sldChg>
      <pc:sldChg chg="addSp modSp new del mod">
        <pc:chgData name="한준 김" userId="7dd4edb89109a895" providerId="LiveId" clId="{1296541B-A483-4B86-9E56-F32887AE44E3}" dt="2024-09-06T04:43:48.116" v="3009" actId="2696"/>
        <pc:sldMkLst>
          <pc:docMk/>
          <pc:sldMk cId="3574922125" sldId="2356"/>
        </pc:sldMkLst>
      </pc:sldChg>
      <pc:sldChg chg="delSp modSp add del mod delAnim">
        <pc:chgData name="한준 김" userId="7dd4edb89109a895" providerId="LiveId" clId="{1296541B-A483-4B86-9E56-F32887AE44E3}" dt="2024-10-05T05:37:26.307" v="5636" actId="2696"/>
        <pc:sldMkLst>
          <pc:docMk/>
          <pc:sldMk cId="3702173558" sldId="2356"/>
        </pc:sldMkLst>
      </pc:sldChg>
      <pc:sldChg chg="add del">
        <pc:chgData name="한준 김" userId="7dd4edb89109a895" providerId="LiveId" clId="{1296541B-A483-4B86-9E56-F32887AE44E3}" dt="2024-08-30T09:20:08.996" v="2147" actId="47"/>
        <pc:sldMkLst>
          <pc:docMk/>
          <pc:sldMk cId="3808316524" sldId="2356"/>
        </pc:sldMkLst>
      </pc:sldChg>
      <pc:sldChg chg="add del ord">
        <pc:chgData name="한준 김" userId="7dd4edb89109a895" providerId="LiveId" clId="{1296541B-A483-4B86-9E56-F32887AE44E3}" dt="2024-09-14T08:27:51.052" v="3814" actId="2696"/>
        <pc:sldMkLst>
          <pc:docMk/>
          <pc:sldMk cId="3934851285" sldId="2356"/>
        </pc:sldMkLst>
      </pc:sldChg>
      <pc:sldChg chg="add del">
        <pc:chgData name="한준 김" userId="7dd4edb89109a895" providerId="LiveId" clId="{1296541B-A483-4B86-9E56-F32887AE44E3}" dt="2024-09-27T06:45:31.381" v="5050"/>
        <pc:sldMkLst>
          <pc:docMk/>
          <pc:sldMk cId="4016299771" sldId="2356"/>
        </pc:sldMkLst>
      </pc:sldChg>
      <pc:sldChg chg="add del setBg">
        <pc:chgData name="한준 김" userId="7dd4edb89109a895" providerId="LiveId" clId="{1296541B-A483-4B86-9E56-F32887AE44E3}" dt="2024-09-27T06:44:22.884" v="5039" actId="2696"/>
        <pc:sldMkLst>
          <pc:docMk/>
          <pc:sldMk cId="0" sldId="2357"/>
        </pc:sldMkLst>
      </pc:sldChg>
      <pc:sldChg chg="addSp modSp new del mod">
        <pc:chgData name="한준 김" userId="7dd4edb89109a895" providerId="LiveId" clId="{1296541B-A483-4B86-9E56-F32887AE44E3}" dt="2024-09-19T05:39:11.426" v="4249" actId="2696"/>
        <pc:sldMkLst>
          <pc:docMk/>
          <pc:sldMk cId="489944023" sldId="2357"/>
        </pc:sldMkLst>
      </pc:sldChg>
      <pc:sldChg chg="addSp modSp new del mod">
        <pc:chgData name="한준 김" userId="7dd4edb89109a895" providerId="LiveId" clId="{1296541B-A483-4B86-9E56-F32887AE44E3}" dt="2024-10-05T07:48:49.638" v="5878" actId="2696"/>
        <pc:sldMkLst>
          <pc:docMk/>
          <pc:sldMk cId="1296403207" sldId="2357"/>
        </pc:sldMkLst>
      </pc:sldChg>
      <pc:sldChg chg="new del">
        <pc:chgData name="한준 김" userId="7dd4edb89109a895" providerId="LiveId" clId="{1296541B-A483-4B86-9E56-F32887AE44E3}" dt="2024-08-31T06:37:27.458" v="2837" actId="47"/>
        <pc:sldMkLst>
          <pc:docMk/>
          <pc:sldMk cId="1438978234" sldId="2357"/>
        </pc:sldMkLst>
      </pc:sldChg>
      <pc:sldChg chg="add del">
        <pc:chgData name="한준 김" userId="7dd4edb89109a895" providerId="LiveId" clId="{1296541B-A483-4B86-9E56-F32887AE44E3}" dt="2024-08-30T09:20:10.057" v="2148" actId="47"/>
        <pc:sldMkLst>
          <pc:docMk/>
          <pc:sldMk cId="2123427159" sldId="2357"/>
        </pc:sldMkLst>
      </pc:sldChg>
      <pc:sldChg chg="add del">
        <pc:chgData name="한준 김" userId="7dd4edb89109a895" providerId="LiveId" clId="{1296541B-A483-4B86-9E56-F32887AE44E3}" dt="2024-08-30T09:20:04.809" v="2144"/>
        <pc:sldMkLst>
          <pc:docMk/>
          <pc:sldMk cId="2401389621" sldId="2357"/>
        </pc:sldMkLst>
      </pc:sldChg>
      <pc:sldChg chg="add del">
        <pc:chgData name="한준 김" userId="7dd4edb89109a895" providerId="LiveId" clId="{1296541B-A483-4B86-9E56-F32887AE44E3}" dt="2024-09-27T06:45:31.381" v="5050"/>
        <pc:sldMkLst>
          <pc:docMk/>
          <pc:sldMk cId="2449090945" sldId="2357"/>
        </pc:sldMkLst>
      </pc:sldChg>
      <pc:sldChg chg="add del ord">
        <pc:chgData name="한준 김" userId="7dd4edb89109a895" providerId="LiveId" clId="{1296541B-A483-4B86-9E56-F32887AE44E3}" dt="2024-09-14T08:27:51.052" v="3814" actId="2696"/>
        <pc:sldMkLst>
          <pc:docMk/>
          <pc:sldMk cId="2702646680" sldId="2357"/>
        </pc:sldMkLst>
      </pc:sldChg>
      <pc:sldChg chg="add del">
        <pc:chgData name="한준 김" userId="7dd4edb89109a895" providerId="LiveId" clId="{1296541B-A483-4B86-9E56-F32887AE44E3}" dt="2024-09-27T06:45:36.352" v="5053" actId="47"/>
        <pc:sldMkLst>
          <pc:docMk/>
          <pc:sldMk cId="2738521438" sldId="2357"/>
        </pc:sldMkLst>
      </pc:sldChg>
      <pc:sldChg chg="addSp modSp new del mod">
        <pc:chgData name="한준 김" userId="7dd4edb89109a895" providerId="LiveId" clId="{1296541B-A483-4B86-9E56-F32887AE44E3}" dt="2024-09-06T04:43:48.116" v="3009" actId="2696"/>
        <pc:sldMkLst>
          <pc:docMk/>
          <pc:sldMk cId="3865081755" sldId="2357"/>
        </pc:sldMkLst>
      </pc:sldChg>
      <pc:sldChg chg="add del setBg">
        <pc:chgData name="한준 김" userId="7dd4edb89109a895" providerId="LiveId" clId="{1296541B-A483-4B86-9E56-F32887AE44E3}" dt="2024-09-27T06:44:22.884" v="5039" actId="2696"/>
        <pc:sldMkLst>
          <pc:docMk/>
          <pc:sldMk cId="0" sldId="2358"/>
        </pc:sldMkLst>
      </pc:sldChg>
      <pc:sldChg chg="add del ord">
        <pc:chgData name="한준 김" userId="7dd4edb89109a895" providerId="LiveId" clId="{1296541B-A483-4B86-9E56-F32887AE44E3}" dt="2024-09-14T08:27:51.052" v="3814" actId="2696"/>
        <pc:sldMkLst>
          <pc:docMk/>
          <pc:sldMk cId="2973504395" sldId="2358"/>
        </pc:sldMkLst>
      </pc:sldChg>
      <pc:sldChg chg="add del">
        <pc:chgData name="한준 김" userId="7dd4edb89109a895" providerId="LiveId" clId="{1296541B-A483-4B86-9E56-F32887AE44E3}" dt="2024-09-27T06:49:19.910" v="5106" actId="2696"/>
        <pc:sldMkLst>
          <pc:docMk/>
          <pc:sldMk cId="3157099941" sldId="2358"/>
        </pc:sldMkLst>
      </pc:sldChg>
      <pc:sldChg chg="addSp delSp modSp new del mod">
        <pc:chgData name="한준 김" userId="7dd4edb89109a895" providerId="LiveId" clId="{1296541B-A483-4B86-9E56-F32887AE44E3}" dt="2024-10-05T07:48:49.638" v="5878" actId="2696"/>
        <pc:sldMkLst>
          <pc:docMk/>
          <pc:sldMk cId="3983656861" sldId="2358"/>
        </pc:sldMkLst>
      </pc:sldChg>
      <pc:sldChg chg="addSp modSp new del mod setBg">
        <pc:chgData name="한준 김" userId="7dd4edb89109a895" providerId="LiveId" clId="{1296541B-A483-4B86-9E56-F32887AE44E3}" dt="2024-09-19T05:39:11.426" v="4249" actId="2696"/>
        <pc:sldMkLst>
          <pc:docMk/>
          <pc:sldMk cId="4060638952" sldId="2358"/>
        </pc:sldMkLst>
      </pc:sldChg>
      <pc:sldChg chg="add del setBg">
        <pc:chgData name="한준 김" userId="7dd4edb89109a895" providerId="LiveId" clId="{1296541B-A483-4B86-9E56-F32887AE44E3}" dt="2024-09-27T06:44:22.884" v="5039" actId="2696"/>
        <pc:sldMkLst>
          <pc:docMk/>
          <pc:sldMk cId="0" sldId="2359"/>
        </pc:sldMkLst>
      </pc:sldChg>
      <pc:sldChg chg="add del ord">
        <pc:chgData name="한준 김" userId="7dd4edb89109a895" providerId="LiveId" clId="{1296541B-A483-4B86-9E56-F32887AE44E3}" dt="2024-09-14T08:27:51.052" v="3814" actId="2696"/>
        <pc:sldMkLst>
          <pc:docMk/>
          <pc:sldMk cId="1018339595" sldId="2359"/>
        </pc:sldMkLst>
      </pc:sldChg>
      <pc:sldChg chg="addSp modSp new del mod">
        <pc:chgData name="한준 김" userId="7dd4edb89109a895" providerId="LiveId" clId="{1296541B-A483-4B86-9E56-F32887AE44E3}" dt="2024-10-05T07:48:49.638" v="5878" actId="2696"/>
        <pc:sldMkLst>
          <pc:docMk/>
          <pc:sldMk cId="1169514464" sldId="2359"/>
        </pc:sldMkLst>
      </pc:sldChg>
      <pc:sldChg chg="addSp modSp new del mod setBg">
        <pc:chgData name="한준 김" userId="7dd4edb89109a895" providerId="LiveId" clId="{1296541B-A483-4B86-9E56-F32887AE44E3}" dt="2024-09-19T05:39:11.426" v="4249" actId="2696"/>
        <pc:sldMkLst>
          <pc:docMk/>
          <pc:sldMk cId="1440279415" sldId="2359"/>
        </pc:sldMkLst>
      </pc:sldChg>
      <pc:sldChg chg="add del setBg">
        <pc:chgData name="한준 김" userId="7dd4edb89109a895" providerId="LiveId" clId="{1296541B-A483-4B86-9E56-F32887AE44E3}" dt="2024-10-05T07:48:49.638" v="5878" actId="2696"/>
        <pc:sldMkLst>
          <pc:docMk/>
          <pc:sldMk cId="0" sldId="2360"/>
        </pc:sldMkLst>
      </pc:sldChg>
      <pc:sldChg chg="addSp delSp modSp new del mod setBg modAnim">
        <pc:chgData name="한준 김" userId="7dd4edb89109a895" providerId="LiveId" clId="{1296541B-A483-4B86-9E56-F32887AE44E3}" dt="2024-09-19T05:39:11.426" v="4249" actId="2696"/>
        <pc:sldMkLst>
          <pc:docMk/>
          <pc:sldMk cId="1437520942" sldId="2360"/>
        </pc:sldMkLst>
      </pc:sldChg>
      <pc:sldChg chg="addSp modSp new del mod setBg">
        <pc:chgData name="한준 김" userId="7dd4edb89109a895" providerId="LiveId" clId="{1296541B-A483-4B86-9E56-F32887AE44E3}" dt="2024-09-14T08:27:51.052" v="3814" actId="2696"/>
        <pc:sldMkLst>
          <pc:docMk/>
          <pc:sldMk cId="1762050984" sldId="2360"/>
        </pc:sldMkLst>
      </pc:sldChg>
      <pc:sldChg chg="add del">
        <pc:chgData name="한준 김" userId="7dd4edb89109a895" providerId="LiveId" clId="{1296541B-A483-4B86-9E56-F32887AE44E3}" dt="2024-09-27T06:44:22.884" v="5039" actId="2696"/>
        <pc:sldMkLst>
          <pc:docMk/>
          <pc:sldMk cId="0" sldId="2361"/>
        </pc:sldMkLst>
      </pc:sldChg>
      <pc:sldChg chg="add del setBg">
        <pc:chgData name="한준 김" userId="7dd4edb89109a895" providerId="LiveId" clId="{1296541B-A483-4B86-9E56-F32887AE44E3}" dt="2024-10-05T07:48:49.638" v="5878" actId="2696"/>
        <pc:sldMkLst>
          <pc:docMk/>
          <pc:sldMk cId="511900228" sldId="2361"/>
        </pc:sldMkLst>
      </pc:sldChg>
      <pc:sldChg chg="modSp new del mod">
        <pc:chgData name="한준 김" userId="7dd4edb89109a895" providerId="LiveId" clId="{1296541B-A483-4B86-9E56-F32887AE44E3}" dt="2024-09-19T05:39:11.426" v="4249" actId="2696"/>
        <pc:sldMkLst>
          <pc:docMk/>
          <pc:sldMk cId="1044090011" sldId="2361"/>
        </pc:sldMkLst>
      </pc:sldChg>
      <pc:sldChg chg="modSp add del mod">
        <pc:chgData name="한준 김" userId="7dd4edb89109a895" providerId="LiveId" clId="{1296541B-A483-4B86-9E56-F32887AE44E3}" dt="2024-09-14T08:27:51.052" v="3814" actId="2696"/>
        <pc:sldMkLst>
          <pc:docMk/>
          <pc:sldMk cId="1651657731" sldId="2361"/>
        </pc:sldMkLst>
      </pc:sldChg>
      <pc:sldChg chg="add del">
        <pc:chgData name="한준 김" userId="7dd4edb89109a895" providerId="LiveId" clId="{1296541B-A483-4B86-9E56-F32887AE44E3}" dt="2024-09-27T06:44:22.884" v="5039" actId="2696"/>
        <pc:sldMkLst>
          <pc:docMk/>
          <pc:sldMk cId="0" sldId="2362"/>
        </pc:sldMkLst>
      </pc:sldChg>
      <pc:sldChg chg="add del">
        <pc:chgData name="한준 김" userId="7dd4edb89109a895" providerId="LiveId" clId="{1296541B-A483-4B86-9E56-F32887AE44E3}" dt="2024-09-14T08:27:51.052" v="3814" actId="2696"/>
        <pc:sldMkLst>
          <pc:docMk/>
          <pc:sldMk cId="125670855" sldId="2362"/>
        </pc:sldMkLst>
      </pc:sldChg>
      <pc:sldChg chg="add del">
        <pc:chgData name="한준 김" userId="7dd4edb89109a895" providerId="LiveId" clId="{1296541B-A483-4B86-9E56-F32887AE44E3}" dt="2024-10-05T07:48:49.638" v="5878" actId="2696"/>
        <pc:sldMkLst>
          <pc:docMk/>
          <pc:sldMk cId="3093238871" sldId="2362"/>
        </pc:sldMkLst>
      </pc:sldChg>
      <pc:sldChg chg="addSp delSp add del setBg delDesignElem">
        <pc:chgData name="한준 김" userId="7dd4edb89109a895" providerId="LiveId" clId="{1296541B-A483-4B86-9E56-F32887AE44E3}" dt="2024-09-06T04:53:53.660" v="3058"/>
        <pc:sldMkLst>
          <pc:docMk/>
          <pc:sldMk cId="3845118540" sldId="2362"/>
        </pc:sldMkLst>
      </pc:sldChg>
      <pc:sldChg chg="add del setBg">
        <pc:chgData name="한준 김" userId="7dd4edb89109a895" providerId="LiveId" clId="{1296541B-A483-4B86-9E56-F32887AE44E3}" dt="2024-10-05T07:51:33.859" v="5885" actId="2696"/>
        <pc:sldMkLst>
          <pc:docMk/>
          <pc:sldMk cId="0" sldId="2363"/>
        </pc:sldMkLst>
      </pc:sldChg>
      <pc:sldChg chg="add del setBg">
        <pc:chgData name="한준 김" userId="7dd4edb89109a895" providerId="LiveId" clId="{1296541B-A483-4B86-9E56-F32887AE44E3}" dt="2024-10-05T07:51:33.859" v="5885" actId="2696"/>
        <pc:sldMkLst>
          <pc:docMk/>
          <pc:sldMk cId="0" sldId="2364"/>
        </pc:sldMkLst>
      </pc:sldChg>
      <pc:sldChg chg="add del setBg">
        <pc:chgData name="한준 김" userId="7dd4edb89109a895" providerId="LiveId" clId="{1296541B-A483-4B86-9E56-F32887AE44E3}" dt="2024-09-21T06:55:56.251" v="5035" actId="2696"/>
        <pc:sldMkLst>
          <pc:docMk/>
          <pc:sldMk cId="2190218469" sldId="2364"/>
        </pc:sldMkLst>
      </pc:sldChg>
      <pc:sldChg chg="add del setBg">
        <pc:chgData name="한준 김" userId="7dd4edb89109a895" providerId="LiveId" clId="{1296541B-A483-4B86-9E56-F32887AE44E3}" dt="2024-10-05T07:51:33.859" v="5885" actId="2696"/>
        <pc:sldMkLst>
          <pc:docMk/>
          <pc:sldMk cId="0" sldId="2365"/>
        </pc:sldMkLst>
      </pc:sldChg>
      <pc:sldChg chg="add del setBg">
        <pc:chgData name="한준 김" userId="7dd4edb89109a895" providerId="LiveId" clId="{1296541B-A483-4B86-9E56-F32887AE44E3}" dt="2024-09-21T06:55:56.251" v="5035" actId="2696"/>
        <pc:sldMkLst>
          <pc:docMk/>
          <pc:sldMk cId="3669714039" sldId="2365"/>
        </pc:sldMkLst>
      </pc:sldChg>
      <pc:sldChg chg="add del setBg">
        <pc:chgData name="한준 김" userId="7dd4edb89109a895" providerId="LiveId" clId="{1296541B-A483-4B86-9E56-F32887AE44E3}" dt="2024-10-05T07:51:33.859" v="5885" actId="2696"/>
        <pc:sldMkLst>
          <pc:docMk/>
          <pc:sldMk cId="0" sldId="2366"/>
        </pc:sldMkLst>
      </pc:sldChg>
      <pc:sldChg chg="add del setBg">
        <pc:chgData name="한준 김" userId="7dd4edb89109a895" providerId="LiveId" clId="{1296541B-A483-4B86-9E56-F32887AE44E3}" dt="2024-09-21T06:55:56.251" v="5035" actId="2696"/>
        <pc:sldMkLst>
          <pc:docMk/>
          <pc:sldMk cId="2544214815" sldId="2366"/>
        </pc:sldMkLst>
      </pc:sldChg>
      <pc:sldChg chg="add del">
        <pc:chgData name="한준 김" userId="7dd4edb89109a895" providerId="LiveId" clId="{1296541B-A483-4B86-9E56-F32887AE44E3}" dt="2024-10-19T08:35:58.838" v="6825" actId="2696"/>
        <pc:sldMkLst>
          <pc:docMk/>
          <pc:sldMk cId="0" sldId="2367"/>
        </pc:sldMkLst>
      </pc:sldChg>
      <pc:sldChg chg="add del setBg">
        <pc:chgData name="한준 김" userId="7dd4edb89109a895" providerId="LiveId" clId="{1296541B-A483-4B86-9E56-F32887AE44E3}" dt="2024-09-21T06:55:56.251" v="5035" actId="2696"/>
        <pc:sldMkLst>
          <pc:docMk/>
          <pc:sldMk cId="4043496626" sldId="2367"/>
        </pc:sldMkLst>
      </pc:sldChg>
      <pc:sldChg chg="add del">
        <pc:chgData name="한준 김" userId="7dd4edb89109a895" providerId="LiveId" clId="{1296541B-A483-4B86-9E56-F32887AE44E3}" dt="2024-10-19T08:35:58.838" v="6825" actId="2696"/>
        <pc:sldMkLst>
          <pc:docMk/>
          <pc:sldMk cId="0" sldId="2368"/>
        </pc:sldMkLst>
      </pc:sldChg>
      <pc:sldChg chg="add del setBg">
        <pc:chgData name="한준 김" userId="7dd4edb89109a895" providerId="LiveId" clId="{1296541B-A483-4B86-9E56-F32887AE44E3}" dt="2024-09-21T06:55:56.251" v="5035" actId="2696"/>
        <pc:sldMkLst>
          <pc:docMk/>
          <pc:sldMk cId="3177587713" sldId="2368"/>
        </pc:sldMkLst>
      </pc:sldChg>
      <pc:sldChg chg="add del">
        <pc:chgData name="한준 김" userId="7dd4edb89109a895" providerId="LiveId" clId="{1296541B-A483-4B86-9E56-F32887AE44E3}" dt="2024-10-19T08:35:58.838" v="6825" actId="2696"/>
        <pc:sldMkLst>
          <pc:docMk/>
          <pc:sldMk cId="0" sldId="2369"/>
        </pc:sldMkLst>
      </pc:sldChg>
      <pc:sldChg chg="add del setBg">
        <pc:chgData name="한준 김" userId="7dd4edb89109a895" providerId="LiveId" clId="{1296541B-A483-4B86-9E56-F32887AE44E3}" dt="2024-09-21T06:55:56.251" v="5035" actId="2696"/>
        <pc:sldMkLst>
          <pc:docMk/>
          <pc:sldMk cId="160573979" sldId="2369"/>
        </pc:sldMkLst>
      </pc:sldChg>
      <pc:sldChg chg="add del setBg">
        <pc:chgData name="한준 김" userId="7dd4edb89109a895" providerId="LiveId" clId="{1296541B-A483-4B86-9E56-F32887AE44E3}" dt="2024-10-19T08:35:58.838" v="6825" actId="2696"/>
        <pc:sldMkLst>
          <pc:docMk/>
          <pc:sldMk cId="0" sldId="2370"/>
        </pc:sldMkLst>
      </pc:sldChg>
      <pc:sldChg chg="add del setBg">
        <pc:chgData name="한준 김" userId="7dd4edb89109a895" providerId="LiveId" clId="{1296541B-A483-4B86-9E56-F32887AE44E3}" dt="2024-09-21T06:55:56.251" v="5035" actId="2696"/>
        <pc:sldMkLst>
          <pc:docMk/>
          <pc:sldMk cId="1772318068" sldId="2370"/>
        </pc:sldMkLst>
      </pc:sldChg>
      <pc:sldChg chg="add del setBg">
        <pc:chgData name="한준 김" userId="7dd4edb89109a895" providerId="LiveId" clId="{1296541B-A483-4B86-9E56-F32887AE44E3}" dt="2024-10-19T08:35:58.838" v="6825" actId="2696"/>
        <pc:sldMkLst>
          <pc:docMk/>
          <pc:sldMk cId="0" sldId="2371"/>
        </pc:sldMkLst>
      </pc:sldChg>
      <pc:sldChg chg="add del setBg">
        <pc:chgData name="한준 김" userId="7dd4edb89109a895" providerId="LiveId" clId="{1296541B-A483-4B86-9E56-F32887AE44E3}" dt="2024-09-21T06:55:56.251" v="5035" actId="2696"/>
        <pc:sldMkLst>
          <pc:docMk/>
          <pc:sldMk cId="1485057483" sldId="2371"/>
        </pc:sldMkLst>
      </pc:sldChg>
      <pc:sldChg chg="add del setBg">
        <pc:chgData name="한준 김" userId="7dd4edb89109a895" providerId="LiveId" clId="{1296541B-A483-4B86-9E56-F32887AE44E3}" dt="2024-10-19T08:35:58.838" v="6825" actId="2696"/>
        <pc:sldMkLst>
          <pc:docMk/>
          <pc:sldMk cId="0" sldId="2372"/>
        </pc:sldMkLst>
      </pc:sldChg>
      <pc:sldChg chg="add del setBg">
        <pc:chgData name="한준 김" userId="7dd4edb89109a895" providerId="LiveId" clId="{1296541B-A483-4B86-9E56-F32887AE44E3}" dt="2024-10-19T08:35:58.838" v="6825" actId="2696"/>
        <pc:sldMkLst>
          <pc:docMk/>
          <pc:sldMk cId="0" sldId="2373"/>
        </pc:sldMkLst>
      </pc:sldChg>
      <pc:sldChg chg="add del">
        <pc:chgData name="한준 김" userId="7dd4edb89109a895" providerId="LiveId" clId="{1296541B-A483-4B86-9E56-F32887AE44E3}" dt="2024-10-19T08:35:58.838" v="6825" actId="2696"/>
        <pc:sldMkLst>
          <pc:docMk/>
          <pc:sldMk cId="0" sldId="2374"/>
        </pc:sldMkLst>
      </pc:sldChg>
      <pc:sldChg chg="add del">
        <pc:chgData name="한준 김" userId="7dd4edb89109a895" providerId="LiveId" clId="{1296541B-A483-4B86-9E56-F32887AE44E3}" dt="2024-10-19T08:35:58.838" v="6825" actId="2696"/>
        <pc:sldMkLst>
          <pc:docMk/>
          <pc:sldMk cId="0" sldId="2375"/>
        </pc:sldMkLst>
      </pc:sldChg>
      <pc:sldChg chg="add del">
        <pc:chgData name="한준 김" userId="7dd4edb89109a895" providerId="LiveId" clId="{1296541B-A483-4B86-9E56-F32887AE44E3}" dt="2024-10-12T07:03:34.474" v="6328" actId="2696"/>
        <pc:sldMkLst>
          <pc:docMk/>
          <pc:sldMk cId="0" sldId="2376"/>
        </pc:sldMkLst>
      </pc:sldChg>
      <pc:sldChg chg="add del">
        <pc:chgData name="한준 김" userId="7dd4edb89109a895" providerId="LiveId" clId="{1296541B-A483-4B86-9E56-F32887AE44E3}" dt="2024-10-12T07:03:34.474" v="6328" actId="2696"/>
        <pc:sldMkLst>
          <pc:docMk/>
          <pc:sldMk cId="0" sldId="2377"/>
        </pc:sldMkLst>
      </pc:sldChg>
      <pc:sldChg chg="add del">
        <pc:chgData name="한준 김" userId="7dd4edb89109a895" providerId="LiveId" clId="{1296541B-A483-4B86-9E56-F32887AE44E3}" dt="2024-10-12T07:03:34.474" v="6328" actId="2696"/>
        <pc:sldMkLst>
          <pc:docMk/>
          <pc:sldMk cId="0" sldId="2378"/>
        </pc:sldMkLst>
      </pc:sldChg>
      <pc:sldChg chg="addSp modSp new del modAnim">
        <pc:chgData name="한준 김" userId="7dd4edb89109a895" providerId="LiveId" clId="{1296541B-A483-4B86-9E56-F32887AE44E3}" dt="2024-11-08T07:31:52.054" v="7975" actId="47"/>
        <pc:sldMkLst>
          <pc:docMk/>
          <pc:sldMk cId="2624013140" sldId="2379"/>
        </pc:sldMkLst>
      </pc:sldChg>
      <pc:sldChg chg="add del">
        <pc:chgData name="한준 김" userId="7dd4edb89109a895" providerId="LiveId" clId="{1296541B-A483-4B86-9E56-F32887AE44E3}" dt="2024-10-12T07:02:42.287" v="6327" actId="2696"/>
        <pc:sldMkLst>
          <pc:docMk/>
          <pc:sldMk cId="0" sldId="2380"/>
        </pc:sldMkLst>
      </pc:sldChg>
      <pc:sldChg chg="add del">
        <pc:chgData name="한준 김" userId="7dd4edb89109a895" providerId="LiveId" clId="{1296541B-A483-4B86-9E56-F32887AE44E3}" dt="2024-10-12T07:02:42.287" v="6327" actId="2696"/>
        <pc:sldMkLst>
          <pc:docMk/>
          <pc:sldMk cId="0" sldId="2381"/>
        </pc:sldMkLst>
      </pc:sldChg>
      <pc:sldChg chg="add del">
        <pc:chgData name="한준 김" userId="7dd4edb89109a895" providerId="LiveId" clId="{1296541B-A483-4B86-9E56-F32887AE44E3}" dt="2024-10-12T07:02:42.287" v="6327" actId="2696"/>
        <pc:sldMkLst>
          <pc:docMk/>
          <pc:sldMk cId="0" sldId="2382"/>
        </pc:sldMkLst>
      </pc:sldChg>
      <pc:sldChg chg="add del">
        <pc:chgData name="한준 김" userId="7dd4edb89109a895" providerId="LiveId" clId="{1296541B-A483-4B86-9E56-F32887AE44E3}" dt="2024-10-12T07:06:19.622" v="6335" actId="2696"/>
        <pc:sldMkLst>
          <pc:docMk/>
          <pc:sldMk cId="0" sldId="2383"/>
        </pc:sldMkLst>
      </pc:sldChg>
      <pc:sldChg chg="add del">
        <pc:chgData name="한준 김" userId="7dd4edb89109a895" providerId="LiveId" clId="{1296541B-A483-4B86-9E56-F32887AE44E3}" dt="2024-10-12T07:06:19.622" v="6335" actId="2696"/>
        <pc:sldMkLst>
          <pc:docMk/>
          <pc:sldMk cId="0" sldId="2384"/>
        </pc:sldMkLst>
      </pc:sldChg>
      <pc:sldChg chg="add del">
        <pc:chgData name="한준 김" userId="7dd4edb89109a895" providerId="LiveId" clId="{1296541B-A483-4B86-9E56-F32887AE44E3}" dt="2024-10-12T07:06:19.622" v="6335" actId="2696"/>
        <pc:sldMkLst>
          <pc:docMk/>
          <pc:sldMk cId="0" sldId="2385"/>
        </pc:sldMkLst>
      </pc:sldChg>
      <pc:sldChg chg="add del">
        <pc:chgData name="한준 김" userId="7dd4edb89109a895" providerId="LiveId" clId="{1296541B-A483-4B86-9E56-F32887AE44E3}" dt="2024-10-12T07:06:19.622" v="6335" actId="2696"/>
        <pc:sldMkLst>
          <pc:docMk/>
          <pc:sldMk cId="0" sldId="2386"/>
        </pc:sldMkLst>
      </pc:sldChg>
      <pc:sldChg chg="add del setBg">
        <pc:chgData name="한준 김" userId="7dd4edb89109a895" providerId="LiveId" clId="{1296541B-A483-4B86-9E56-F32887AE44E3}" dt="2024-11-02T05:56:35.962" v="7740" actId="2696"/>
        <pc:sldMkLst>
          <pc:docMk/>
          <pc:sldMk cId="0" sldId="2387"/>
        </pc:sldMkLst>
      </pc:sldChg>
      <pc:sldChg chg="add del setBg">
        <pc:chgData name="한준 김" userId="7dd4edb89109a895" providerId="LiveId" clId="{1296541B-A483-4B86-9E56-F32887AE44E3}" dt="2024-11-02T05:56:35.962" v="7740" actId="2696"/>
        <pc:sldMkLst>
          <pc:docMk/>
          <pc:sldMk cId="0" sldId="2388"/>
        </pc:sldMkLst>
      </pc:sldChg>
      <pc:sldChg chg="add del setBg">
        <pc:chgData name="한준 김" userId="7dd4edb89109a895" providerId="LiveId" clId="{1296541B-A483-4B86-9E56-F32887AE44E3}" dt="2024-11-02T05:56:35.962" v="7740" actId="2696"/>
        <pc:sldMkLst>
          <pc:docMk/>
          <pc:sldMk cId="0" sldId="2389"/>
        </pc:sldMkLst>
      </pc:sldChg>
      <pc:sldChg chg="add del setBg">
        <pc:chgData name="한준 김" userId="7dd4edb89109a895" providerId="LiveId" clId="{1296541B-A483-4B86-9E56-F32887AE44E3}" dt="2024-11-02T05:56:35.962" v="7740" actId="2696"/>
        <pc:sldMkLst>
          <pc:docMk/>
          <pc:sldMk cId="0" sldId="2390"/>
        </pc:sldMkLst>
      </pc:sldChg>
      <pc:sldChg chg="add del setBg">
        <pc:chgData name="한준 김" userId="7dd4edb89109a895" providerId="LiveId" clId="{1296541B-A483-4B86-9E56-F32887AE44E3}" dt="2024-11-02T05:56:35.962" v="7740" actId="2696"/>
        <pc:sldMkLst>
          <pc:docMk/>
          <pc:sldMk cId="0" sldId="2391"/>
        </pc:sldMkLst>
      </pc:sldChg>
      <pc:sldChg chg="add del setBg">
        <pc:chgData name="한준 김" userId="7dd4edb89109a895" providerId="LiveId" clId="{1296541B-A483-4B86-9E56-F32887AE44E3}" dt="2024-11-02T05:56:35.962" v="7740" actId="2696"/>
        <pc:sldMkLst>
          <pc:docMk/>
          <pc:sldMk cId="0" sldId="2392"/>
        </pc:sldMkLst>
      </pc:sldChg>
      <pc:sldChg chg="add del modTransition setBg">
        <pc:chgData name="한준 김" userId="7dd4edb89109a895" providerId="LiveId" clId="{1296541B-A483-4B86-9E56-F32887AE44E3}" dt="2024-11-02T05:56:35.962" v="7740" actId="2696"/>
        <pc:sldMkLst>
          <pc:docMk/>
          <pc:sldMk cId="0" sldId="2393"/>
        </pc:sldMkLst>
      </pc:sldChg>
      <pc:sldChg chg="add del modTransition setBg">
        <pc:chgData name="한준 김" userId="7dd4edb89109a895" providerId="LiveId" clId="{1296541B-A483-4B86-9E56-F32887AE44E3}" dt="2024-11-02T05:56:35.962" v="7740" actId="2696"/>
        <pc:sldMkLst>
          <pc:docMk/>
          <pc:sldMk cId="0" sldId="2394"/>
        </pc:sldMkLst>
      </pc:sldChg>
      <pc:sldChg chg="add del modTransition setBg">
        <pc:chgData name="한준 김" userId="7dd4edb89109a895" providerId="LiveId" clId="{1296541B-A483-4B86-9E56-F32887AE44E3}" dt="2024-11-02T05:56:35.962" v="7740" actId="2696"/>
        <pc:sldMkLst>
          <pc:docMk/>
          <pc:sldMk cId="0" sldId="2395"/>
        </pc:sldMkLst>
      </pc:sldChg>
      <pc:sldChg chg="add del setBg">
        <pc:chgData name="한준 김" userId="7dd4edb89109a895" providerId="LiveId" clId="{1296541B-A483-4B86-9E56-F32887AE44E3}" dt="2024-11-02T05:56:35.962" v="7740" actId="2696"/>
        <pc:sldMkLst>
          <pc:docMk/>
          <pc:sldMk cId="0" sldId="2396"/>
        </pc:sldMkLst>
      </pc:sldChg>
      <pc:sldChg chg="add del setBg">
        <pc:chgData name="한준 김" userId="7dd4edb89109a895" providerId="LiveId" clId="{1296541B-A483-4B86-9E56-F32887AE44E3}" dt="2024-11-02T05:56:35.962" v="7740" actId="2696"/>
        <pc:sldMkLst>
          <pc:docMk/>
          <pc:sldMk cId="0" sldId="2397"/>
        </pc:sldMkLst>
      </pc:sldChg>
      <pc:sldChg chg="add del setBg">
        <pc:chgData name="한준 김" userId="7dd4edb89109a895" providerId="LiveId" clId="{1296541B-A483-4B86-9E56-F32887AE44E3}" dt="2024-11-02T05:56:35.962" v="7740" actId="2696"/>
        <pc:sldMkLst>
          <pc:docMk/>
          <pc:sldMk cId="0" sldId="2398"/>
        </pc:sldMkLst>
      </pc:sldChg>
      <pc:sldChg chg="add del">
        <pc:chgData name="한준 김" userId="7dd4edb89109a895" providerId="LiveId" clId="{1296541B-A483-4B86-9E56-F32887AE44E3}" dt="2024-11-02T05:56:35.962" v="7740" actId="2696"/>
        <pc:sldMkLst>
          <pc:docMk/>
          <pc:sldMk cId="0" sldId="2399"/>
        </pc:sldMkLst>
      </pc:sldChg>
      <pc:sldChg chg="add del">
        <pc:chgData name="한준 김" userId="7dd4edb89109a895" providerId="LiveId" clId="{1296541B-A483-4B86-9E56-F32887AE44E3}" dt="2024-10-19T08:35:58.838" v="6825" actId="2696"/>
        <pc:sldMkLst>
          <pc:docMk/>
          <pc:sldMk cId="0" sldId="2400"/>
        </pc:sldMkLst>
      </pc:sldChg>
      <pc:sldChg chg="modSp add del mod">
        <pc:chgData name="한준 김" userId="7dd4edb89109a895" providerId="LiveId" clId="{1296541B-A483-4B86-9E56-F32887AE44E3}" dt="2024-11-08T06:48:00.510" v="7765" actId="2696"/>
        <pc:sldMkLst>
          <pc:docMk/>
          <pc:sldMk cId="1592063954" sldId="2400"/>
        </pc:sldMkLst>
      </pc:sldChg>
      <pc:sldChg chg="add del">
        <pc:chgData name="한준 김" userId="7dd4edb89109a895" providerId="LiveId" clId="{1296541B-A483-4B86-9E56-F32887AE44E3}" dt="2024-11-08T07:34:46.615" v="8309" actId="2696"/>
        <pc:sldMkLst>
          <pc:docMk/>
          <pc:sldMk cId="1562481374" sldId="2401"/>
        </pc:sldMkLst>
      </pc:sldChg>
      <pc:sldChg chg="addSp modSp new del mod">
        <pc:chgData name="한준 김" userId="7dd4edb89109a895" providerId="LiveId" clId="{1296541B-A483-4B86-9E56-F32887AE44E3}" dt="2024-10-25T09:15:27.188" v="7008" actId="47"/>
        <pc:sldMkLst>
          <pc:docMk/>
          <pc:sldMk cId="1994726328" sldId="2401"/>
        </pc:sldMkLst>
      </pc:sldChg>
      <pc:sldChg chg="add del setBg">
        <pc:chgData name="한준 김" userId="7dd4edb89109a895" providerId="LiveId" clId="{1296541B-A483-4B86-9E56-F32887AE44E3}" dt="2024-11-16T04:14:15.035" v="9667" actId="2696"/>
        <pc:sldMkLst>
          <pc:docMk/>
          <pc:sldMk cId="0" sldId="2402"/>
        </pc:sldMkLst>
      </pc:sldChg>
      <pc:sldChg chg="add del setBg">
        <pc:chgData name="한준 김" userId="7dd4edb89109a895" providerId="LiveId" clId="{1296541B-A483-4B86-9E56-F32887AE44E3}" dt="2024-11-09T07:58:50.536" v="8772" actId="2696"/>
        <pc:sldMkLst>
          <pc:docMk/>
          <pc:sldMk cId="0" sldId="2403"/>
        </pc:sldMkLst>
      </pc:sldChg>
      <pc:sldChg chg="add del setBg">
        <pc:chgData name="한준 김" userId="7dd4edb89109a895" providerId="LiveId" clId="{1296541B-A483-4B86-9E56-F32887AE44E3}" dt="2024-12-28T06:30:54.060" v="11606" actId="2696"/>
        <pc:sldMkLst>
          <pc:docMk/>
          <pc:sldMk cId="0" sldId="2404"/>
        </pc:sldMkLst>
      </pc:sldChg>
      <pc:sldChg chg="add del setBg">
        <pc:chgData name="한준 김" userId="7dd4edb89109a895" providerId="LiveId" clId="{1296541B-A483-4B86-9E56-F32887AE44E3}" dt="2024-12-28T06:30:54.060" v="11606" actId="2696"/>
        <pc:sldMkLst>
          <pc:docMk/>
          <pc:sldMk cId="0" sldId="2405"/>
        </pc:sldMkLst>
      </pc:sldChg>
      <pc:sldChg chg="add del setBg">
        <pc:chgData name="한준 김" userId="7dd4edb89109a895" providerId="LiveId" clId="{1296541B-A483-4B86-9E56-F32887AE44E3}" dt="2024-12-28T06:30:54.060" v="11606" actId="2696"/>
        <pc:sldMkLst>
          <pc:docMk/>
          <pc:sldMk cId="0" sldId="2406"/>
        </pc:sldMkLst>
      </pc:sldChg>
      <pc:sldChg chg="add del setBg">
        <pc:chgData name="한준 김" userId="7dd4edb89109a895" providerId="LiveId" clId="{1296541B-A483-4B86-9E56-F32887AE44E3}" dt="2024-12-28T06:30:54.060" v="11606" actId="2696"/>
        <pc:sldMkLst>
          <pc:docMk/>
          <pc:sldMk cId="0" sldId="2407"/>
        </pc:sldMkLst>
      </pc:sldChg>
      <pc:sldChg chg="add del setBg">
        <pc:chgData name="한준 김" userId="7dd4edb89109a895" providerId="LiveId" clId="{1296541B-A483-4B86-9E56-F32887AE44E3}" dt="2024-12-28T06:30:54.060" v="11606" actId="2696"/>
        <pc:sldMkLst>
          <pc:docMk/>
          <pc:sldMk cId="0" sldId="2408"/>
        </pc:sldMkLst>
      </pc:sldChg>
      <pc:sldChg chg="add del setBg">
        <pc:chgData name="한준 김" userId="7dd4edb89109a895" providerId="LiveId" clId="{1296541B-A483-4B86-9E56-F32887AE44E3}" dt="2024-12-28T06:30:54.060" v="11606" actId="2696"/>
        <pc:sldMkLst>
          <pc:docMk/>
          <pc:sldMk cId="0" sldId="2409"/>
        </pc:sldMkLst>
      </pc:sldChg>
      <pc:sldChg chg="add del setBg">
        <pc:chgData name="한준 김" userId="7dd4edb89109a895" providerId="LiveId" clId="{1296541B-A483-4B86-9E56-F32887AE44E3}" dt="2024-12-07T01:33:17.491" v="10682" actId="2696"/>
        <pc:sldMkLst>
          <pc:docMk/>
          <pc:sldMk cId="0" sldId="2410"/>
        </pc:sldMkLst>
      </pc:sldChg>
      <pc:sldChg chg="add del setBg">
        <pc:chgData name="한준 김" userId="7dd4edb89109a895" providerId="LiveId" clId="{1296541B-A483-4B86-9E56-F32887AE44E3}" dt="2024-12-07T01:33:17.491" v="10682" actId="2696"/>
        <pc:sldMkLst>
          <pc:docMk/>
          <pc:sldMk cId="0" sldId="2411"/>
        </pc:sldMkLst>
      </pc:sldChg>
      <pc:sldChg chg="add del setBg">
        <pc:chgData name="한준 김" userId="7dd4edb89109a895" providerId="LiveId" clId="{1296541B-A483-4B86-9E56-F32887AE44E3}" dt="2024-12-07T01:33:17.491" v="10682" actId="2696"/>
        <pc:sldMkLst>
          <pc:docMk/>
          <pc:sldMk cId="0" sldId="2412"/>
        </pc:sldMkLst>
      </pc:sldChg>
      <pc:sldChg chg="add del setBg">
        <pc:chgData name="한준 김" userId="7dd4edb89109a895" providerId="LiveId" clId="{1296541B-A483-4B86-9E56-F32887AE44E3}" dt="2024-12-07T01:33:17.491" v="10682" actId="2696"/>
        <pc:sldMkLst>
          <pc:docMk/>
          <pc:sldMk cId="0" sldId="2413"/>
        </pc:sldMkLst>
      </pc:sldChg>
      <pc:sldChg chg="add del setBg">
        <pc:chgData name="한준 김" userId="7dd4edb89109a895" providerId="LiveId" clId="{1296541B-A483-4B86-9E56-F32887AE44E3}" dt="2024-12-07T01:33:17.491" v="10682" actId="2696"/>
        <pc:sldMkLst>
          <pc:docMk/>
          <pc:sldMk cId="0" sldId="2414"/>
        </pc:sldMkLst>
      </pc:sldChg>
      <pc:sldChg chg="addSp delSp modSp new del mod setBg">
        <pc:chgData name="한준 김" userId="7dd4edb89109a895" providerId="LiveId" clId="{1296541B-A483-4B86-9E56-F32887AE44E3}" dt="2024-11-15T08:23:49.504" v="8829" actId="2696"/>
        <pc:sldMkLst>
          <pc:docMk/>
          <pc:sldMk cId="1006115773" sldId="2415"/>
        </pc:sldMkLst>
      </pc:sldChg>
      <pc:sldChg chg="addSp delSp modSp new del mod setBg">
        <pc:chgData name="한준 김" userId="7dd4edb89109a895" providerId="LiveId" clId="{1296541B-A483-4B86-9E56-F32887AE44E3}" dt="2024-11-15T08:23:49.504" v="8829" actId="2696"/>
        <pc:sldMkLst>
          <pc:docMk/>
          <pc:sldMk cId="4040057599" sldId="2416"/>
        </pc:sldMkLst>
      </pc:sldChg>
      <pc:sldChg chg="add del setBg">
        <pc:chgData name="한준 김" userId="7dd4edb89109a895" providerId="LiveId" clId="{1296541B-A483-4B86-9E56-F32887AE44E3}" dt="2024-11-08T07:31:14.188" v="7934"/>
        <pc:sldMkLst>
          <pc:docMk/>
          <pc:sldMk cId="2104055897" sldId="2417"/>
        </pc:sldMkLst>
      </pc:sldChg>
      <pc:sldChg chg="add del">
        <pc:chgData name="한준 김" userId="7dd4edb89109a895" providerId="LiveId" clId="{1296541B-A483-4B86-9E56-F32887AE44E3}" dt="2024-11-28T07:25:03.375" v="10245" actId="2696"/>
        <pc:sldMkLst>
          <pc:docMk/>
          <pc:sldMk cId="3955176092" sldId="2417"/>
        </pc:sldMkLst>
      </pc:sldChg>
      <pc:sldChg chg="add del setBg">
        <pc:chgData name="한준 김" userId="7dd4edb89109a895" providerId="LiveId" clId="{1296541B-A483-4B86-9E56-F32887AE44E3}" dt="2024-11-08T07:31:14.188" v="7934"/>
        <pc:sldMkLst>
          <pc:docMk/>
          <pc:sldMk cId="3340213642" sldId="2418"/>
        </pc:sldMkLst>
      </pc:sldChg>
      <pc:sldChg chg="add del">
        <pc:chgData name="한준 김" userId="7dd4edb89109a895" providerId="LiveId" clId="{1296541B-A483-4B86-9E56-F32887AE44E3}" dt="2024-11-28T07:25:03.375" v="10245" actId="2696"/>
        <pc:sldMkLst>
          <pc:docMk/>
          <pc:sldMk cId="3487083652" sldId="2418"/>
        </pc:sldMkLst>
      </pc:sldChg>
      <pc:sldChg chg="add del">
        <pc:chgData name="한준 김" userId="7dd4edb89109a895" providerId="LiveId" clId="{1296541B-A483-4B86-9E56-F32887AE44E3}" dt="2024-11-28T07:25:03.375" v="10245" actId="2696"/>
        <pc:sldMkLst>
          <pc:docMk/>
          <pc:sldMk cId="243599284" sldId="2419"/>
        </pc:sldMkLst>
      </pc:sldChg>
      <pc:sldChg chg="add del setBg">
        <pc:chgData name="한준 김" userId="7dd4edb89109a895" providerId="LiveId" clId="{1296541B-A483-4B86-9E56-F32887AE44E3}" dt="2024-11-08T07:31:14.188" v="7934"/>
        <pc:sldMkLst>
          <pc:docMk/>
          <pc:sldMk cId="3027708992" sldId="2419"/>
        </pc:sldMkLst>
      </pc:sldChg>
      <pc:sldChg chg="add del">
        <pc:chgData name="한준 김" userId="7dd4edb89109a895" providerId="LiveId" clId="{1296541B-A483-4B86-9E56-F32887AE44E3}" dt="2024-11-28T07:25:03.375" v="10245" actId="2696"/>
        <pc:sldMkLst>
          <pc:docMk/>
          <pc:sldMk cId="2692984982" sldId="2420"/>
        </pc:sldMkLst>
      </pc:sldChg>
      <pc:sldChg chg="add del setBg">
        <pc:chgData name="한준 김" userId="7dd4edb89109a895" providerId="LiveId" clId="{1296541B-A483-4B86-9E56-F32887AE44E3}" dt="2024-11-08T07:31:14.188" v="7934"/>
        <pc:sldMkLst>
          <pc:docMk/>
          <pc:sldMk cId="2809467047" sldId="2420"/>
        </pc:sldMkLst>
      </pc:sldChg>
      <pc:sldChg chg="add del setBg">
        <pc:chgData name="한준 김" userId="7dd4edb89109a895" providerId="LiveId" clId="{1296541B-A483-4B86-9E56-F32887AE44E3}" dt="2024-11-08T07:31:14.188" v="7934"/>
        <pc:sldMkLst>
          <pc:docMk/>
          <pc:sldMk cId="610593274" sldId="2421"/>
        </pc:sldMkLst>
      </pc:sldChg>
      <pc:sldChg chg="add del">
        <pc:chgData name="한준 김" userId="7dd4edb89109a895" providerId="LiveId" clId="{1296541B-A483-4B86-9E56-F32887AE44E3}" dt="2024-11-28T07:25:03.375" v="10245" actId="2696"/>
        <pc:sldMkLst>
          <pc:docMk/>
          <pc:sldMk cId="1628956623" sldId="2421"/>
        </pc:sldMkLst>
      </pc:sldChg>
      <pc:sldChg chg="add del">
        <pc:chgData name="한준 김" userId="7dd4edb89109a895" providerId="LiveId" clId="{1296541B-A483-4B86-9E56-F32887AE44E3}" dt="2024-11-28T07:25:03.375" v="10245" actId="2696"/>
        <pc:sldMkLst>
          <pc:docMk/>
          <pc:sldMk cId="484536803" sldId="2422"/>
        </pc:sldMkLst>
      </pc:sldChg>
      <pc:sldChg chg="add del setBg">
        <pc:chgData name="한준 김" userId="7dd4edb89109a895" providerId="LiveId" clId="{1296541B-A483-4B86-9E56-F32887AE44E3}" dt="2024-11-08T07:31:14.188" v="7934"/>
        <pc:sldMkLst>
          <pc:docMk/>
          <pc:sldMk cId="1520909193" sldId="2422"/>
        </pc:sldMkLst>
      </pc:sldChg>
      <pc:sldChg chg="add del setBg">
        <pc:chgData name="한준 김" userId="7dd4edb89109a895" providerId="LiveId" clId="{1296541B-A483-4B86-9E56-F32887AE44E3}" dt="2024-11-23T06:24:21.876" v="10221" actId="2696"/>
        <pc:sldMkLst>
          <pc:docMk/>
          <pc:sldMk cId="0" sldId="2423"/>
        </pc:sldMkLst>
      </pc:sldChg>
      <pc:sldChg chg="add del setBg">
        <pc:chgData name="한준 김" userId="7dd4edb89109a895" providerId="LiveId" clId="{1296541B-A483-4B86-9E56-F32887AE44E3}" dt="2024-11-23T06:24:21.876" v="10221" actId="2696"/>
        <pc:sldMkLst>
          <pc:docMk/>
          <pc:sldMk cId="0" sldId="2424"/>
        </pc:sldMkLst>
      </pc:sldChg>
      <pc:sldChg chg="add del setBg">
        <pc:chgData name="한준 김" userId="7dd4edb89109a895" providerId="LiveId" clId="{1296541B-A483-4B86-9E56-F32887AE44E3}" dt="2024-11-23T06:24:21.876" v="10221" actId="2696"/>
        <pc:sldMkLst>
          <pc:docMk/>
          <pc:sldMk cId="0" sldId="2425"/>
        </pc:sldMkLst>
      </pc:sldChg>
      <pc:sldChg chg="add del">
        <pc:chgData name="한준 김" userId="7dd4edb89109a895" providerId="LiveId" clId="{1296541B-A483-4B86-9E56-F32887AE44E3}" dt="2024-11-23T06:25:11.098" v="10225" actId="2696"/>
        <pc:sldMkLst>
          <pc:docMk/>
          <pc:sldMk cId="0" sldId="2426"/>
        </pc:sldMkLst>
      </pc:sldChg>
      <pc:sldChg chg="add del">
        <pc:chgData name="한준 김" userId="7dd4edb89109a895" providerId="LiveId" clId="{1296541B-A483-4B86-9E56-F32887AE44E3}" dt="2024-11-23T06:25:11.098" v="10225" actId="2696"/>
        <pc:sldMkLst>
          <pc:docMk/>
          <pc:sldMk cId="0" sldId="2427"/>
        </pc:sldMkLst>
      </pc:sldChg>
      <pc:sldChg chg="add del">
        <pc:chgData name="한준 김" userId="7dd4edb89109a895" providerId="LiveId" clId="{1296541B-A483-4B86-9E56-F32887AE44E3}" dt="2024-11-23T06:25:11.098" v="10225" actId="2696"/>
        <pc:sldMkLst>
          <pc:docMk/>
          <pc:sldMk cId="0" sldId="2428"/>
        </pc:sldMkLst>
      </pc:sldChg>
      <pc:sldChg chg="add del">
        <pc:chgData name="한준 김" userId="7dd4edb89109a895" providerId="LiveId" clId="{1296541B-A483-4B86-9E56-F32887AE44E3}" dt="2024-11-23T06:25:11.098" v="10225" actId="2696"/>
        <pc:sldMkLst>
          <pc:docMk/>
          <pc:sldMk cId="0" sldId="2429"/>
        </pc:sldMkLst>
      </pc:sldChg>
      <pc:sldChg chg="add del">
        <pc:chgData name="한준 김" userId="7dd4edb89109a895" providerId="LiveId" clId="{1296541B-A483-4B86-9E56-F32887AE44E3}" dt="2024-11-23T06:25:11.098" v="10225" actId="2696"/>
        <pc:sldMkLst>
          <pc:docMk/>
          <pc:sldMk cId="0" sldId="2430"/>
        </pc:sldMkLst>
      </pc:sldChg>
      <pc:sldChg chg="add del">
        <pc:chgData name="한준 김" userId="7dd4edb89109a895" providerId="LiveId" clId="{1296541B-A483-4B86-9E56-F32887AE44E3}" dt="2024-11-23T06:25:11.098" v="10225" actId="2696"/>
        <pc:sldMkLst>
          <pc:docMk/>
          <pc:sldMk cId="0" sldId="2431"/>
        </pc:sldMkLst>
      </pc:sldChg>
      <pc:sldChg chg="add del">
        <pc:chgData name="한준 김" userId="7dd4edb89109a895" providerId="LiveId" clId="{1296541B-A483-4B86-9E56-F32887AE44E3}" dt="2024-11-23T06:25:11.098" v="10225" actId="2696"/>
        <pc:sldMkLst>
          <pc:docMk/>
          <pc:sldMk cId="0" sldId="2432"/>
        </pc:sldMkLst>
      </pc:sldChg>
      <pc:sldChg chg="add del">
        <pc:chgData name="한준 김" userId="7dd4edb89109a895" providerId="LiveId" clId="{1296541B-A483-4B86-9E56-F32887AE44E3}" dt="2024-11-23T06:25:11.098" v="10225" actId="2696"/>
        <pc:sldMkLst>
          <pc:docMk/>
          <pc:sldMk cId="0" sldId="2433"/>
        </pc:sldMkLst>
      </pc:sldChg>
      <pc:sldChg chg="add del modTransition">
        <pc:chgData name="한준 김" userId="7dd4edb89109a895" providerId="LiveId" clId="{1296541B-A483-4B86-9E56-F32887AE44E3}" dt="2024-11-30T06:50:21.712" v="10406" actId="2696"/>
        <pc:sldMkLst>
          <pc:docMk/>
          <pc:sldMk cId="0" sldId="2434"/>
        </pc:sldMkLst>
      </pc:sldChg>
      <pc:sldChg chg="addSp modSp new del mod">
        <pc:chgData name="한준 김" userId="7dd4edb89109a895" providerId="LiveId" clId="{1296541B-A483-4B86-9E56-F32887AE44E3}" dt="2024-11-23T06:24:15.424" v="10220" actId="2696"/>
        <pc:sldMkLst>
          <pc:docMk/>
          <pc:sldMk cId="1248015448" sldId="2434"/>
        </pc:sldMkLst>
      </pc:sldChg>
      <pc:sldChg chg="add del modTransition">
        <pc:chgData name="한준 김" userId="7dd4edb89109a895" providerId="LiveId" clId="{1296541B-A483-4B86-9E56-F32887AE44E3}" dt="2024-11-30T06:50:21.712" v="10406" actId="2696"/>
        <pc:sldMkLst>
          <pc:docMk/>
          <pc:sldMk cId="0" sldId="2435"/>
        </pc:sldMkLst>
      </pc:sldChg>
      <pc:sldChg chg="addSp modSp new del mod">
        <pc:chgData name="한준 김" userId="7dd4edb89109a895" providerId="LiveId" clId="{1296541B-A483-4B86-9E56-F32887AE44E3}" dt="2024-11-23T06:24:15.424" v="10220" actId="2696"/>
        <pc:sldMkLst>
          <pc:docMk/>
          <pc:sldMk cId="3070403988" sldId="2435"/>
        </pc:sldMkLst>
      </pc:sldChg>
      <pc:sldChg chg="add del setBg">
        <pc:chgData name="한준 김" userId="7dd4edb89109a895" providerId="LiveId" clId="{1296541B-A483-4B86-9E56-F32887AE44E3}" dt="2024-12-06T07:30:56.693" v="10485" actId="2696"/>
        <pc:sldMkLst>
          <pc:docMk/>
          <pc:sldMk cId="0" sldId="2436"/>
        </pc:sldMkLst>
      </pc:sldChg>
      <pc:sldChg chg="addSp modSp new del mod">
        <pc:chgData name="한준 김" userId="7dd4edb89109a895" providerId="LiveId" clId="{1296541B-A483-4B86-9E56-F32887AE44E3}" dt="2024-11-23T06:24:15.424" v="10220" actId="2696"/>
        <pc:sldMkLst>
          <pc:docMk/>
          <pc:sldMk cId="2817832275" sldId="2436"/>
        </pc:sldMkLst>
      </pc:sldChg>
      <pc:sldChg chg="add del modTransition setBg">
        <pc:chgData name="한준 김" userId="7dd4edb89109a895" providerId="LiveId" clId="{1296541B-A483-4B86-9E56-F32887AE44E3}" dt="2024-12-06T07:30:56.693" v="10485" actId="2696"/>
        <pc:sldMkLst>
          <pc:docMk/>
          <pc:sldMk cId="0" sldId="2437"/>
        </pc:sldMkLst>
      </pc:sldChg>
      <pc:sldChg chg="add del setBg">
        <pc:chgData name="한준 김" userId="7dd4edb89109a895" providerId="LiveId" clId="{1296541B-A483-4B86-9E56-F32887AE44E3}" dt="2024-12-06T07:30:56.693" v="10485" actId="2696"/>
        <pc:sldMkLst>
          <pc:docMk/>
          <pc:sldMk cId="0" sldId="2438"/>
        </pc:sldMkLst>
      </pc:sldChg>
      <pc:sldChg chg="add del modTransition setBg">
        <pc:chgData name="한준 김" userId="7dd4edb89109a895" providerId="LiveId" clId="{1296541B-A483-4B86-9E56-F32887AE44E3}" dt="2024-12-06T07:30:56.693" v="10485" actId="2696"/>
        <pc:sldMkLst>
          <pc:docMk/>
          <pc:sldMk cId="0" sldId="2439"/>
        </pc:sldMkLst>
      </pc:sldChg>
      <pc:sldChg chg="add del setBg">
        <pc:chgData name="한준 김" userId="7dd4edb89109a895" providerId="LiveId" clId="{1296541B-A483-4B86-9E56-F32887AE44E3}" dt="2024-12-06T07:30:56.693" v="10485" actId="2696"/>
        <pc:sldMkLst>
          <pc:docMk/>
          <pc:sldMk cId="0" sldId="2440"/>
        </pc:sldMkLst>
      </pc:sldChg>
      <pc:sldChg chg="add del modTransition setBg">
        <pc:chgData name="한준 김" userId="7dd4edb89109a895" providerId="LiveId" clId="{1296541B-A483-4B86-9E56-F32887AE44E3}" dt="2024-12-06T07:30:56.693" v="10485" actId="2696"/>
        <pc:sldMkLst>
          <pc:docMk/>
          <pc:sldMk cId="0" sldId="2441"/>
        </pc:sldMkLst>
      </pc:sldChg>
      <pc:sldChg chg="add del setBg">
        <pc:chgData name="한준 김" userId="7dd4edb89109a895" providerId="LiveId" clId="{1296541B-A483-4B86-9E56-F32887AE44E3}" dt="2024-12-14T08:02:16.039" v="10985" actId="2696"/>
        <pc:sldMkLst>
          <pc:docMk/>
          <pc:sldMk cId="0" sldId="2442"/>
        </pc:sldMkLst>
      </pc:sldChg>
      <pc:sldChg chg="add del setBg">
        <pc:chgData name="한준 김" userId="7dd4edb89109a895" providerId="LiveId" clId="{1296541B-A483-4B86-9E56-F32887AE44E3}" dt="2024-12-14T08:02:16.039" v="10985" actId="2696"/>
        <pc:sldMkLst>
          <pc:docMk/>
          <pc:sldMk cId="0" sldId="2443"/>
        </pc:sldMkLst>
      </pc:sldChg>
      <pc:sldChg chg="modSp add del mod modTransition">
        <pc:chgData name="한준 김" userId="7dd4edb89109a895" providerId="LiveId" clId="{1296541B-A483-4B86-9E56-F32887AE44E3}" dt="2024-12-28T06:30:54.060" v="11606" actId="2696"/>
        <pc:sldMkLst>
          <pc:docMk/>
          <pc:sldMk cId="0" sldId="2444"/>
        </pc:sldMkLst>
      </pc:sldChg>
      <pc:sldChg chg="modSp add del mod modTransition">
        <pc:chgData name="한준 김" userId="7dd4edb89109a895" providerId="LiveId" clId="{1296541B-A483-4B86-9E56-F32887AE44E3}" dt="2024-12-28T06:30:54.060" v="11606" actId="2696"/>
        <pc:sldMkLst>
          <pc:docMk/>
          <pc:sldMk cId="0" sldId="2445"/>
        </pc:sldMkLst>
      </pc:sldChg>
      <pc:sldChg chg="modSp add del mod modTransition">
        <pc:chgData name="한준 김" userId="7dd4edb89109a895" providerId="LiveId" clId="{1296541B-A483-4B86-9E56-F32887AE44E3}" dt="2024-12-28T06:30:54.060" v="11606" actId="2696"/>
        <pc:sldMkLst>
          <pc:docMk/>
          <pc:sldMk cId="0" sldId="2446"/>
        </pc:sldMkLst>
      </pc:sldChg>
      <pc:sldChg chg="modSp add del mod modTransition">
        <pc:chgData name="한준 김" userId="7dd4edb89109a895" providerId="LiveId" clId="{1296541B-A483-4B86-9E56-F32887AE44E3}" dt="2024-12-28T06:30:54.060" v="11606" actId="2696"/>
        <pc:sldMkLst>
          <pc:docMk/>
          <pc:sldMk cId="0" sldId="2447"/>
        </pc:sldMkLst>
      </pc:sldChg>
      <pc:sldChg chg="new del">
        <pc:chgData name="한준 김" userId="7dd4edb89109a895" providerId="LiveId" clId="{1296541B-A483-4B86-9E56-F32887AE44E3}" dt="2024-12-06T07:43:18.807" v="10679" actId="47"/>
        <pc:sldMkLst>
          <pc:docMk/>
          <pc:sldMk cId="4199085779" sldId="2447"/>
        </pc:sldMkLst>
      </pc:sldChg>
      <pc:sldChg chg="new del">
        <pc:chgData name="한준 김" userId="7dd4edb89109a895" providerId="LiveId" clId="{1296541B-A483-4B86-9E56-F32887AE44E3}" dt="2024-12-06T07:43:19.830" v="10680" actId="47"/>
        <pc:sldMkLst>
          <pc:docMk/>
          <pc:sldMk cId="456702120" sldId="2448"/>
        </pc:sldMkLst>
      </pc:sldChg>
      <pc:sldChg chg="new del">
        <pc:chgData name="한준 김" userId="7dd4edb89109a895" providerId="LiveId" clId="{1296541B-A483-4B86-9E56-F32887AE44E3}" dt="2024-12-14T08:02:52.097" v="10989" actId="47"/>
        <pc:sldMkLst>
          <pc:docMk/>
          <pc:sldMk cId="1433342953" sldId="2448"/>
        </pc:sldMkLst>
      </pc:sldChg>
      <pc:sldChg chg="new">
        <pc:chgData name="한준 김" userId="7dd4edb89109a895" providerId="LiveId" clId="{1296541B-A483-4B86-9E56-F32887AE44E3}" dt="2024-12-07T01:48:08.112" v="10759" actId="680"/>
        <pc:sldMkLst>
          <pc:docMk/>
          <pc:sldMk cId="3007726781" sldId="2449"/>
        </pc:sldMkLst>
      </pc:sldChg>
      <pc:sldChg chg="new del">
        <pc:chgData name="한준 김" userId="7dd4edb89109a895" providerId="LiveId" clId="{1296541B-A483-4B86-9E56-F32887AE44E3}" dt="2024-12-06T07:43:20.648" v="10681" actId="47"/>
        <pc:sldMkLst>
          <pc:docMk/>
          <pc:sldMk cId="3376251590" sldId="2449"/>
        </pc:sldMkLst>
      </pc:sldChg>
      <pc:sldChg chg="add del setBg">
        <pc:chgData name="한준 김" userId="7dd4edb89109a895" providerId="LiveId" clId="{1296541B-A483-4B86-9E56-F32887AE44E3}" dt="2024-12-21T09:20:39.425" v="11143" actId="2696"/>
        <pc:sldMkLst>
          <pc:docMk/>
          <pc:sldMk cId="0" sldId="2450"/>
        </pc:sldMkLst>
      </pc:sldChg>
      <pc:sldChg chg="add del">
        <pc:chgData name="한준 김" userId="7dd4edb89109a895" providerId="LiveId" clId="{1296541B-A483-4B86-9E56-F32887AE44E3}" dt="2024-12-27T07:32:00.373" v="11227"/>
        <pc:sldMkLst>
          <pc:docMk/>
          <pc:sldMk cId="2631867322" sldId="2450"/>
        </pc:sldMkLst>
      </pc:sldChg>
      <pc:sldChg chg="add">
        <pc:chgData name="한준 김" userId="7dd4edb89109a895" providerId="LiveId" clId="{1296541B-A483-4B86-9E56-F32887AE44E3}" dt="2024-12-27T07:32:00.384" v="11228"/>
        <pc:sldMkLst>
          <pc:docMk/>
          <pc:sldMk cId="2832808151" sldId="2450"/>
        </pc:sldMkLst>
      </pc:sldChg>
      <pc:sldChg chg="add del setBg">
        <pc:chgData name="한준 김" userId="7dd4edb89109a895" providerId="LiveId" clId="{1296541B-A483-4B86-9E56-F32887AE44E3}" dt="2024-12-28T06:33:16.489" v="11609"/>
        <pc:sldMkLst>
          <pc:docMk/>
          <pc:sldMk cId="0" sldId="2451"/>
        </pc:sldMkLst>
      </pc:sldChg>
      <pc:sldChg chg="add del setBg">
        <pc:chgData name="한준 김" userId="7dd4edb89109a895" providerId="LiveId" clId="{1296541B-A483-4B86-9E56-F32887AE44E3}" dt="2024-12-28T06:33:16.489" v="11609"/>
        <pc:sldMkLst>
          <pc:docMk/>
          <pc:sldMk cId="0" sldId="2452"/>
        </pc:sldMkLst>
      </pc:sldChg>
      <pc:sldChg chg="add del modTransition">
        <pc:chgData name="한준 김" userId="7dd4edb89109a895" providerId="LiveId" clId="{1296541B-A483-4B86-9E56-F32887AE44E3}" dt="2024-12-27T07:28:08.231" v="11155" actId="2696"/>
        <pc:sldMkLst>
          <pc:docMk/>
          <pc:sldMk cId="49239734" sldId="2452"/>
        </pc:sldMkLst>
      </pc:sldChg>
      <pc:sldChg chg="add del">
        <pc:chgData name="한준 김" userId="7dd4edb89109a895" providerId="LiveId" clId="{1296541B-A483-4B86-9E56-F32887AE44E3}" dt="2024-12-28T06:33:54.601" v="11612"/>
        <pc:sldMkLst>
          <pc:docMk/>
          <pc:sldMk cId="0" sldId="2453"/>
        </pc:sldMkLst>
      </pc:sldChg>
      <pc:sldChg chg="add del">
        <pc:chgData name="한준 김" userId="7dd4edb89109a895" providerId="LiveId" clId="{1296541B-A483-4B86-9E56-F32887AE44E3}" dt="2024-12-28T06:33:54.601" v="11612"/>
        <pc:sldMkLst>
          <pc:docMk/>
          <pc:sldMk cId="0" sldId="2454"/>
        </pc:sldMkLst>
      </pc:sldChg>
      <pc:sldChg chg="add del">
        <pc:chgData name="한준 김" userId="7dd4edb89109a895" providerId="LiveId" clId="{1296541B-A483-4B86-9E56-F32887AE44E3}" dt="2024-12-28T06:33:54.601" v="11612"/>
        <pc:sldMkLst>
          <pc:docMk/>
          <pc:sldMk cId="0" sldId="2455"/>
        </pc:sldMkLst>
      </pc:sldChg>
      <pc:sldChg chg="add del">
        <pc:chgData name="한준 김" userId="7dd4edb89109a895" providerId="LiveId" clId="{1296541B-A483-4B86-9E56-F32887AE44E3}" dt="2024-12-28T06:33:54.601" v="11612"/>
        <pc:sldMkLst>
          <pc:docMk/>
          <pc:sldMk cId="0" sldId="2456"/>
        </pc:sldMkLst>
      </pc:sldChg>
      <pc:sldChg chg="add del">
        <pc:chgData name="한준 김" userId="7dd4edb89109a895" providerId="LiveId" clId="{1296541B-A483-4B86-9E56-F32887AE44E3}" dt="2024-12-28T06:33:54.601" v="11612"/>
        <pc:sldMkLst>
          <pc:docMk/>
          <pc:sldMk cId="0" sldId="2457"/>
        </pc:sldMkLst>
      </pc:sldChg>
      <pc:sldChg chg="add del">
        <pc:chgData name="한준 김" userId="7dd4edb89109a895" providerId="LiveId" clId="{1296541B-A483-4B86-9E56-F32887AE44E3}" dt="2024-12-28T06:33:54.601" v="11612"/>
        <pc:sldMkLst>
          <pc:docMk/>
          <pc:sldMk cId="0" sldId="2458"/>
        </pc:sldMkLst>
      </pc:sldChg>
      <pc:sldChg chg="add del">
        <pc:chgData name="한준 김" userId="7dd4edb89109a895" providerId="LiveId" clId="{1296541B-A483-4B86-9E56-F32887AE44E3}" dt="2024-12-28T06:33:54.601" v="11612"/>
        <pc:sldMkLst>
          <pc:docMk/>
          <pc:sldMk cId="0" sldId="2459"/>
        </pc:sldMkLst>
      </pc:sldChg>
      <pc:sldChg chg="add del">
        <pc:chgData name="한준 김" userId="7dd4edb89109a895" providerId="LiveId" clId="{1296541B-A483-4B86-9E56-F32887AE44E3}" dt="2024-12-28T06:33:54.601" v="11612"/>
        <pc:sldMkLst>
          <pc:docMk/>
          <pc:sldMk cId="0" sldId="2460"/>
        </pc:sldMkLst>
      </pc:sldChg>
      <pc:sldChg chg="add del setBg">
        <pc:chgData name="한준 김" userId="7dd4edb89109a895" providerId="LiveId" clId="{1296541B-A483-4B86-9E56-F32887AE44E3}" dt="2024-12-28T06:34:55.904" v="11615"/>
        <pc:sldMkLst>
          <pc:docMk/>
          <pc:sldMk cId="0" sldId="2461"/>
        </pc:sldMkLst>
      </pc:sldChg>
      <pc:sldChg chg="add del setBg">
        <pc:chgData name="한준 김" userId="7dd4edb89109a895" providerId="LiveId" clId="{1296541B-A483-4B86-9E56-F32887AE44E3}" dt="2024-12-28T06:34:55.904" v="11615"/>
        <pc:sldMkLst>
          <pc:docMk/>
          <pc:sldMk cId="0" sldId="2462"/>
        </pc:sldMkLst>
      </pc:sldChg>
      <pc:sldChg chg="add del setBg">
        <pc:chgData name="한준 김" userId="7dd4edb89109a895" providerId="LiveId" clId="{1296541B-A483-4B86-9E56-F32887AE44E3}" dt="2024-12-28T06:34:55.904" v="11615"/>
        <pc:sldMkLst>
          <pc:docMk/>
          <pc:sldMk cId="0" sldId="2463"/>
        </pc:sldMkLst>
      </pc:sldChg>
      <pc:sldChg chg="add del setBg">
        <pc:chgData name="한준 김" userId="7dd4edb89109a895" providerId="LiveId" clId="{1296541B-A483-4B86-9E56-F32887AE44E3}" dt="2024-12-28T06:34:55.904" v="11615"/>
        <pc:sldMkLst>
          <pc:docMk/>
          <pc:sldMk cId="0" sldId="2464"/>
        </pc:sldMkLst>
      </pc:sldChg>
      <pc:sldChg chg="add del setBg">
        <pc:chgData name="한준 김" userId="7dd4edb89109a895" providerId="LiveId" clId="{1296541B-A483-4B86-9E56-F32887AE44E3}" dt="2024-12-28T06:34:55.904" v="11615"/>
        <pc:sldMkLst>
          <pc:docMk/>
          <pc:sldMk cId="0" sldId="2465"/>
        </pc:sldMkLst>
      </pc:sldChg>
      <pc:sldChg chg="add del setBg">
        <pc:chgData name="한준 김" userId="7dd4edb89109a895" providerId="LiveId" clId="{1296541B-A483-4B86-9E56-F32887AE44E3}" dt="2024-12-28T06:34:55.904" v="11615"/>
        <pc:sldMkLst>
          <pc:docMk/>
          <pc:sldMk cId="0" sldId="2466"/>
        </pc:sldMkLst>
      </pc:sldChg>
      <pc:sldMasterChg chg="addSldLayout delSldLayout">
        <pc:chgData name="한준 김" userId="7dd4edb89109a895" providerId="LiveId" clId="{1296541B-A483-4B86-9E56-F32887AE44E3}" dt="2024-12-06T07:30:56.693" v="10485" actId="2696"/>
        <pc:sldMasterMkLst>
          <pc:docMk/>
          <pc:sldMasterMk cId="0" sldId="2147485163"/>
        </pc:sldMasterMkLst>
        <pc:sldLayoutChg chg="add del">
          <pc:chgData name="한준 김" userId="7dd4edb89109a895" providerId="LiveId" clId="{1296541B-A483-4B86-9E56-F32887AE44E3}" dt="2024-12-06T07:30:56.693" v="10485" actId="2696"/>
          <pc:sldLayoutMkLst>
            <pc:docMk/>
            <pc:sldMasterMk cId="0" sldId="2147485163"/>
            <pc:sldLayoutMk cId="0" sldId="2147485042"/>
          </pc:sldLayoutMkLst>
        </pc:sldLayoutChg>
        <pc:sldLayoutChg chg="del">
          <pc:chgData name="한준 김" userId="7dd4edb89109a895" providerId="LiveId" clId="{1296541B-A483-4B86-9E56-F32887AE44E3}" dt="2024-08-10T03:56:53.564" v="405" actId="2696"/>
          <pc:sldLayoutMkLst>
            <pc:docMk/>
            <pc:sldMasterMk cId="0" sldId="2147485163"/>
            <pc:sldLayoutMk cId="0" sldId="2147485076"/>
          </pc:sldLayoutMkLst>
        </pc:sldLayoutChg>
        <pc:sldLayoutChg chg="del">
          <pc:chgData name="한준 김" userId="7dd4edb89109a895" providerId="LiveId" clId="{1296541B-A483-4B86-9E56-F32887AE44E3}" dt="2024-08-21T02:26:56.145" v="1751" actId="2696"/>
          <pc:sldLayoutMkLst>
            <pc:docMk/>
            <pc:sldMasterMk cId="0" sldId="2147485163"/>
            <pc:sldLayoutMk cId="2164269107" sldId="2147485655"/>
          </pc:sldLayoutMkLst>
        </pc:sldLayoutChg>
      </pc:sldMasterChg>
      <pc:sldMasterChg chg="add del addSldLayout delSldLayout">
        <pc:chgData name="한준 김" userId="7dd4edb89109a895" providerId="LiveId" clId="{1296541B-A483-4B86-9E56-F32887AE44E3}" dt="2024-12-06T07:30:56.693" v="10485" actId="2696"/>
        <pc:sldMasterMkLst>
          <pc:docMk/>
          <pc:sldMasterMk cId="3498018520" sldId="2147485164"/>
        </pc:sldMasterMkLst>
        <pc:sldLayoutChg chg="add del">
          <pc:chgData name="한준 김" userId="7dd4edb89109a895" providerId="LiveId" clId="{1296541B-A483-4B86-9E56-F32887AE44E3}" dt="2024-12-06T07:30:56.693" v="10485" actId="2696"/>
          <pc:sldLayoutMkLst>
            <pc:docMk/>
            <pc:sldMasterMk cId="3498018520" sldId="2147485164"/>
            <pc:sldLayoutMk cId="3416125595" sldId="2147483799"/>
          </pc:sldLayoutMkLst>
        </pc:sldLayoutChg>
        <pc:sldLayoutChg chg="add del">
          <pc:chgData name="한준 김" userId="7dd4edb89109a895" providerId="LiveId" clId="{1296541B-A483-4B86-9E56-F32887AE44E3}" dt="2024-12-06T07:30:56.693" v="10485" actId="2696"/>
          <pc:sldLayoutMkLst>
            <pc:docMk/>
            <pc:sldMasterMk cId="3498018520" sldId="2147485164"/>
            <pc:sldLayoutMk cId="3215560997" sldId="2147483800"/>
          </pc:sldLayoutMkLst>
        </pc:sldLayoutChg>
        <pc:sldLayoutChg chg="add del">
          <pc:chgData name="한준 김" userId="7dd4edb89109a895" providerId="LiveId" clId="{1296541B-A483-4B86-9E56-F32887AE44E3}" dt="2024-12-06T07:30:56.693" v="10485" actId="2696"/>
          <pc:sldLayoutMkLst>
            <pc:docMk/>
            <pc:sldMasterMk cId="3498018520" sldId="2147485164"/>
            <pc:sldLayoutMk cId="2506975363" sldId="2147483801"/>
          </pc:sldLayoutMkLst>
        </pc:sldLayoutChg>
        <pc:sldLayoutChg chg="add del">
          <pc:chgData name="한준 김" userId="7dd4edb89109a895" providerId="LiveId" clId="{1296541B-A483-4B86-9E56-F32887AE44E3}" dt="2024-12-06T07:30:56.693" v="10485" actId="2696"/>
          <pc:sldLayoutMkLst>
            <pc:docMk/>
            <pc:sldMasterMk cId="3498018520" sldId="2147485164"/>
            <pc:sldLayoutMk cId="1924470890" sldId="2147483802"/>
          </pc:sldLayoutMkLst>
        </pc:sldLayoutChg>
        <pc:sldLayoutChg chg="add del">
          <pc:chgData name="한준 김" userId="7dd4edb89109a895" providerId="LiveId" clId="{1296541B-A483-4B86-9E56-F32887AE44E3}" dt="2024-12-06T07:30:56.693" v="10485" actId="2696"/>
          <pc:sldLayoutMkLst>
            <pc:docMk/>
            <pc:sldMasterMk cId="3498018520" sldId="2147485164"/>
            <pc:sldLayoutMk cId="1348050659" sldId="2147483803"/>
          </pc:sldLayoutMkLst>
        </pc:sldLayoutChg>
        <pc:sldLayoutChg chg="add del">
          <pc:chgData name="한준 김" userId="7dd4edb89109a895" providerId="LiveId" clId="{1296541B-A483-4B86-9E56-F32887AE44E3}" dt="2024-12-06T07:30:56.693" v="10485" actId="2696"/>
          <pc:sldLayoutMkLst>
            <pc:docMk/>
            <pc:sldMasterMk cId="3498018520" sldId="2147485164"/>
            <pc:sldLayoutMk cId="3098663287" sldId="2147483804"/>
          </pc:sldLayoutMkLst>
        </pc:sldLayoutChg>
        <pc:sldLayoutChg chg="add del">
          <pc:chgData name="한준 김" userId="7dd4edb89109a895" providerId="LiveId" clId="{1296541B-A483-4B86-9E56-F32887AE44E3}" dt="2024-12-06T07:30:56.693" v="10485" actId="2696"/>
          <pc:sldLayoutMkLst>
            <pc:docMk/>
            <pc:sldMasterMk cId="3498018520" sldId="2147485164"/>
            <pc:sldLayoutMk cId="3872789190" sldId="2147483805"/>
          </pc:sldLayoutMkLst>
        </pc:sldLayoutChg>
        <pc:sldLayoutChg chg="add del">
          <pc:chgData name="한준 김" userId="7dd4edb89109a895" providerId="LiveId" clId="{1296541B-A483-4B86-9E56-F32887AE44E3}" dt="2024-12-06T07:30:56.693" v="10485" actId="2696"/>
          <pc:sldLayoutMkLst>
            <pc:docMk/>
            <pc:sldMasterMk cId="3498018520" sldId="2147485164"/>
            <pc:sldLayoutMk cId="862017961" sldId="2147483806"/>
          </pc:sldLayoutMkLst>
        </pc:sldLayoutChg>
        <pc:sldLayoutChg chg="add del">
          <pc:chgData name="한준 김" userId="7dd4edb89109a895" providerId="LiveId" clId="{1296541B-A483-4B86-9E56-F32887AE44E3}" dt="2024-12-06T07:30:56.693" v="10485" actId="2696"/>
          <pc:sldLayoutMkLst>
            <pc:docMk/>
            <pc:sldMasterMk cId="3498018520" sldId="2147485164"/>
            <pc:sldLayoutMk cId="3948330093" sldId="2147483807"/>
          </pc:sldLayoutMkLst>
        </pc:sldLayoutChg>
        <pc:sldLayoutChg chg="add del">
          <pc:chgData name="한준 김" userId="7dd4edb89109a895" providerId="LiveId" clId="{1296541B-A483-4B86-9E56-F32887AE44E3}" dt="2024-12-06T07:30:56.693" v="10485" actId="2696"/>
          <pc:sldLayoutMkLst>
            <pc:docMk/>
            <pc:sldMasterMk cId="3498018520" sldId="2147485164"/>
            <pc:sldLayoutMk cId="2303578556" sldId="2147483808"/>
          </pc:sldLayoutMkLst>
        </pc:sldLayoutChg>
        <pc:sldLayoutChg chg="add del">
          <pc:chgData name="한준 김" userId="7dd4edb89109a895" providerId="LiveId" clId="{1296541B-A483-4B86-9E56-F32887AE44E3}" dt="2024-12-06T07:30:56.693" v="10485" actId="2696"/>
          <pc:sldLayoutMkLst>
            <pc:docMk/>
            <pc:sldMasterMk cId="3498018520" sldId="2147485164"/>
            <pc:sldLayoutMk cId="1931857759" sldId="2147483809"/>
          </pc:sldLayoutMkLst>
        </pc:sldLayoutChg>
      </pc:sldMasterChg>
      <pc:sldMasterChg chg="add del addSldLayout delSldLayout">
        <pc:chgData name="한준 김" userId="7dd4edb89109a895" providerId="LiveId" clId="{1296541B-A483-4B86-9E56-F32887AE44E3}" dt="2024-12-06T07:30:56.693" v="10485" actId="2696"/>
        <pc:sldMasterMkLst>
          <pc:docMk/>
          <pc:sldMasterMk cId="0" sldId="2147485165"/>
        </pc:sldMasterMkLst>
        <pc:sldLayoutChg chg="add del">
          <pc:chgData name="한준 김" userId="7dd4edb89109a895" providerId="LiveId" clId="{1296541B-A483-4B86-9E56-F32887AE44E3}" dt="2024-12-06T07:30:56.693" v="10485" actId="2696"/>
          <pc:sldLayoutMkLst>
            <pc:docMk/>
            <pc:sldMasterMk cId="0" sldId="2147485165"/>
            <pc:sldLayoutMk cId="2623020608" sldId="2147484455"/>
          </pc:sldLayoutMkLst>
        </pc:sldLayoutChg>
        <pc:sldLayoutChg chg="add del">
          <pc:chgData name="한준 김" userId="7dd4edb89109a895" providerId="LiveId" clId="{1296541B-A483-4B86-9E56-F32887AE44E3}" dt="2024-12-06T07:30:56.693" v="10485" actId="2696"/>
          <pc:sldLayoutMkLst>
            <pc:docMk/>
            <pc:sldMasterMk cId="0" sldId="2147485165"/>
            <pc:sldLayoutMk cId="3813239044" sldId="2147484456"/>
          </pc:sldLayoutMkLst>
        </pc:sldLayoutChg>
        <pc:sldLayoutChg chg="add del">
          <pc:chgData name="한준 김" userId="7dd4edb89109a895" providerId="LiveId" clId="{1296541B-A483-4B86-9E56-F32887AE44E3}" dt="2024-12-06T07:30:56.693" v="10485" actId="2696"/>
          <pc:sldLayoutMkLst>
            <pc:docMk/>
            <pc:sldMasterMk cId="0" sldId="2147485165"/>
            <pc:sldLayoutMk cId="1656193884" sldId="2147484457"/>
          </pc:sldLayoutMkLst>
        </pc:sldLayoutChg>
        <pc:sldLayoutChg chg="add del">
          <pc:chgData name="한준 김" userId="7dd4edb89109a895" providerId="LiveId" clId="{1296541B-A483-4B86-9E56-F32887AE44E3}" dt="2024-12-06T07:30:56.693" v="10485" actId="2696"/>
          <pc:sldLayoutMkLst>
            <pc:docMk/>
            <pc:sldMasterMk cId="0" sldId="2147485165"/>
            <pc:sldLayoutMk cId="2257426682" sldId="2147484458"/>
          </pc:sldLayoutMkLst>
        </pc:sldLayoutChg>
        <pc:sldLayoutChg chg="add del">
          <pc:chgData name="한준 김" userId="7dd4edb89109a895" providerId="LiveId" clId="{1296541B-A483-4B86-9E56-F32887AE44E3}" dt="2024-12-06T07:30:56.693" v="10485" actId="2696"/>
          <pc:sldLayoutMkLst>
            <pc:docMk/>
            <pc:sldMasterMk cId="0" sldId="2147485165"/>
            <pc:sldLayoutMk cId="1892217170" sldId="2147484459"/>
          </pc:sldLayoutMkLst>
        </pc:sldLayoutChg>
        <pc:sldLayoutChg chg="add del">
          <pc:chgData name="한준 김" userId="7dd4edb89109a895" providerId="LiveId" clId="{1296541B-A483-4B86-9E56-F32887AE44E3}" dt="2024-12-06T07:30:56.693" v="10485" actId="2696"/>
          <pc:sldLayoutMkLst>
            <pc:docMk/>
            <pc:sldMasterMk cId="0" sldId="2147485165"/>
            <pc:sldLayoutMk cId="155359073" sldId="2147484460"/>
          </pc:sldLayoutMkLst>
        </pc:sldLayoutChg>
        <pc:sldLayoutChg chg="add del">
          <pc:chgData name="한준 김" userId="7dd4edb89109a895" providerId="LiveId" clId="{1296541B-A483-4B86-9E56-F32887AE44E3}" dt="2024-12-06T07:30:56.693" v="10485" actId="2696"/>
          <pc:sldLayoutMkLst>
            <pc:docMk/>
            <pc:sldMasterMk cId="0" sldId="2147485165"/>
            <pc:sldLayoutMk cId="1969179466" sldId="2147484461"/>
          </pc:sldLayoutMkLst>
        </pc:sldLayoutChg>
        <pc:sldLayoutChg chg="add del">
          <pc:chgData name="한준 김" userId="7dd4edb89109a895" providerId="LiveId" clId="{1296541B-A483-4B86-9E56-F32887AE44E3}" dt="2024-12-06T07:30:56.693" v="10485" actId="2696"/>
          <pc:sldLayoutMkLst>
            <pc:docMk/>
            <pc:sldMasterMk cId="0" sldId="2147485165"/>
            <pc:sldLayoutMk cId="646050098" sldId="2147484462"/>
          </pc:sldLayoutMkLst>
        </pc:sldLayoutChg>
        <pc:sldLayoutChg chg="add del">
          <pc:chgData name="한준 김" userId="7dd4edb89109a895" providerId="LiveId" clId="{1296541B-A483-4B86-9E56-F32887AE44E3}" dt="2024-12-06T07:30:56.693" v="10485" actId="2696"/>
          <pc:sldLayoutMkLst>
            <pc:docMk/>
            <pc:sldMasterMk cId="0" sldId="2147485165"/>
            <pc:sldLayoutMk cId="0" sldId="2147484463"/>
          </pc:sldLayoutMkLst>
        </pc:sldLayoutChg>
        <pc:sldLayoutChg chg="del">
          <pc:chgData name="한준 김" userId="7dd4edb89109a895" providerId="LiveId" clId="{1296541B-A483-4B86-9E56-F32887AE44E3}" dt="2024-08-30T09:19:22.731" v="2130" actId="2696"/>
          <pc:sldLayoutMkLst>
            <pc:docMk/>
            <pc:sldMasterMk cId="0" sldId="2147485165"/>
            <pc:sldLayoutMk cId="3849801523" sldId="2147485668"/>
          </pc:sldLayoutMkLst>
        </pc:sldLayoutChg>
      </pc:sldMasterChg>
      <pc:sldMasterChg chg="del delSldLayout">
        <pc:chgData name="한준 김" userId="7dd4edb89109a895" providerId="LiveId" clId="{1296541B-A483-4B86-9E56-F32887AE44E3}" dt="2024-09-14T08:22:00.870" v="3689" actId="2696"/>
        <pc:sldMasterMkLst>
          <pc:docMk/>
          <pc:sldMasterMk cId="3483838364" sldId="2147485579"/>
        </pc:sldMasterMkLst>
        <pc:sldLayoutChg chg="del">
          <pc:chgData name="한준 김" userId="7dd4edb89109a895" providerId="LiveId" clId="{1296541B-A483-4B86-9E56-F32887AE44E3}" dt="2024-09-14T08:22:00.870" v="3689" actId="2696"/>
          <pc:sldLayoutMkLst>
            <pc:docMk/>
            <pc:sldMasterMk cId="3483838364" sldId="2147485579"/>
            <pc:sldLayoutMk cId="333933382" sldId="2147485580"/>
          </pc:sldLayoutMkLst>
        </pc:sldLayoutChg>
        <pc:sldLayoutChg chg="del">
          <pc:chgData name="한준 김" userId="7dd4edb89109a895" providerId="LiveId" clId="{1296541B-A483-4B86-9E56-F32887AE44E3}" dt="2024-09-14T08:22:00.870" v="3689" actId="2696"/>
          <pc:sldLayoutMkLst>
            <pc:docMk/>
            <pc:sldMasterMk cId="3483838364" sldId="2147485579"/>
            <pc:sldLayoutMk cId="1131974492" sldId="2147485581"/>
          </pc:sldLayoutMkLst>
        </pc:sldLayoutChg>
        <pc:sldLayoutChg chg="del">
          <pc:chgData name="한준 김" userId="7dd4edb89109a895" providerId="LiveId" clId="{1296541B-A483-4B86-9E56-F32887AE44E3}" dt="2024-09-14T08:22:00.870" v="3689" actId="2696"/>
          <pc:sldLayoutMkLst>
            <pc:docMk/>
            <pc:sldMasterMk cId="3483838364" sldId="2147485579"/>
            <pc:sldLayoutMk cId="4033797411" sldId="2147485582"/>
          </pc:sldLayoutMkLst>
        </pc:sldLayoutChg>
        <pc:sldLayoutChg chg="del">
          <pc:chgData name="한준 김" userId="7dd4edb89109a895" providerId="LiveId" clId="{1296541B-A483-4B86-9E56-F32887AE44E3}" dt="2024-09-14T08:22:00.870" v="3689" actId="2696"/>
          <pc:sldLayoutMkLst>
            <pc:docMk/>
            <pc:sldMasterMk cId="3483838364" sldId="2147485579"/>
            <pc:sldLayoutMk cId="2894727820" sldId="2147485583"/>
          </pc:sldLayoutMkLst>
        </pc:sldLayoutChg>
        <pc:sldLayoutChg chg="del">
          <pc:chgData name="한준 김" userId="7dd4edb89109a895" providerId="LiveId" clId="{1296541B-A483-4B86-9E56-F32887AE44E3}" dt="2024-09-14T08:22:00.870" v="3689" actId="2696"/>
          <pc:sldLayoutMkLst>
            <pc:docMk/>
            <pc:sldMasterMk cId="3483838364" sldId="2147485579"/>
            <pc:sldLayoutMk cId="2030782265" sldId="2147485584"/>
          </pc:sldLayoutMkLst>
        </pc:sldLayoutChg>
        <pc:sldLayoutChg chg="del">
          <pc:chgData name="한준 김" userId="7dd4edb89109a895" providerId="LiveId" clId="{1296541B-A483-4B86-9E56-F32887AE44E3}" dt="2024-09-14T08:22:00.870" v="3689" actId="2696"/>
          <pc:sldLayoutMkLst>
            <pc:docMk/>
            <pc:sldMasterMk cId="3483838364" sldId="2147485579"/>
            <pc:sldLayoutMk cId="4086461404" sldId="2147485585"/>
          </pc:sldLayoutMkLst>
        </pc:sldLayoutChg>
        <pc:sldLayoutChg chg="del">
          <pc:chgData name="한준 김" userId="7dd4edb89109a895" providerId="LiveId" clId="{1296541B-A483-4B86-9E56-F32887AE44E3}" dt="2024-09-14T08:22:00.870" v="3689" actId="2696"/>
          <pc:sldLayoutMkLst>
            <pc:docMk/>
            <pc:sldMasterMk cId="3483838364" sldId="2147485579"/>
            <pc:sldLayoutMk cId="3162798192" sldId="2147485586"/>
          </pc:sldLayoutMkLst>
        </pc:sldLayoutChg>
        <pc:sldLayoutChg chg="del">
          <pc:chgData name="한준 김" userId="7dd4edb89109a895" providerId="LiveId" clId="{1296541B-A483-4B86-9E56-F32887AE44E3}" dt="2024-09-14T08:22:00.870" v="3689" actId="2696"/>
          <pc:sldLayoutMkLst>
            <pc:docMk/>
            <pc:sldMasterMk cId="3483838364" sldId="2147485579"/>
            <pc:sldLayoutMk cId="1542312545" sldId="2147485587"/>
          </pc:sldLayoutMkLst>
        </pc:sldLayoutChg>
        <pc:sldLayoutChg chg="del">
          <pc:chgData name="한준 김" userId="7dd4edb89109a895" providerId="LiveId" clId="{1296541B-A483-4B86-9E56-F32887AE44E3}" dt="2024-09-14T08:22:00.870" v="3689" actId="2696"/>
          <pc:sldLayoutMkLst>
            <pc:docMk/>
            <pc:sldMasterMk cId="3483838364" sldId="2147485579"/>
            <pc:sldLayoutMk cId="981290096" sldId="2147485588"/>
          </pc:sldLayoutMkLst>
        </pc:sldLayoutChg>
        <pc:sldLayoutChg chg="del">
          <pc:chgData name="한준 김" userId="7dd4edb89109a895" providerId="LiveId" clId="{1296541B-A483-4B86-9E56-F32887AE44E3}" dt="2024-09-14T08:22:00.870" v="3689" actId="2696"/>
          <pc:sldLayoutMkLst>
            <pc:docMk/>
            <pc:sldMasterMk cId="3483838364" sldId="2147485579"/>
            <pc:sldLayoutMk cId="2077226076" sldId="2147485589"/>
          </pc:sldLayoutMkLst>
        </pc:sldLayoutChg>
        <pc:sldLayoutChg chg="del">
          <pc:chgData name="한준 김" userId="7dd4edb89109a895" providerId="LiveId" clId="{1296541B-A483-4B86-9E56-F32887AE44E3}" dt="2024-09-14T08:22:00.870" v="3689" actId="2696"/>
          <pc:sldLayoutMkLst>
            <pc:docMk/>
            <pc:sldMasterMk cId="3483838364" sldId="2147485579"/>
            <pc:sldLayoutMk cId="2630657316" sldId="2147485590"/>
          </pc:sldLayoutMkLst>
        </pc:sldLayoutChg>
      </pc:sldMasterChg>
      <pc:sldMasterChg chg="del delSldLayout">
        <pc:chgData name="한준 김" userId="7dd4edb89109a895" providerId="LiveId" clId="{1296541B-A483-4B86-9E56-F32887AE44E3}" dt="2024-08-30T09:17:19.403" v="2096" actId="2696"/>
        <pc:sldMasterMkLst>
          <pc:docMk/>
          <pc:sldMasterMk cId="4049203214" sldId="2147485591"/>
        </pc:sldMasterMkLst>
        <pc:sldLayoutChg chg="del">
          <pc:chgData name="한준 김" userId="7dd4edb89109a895" providerId="LiveId" clId="{1296541B-A483-4B86-9E56-F32887AE44E3}" dt="2024-08-30T09:17:19.403" v="2096" actId="2696"/>
          <pc:sldLayoutMkLst>
            <pc:docMk/>
            <pc:sldMasterMk cId="4049203214" sldId="2147485591"/>
            <pc:sldLayoutMk cId="2224601537" sldId="2147485592"/>
          </pc:sldLayoutMkLst>
        </pc:sldLayoutChg>
      </pc:sldMasterChg>
      <pc:sldMasterChg chg="del delSldLayout">
        <pc:chgData name="한준 김" userId="7dd4edb89109a895" providerId="LiveId" clId="{1296541B-A483-4B86-9E56-F32887AE44E3}" dt="2024-08-09T02:33:18.669" v="401" actId="2696"/>
        <pc:sldMasterMkLst>
          <pc:docMk/>
          <pc:sldMasterMk cId="3657039843" sldId="2147485593"/>
        </pc:sldMasterMkLst>
        <pc:sldLayoutChg chg="del">
          <pc:chgData name="한준 김" userId="7dd4edb89109a895" providerId="LiveId" clId="{1296541B-A483-4B86-9E56-F32887AE44E3}" dt="2024-08-09T02:33:18.669" v="401" actId="2696"/>
          <pc:sldLayoutMkLst>
            <pc:docMk/>
            <pc:sldMasterMk cId="3657039843" sldId="2147485593"/>
            <pc:sldLayoutMk cId="407035158" sldId="2147485594"/>
          </pc:sldLayoutMkLst>
        </pc:sldLayoutChg>
        <pc:sldLayoutChg chg="del">
          <pc:chgData name="한준 김" userId="7dd4edb89109a895" providerId="LiveId" clId="{1296541B-A483-4B86-9E56-F32887AE44E3}" dt="2024-08-09T02:33:18.669" v="401" actId="2696"/>
          <pc:sldLayoutMkLst>
            <pc:docMk/>
            <pc:sldMasterMk cId="3657039843" sldId="2147485593"/>
            <pc:sldLayoutMk cId="4290241954" sldId="2147485595"/>
          </pc:sldLayoutMkLst>
        </pc:sldLayoutChg>
        <pc:sldLayoutChg chg="del">
          <pc:chgData name="한준 김" userId="7dd4edb89109a895" providerId="LiveId" clId="{1296541B-A483-4B86-9E56-F32887AE44E3}" dt="2024-08-09T02:33:18.669" v="401" actId="2696"/>
          <pc:sldLayoutMkLst>
            <pc:docMk/>
            <pc:sldMasterMk cId="3657039843" sldId="2147485593"/>
            <pc:sldLayoutMk cId="462430745" sldId="2147485596"/>
          </pc:sldLayoutMkLst>
        </pc:sldLayoutChg>
        <pc:sldLayoutChg chg="del">
          <pc:chgData name="한준 김" userId="7dd4edb89109a895" providerId="LiveId" clId="{1296541B-A483-4B86-9E56-F32887AE44E3}" dt="2024-08-09T02:33:18.669" v="401" actId="2696"/>
          <pc:sldLayoutMkLst>
            <pc:docMk/>
            <pc:sldMasterMk cId="3657039843" sldId="2147485593"/>
            <pc:sldLayoutMk cId="3289003146" sldId="2147485597"/>
          </pc:sldLayoutMkLst>
        </pc:sldLayoutChg>
        <pc:sldLayoutChg chg="del">
          <pc:chgData name="한준 김" userId="7dd4edb89109a895" providerId="LiveId" clId="{1296541B-A483-4B86-9E56-F32887AE44E3}" dt="2024-08-09T02:33:18.669" v="401" actId="2696"/>
          <pc:sldLayoutMkLst>
            <pc:docMk/>
            <pc:sldMasterMk cId="3657039843" sldId="2147485593"/>
            <pc:sldLayoutMk cId="1891136034" sldId="2147485598"/>
          </pc:sldLayoutMkLst>
        </pc:sldLayoutChg>
        <pc:sldLayoutChg chg="del">
          <pc:chgData name="한준 김" userId="7dd4edb89109a895" providerId="LiveId" clId="{1296541B-A483-4B86-9E56-F32887AE44E3}" dt="2024-08-09T02:33:18.669" v="401" actId="2696"/>
          <pc:sldLayoutMkLst>
            <pc:docMk/>
            <pc:sldMasterMk cId="3657039843" sldId="2147485593"/>
            <pc:sldLayoutMk cId="3958992607" sldId="2147485599"/>
          </pc:sldLayoutMkLst>
        </pc:sldLayoutChg>
        <pc:sldLayoutChg chg="del">
          <pc:chgData name="한준 김" userId="7dd4edb89109a895" providerId="LiveId" clId="{1296541B-A483-4B86-9E56-F32887AE44E3}" dt="2024-08-09T02:33:18.669" v="401" actId="2696"/>
          <pc:sldLayoutMkLst>
            <pc:docMk/>
            <pc:sldMasterMk cId="3657039843" sldId="2147485593"/>
            <pc:sldLayoutMk cId="1176209215" sldId="2147485600"/>
          </pc:sldLayoutMkLst>
        </pc:sldLayoutChg>
        <pc:sldLayoutChg chg="del">
          <pc:chgData name="한준 김" userId="7dd4edb89109a895" providerId="LiveId" clId="{1296541B-A483-4B86-9E56-F32887AE44E3}" dt="2024-08-09T02:33:18.669" v="401" actId="2696"/>
          <pc:sldLayoutMkLst>
            <pc:docMk/>
            <pc:sldMasterMk cId="3657039843" sldId="2147485593"/>
            <pc:sldLayoutMk cId="3884737688" sldId="2147485601"/>
          </pc:sldLayoutMkLst>
        </pc:sldLayoutChg>
        <pc:sldLayoutChg chg="del">
          <pc:chgData name="한준 김" userId="7dd4edb89109a895" providerId="LiveId" clId="{1296541B-A483-4B86-9E56-F32887AE44E3}" dt="2024-08-09T02:33:18.669" v="401" actId="2696"/>
          <pc:sldLayoutMkLst>
            <pc:docMk/>
            <pc:sldMasterMk cId="3657039843" sldId="2147485593"/>
            <pc:sldLayoutMk cId="463627493" sldId="2147485602"/>
          </pc:sldLayoutMkLst>
        </pc:sldLayoutChg>
        <pc:sldLayoutChg chg="del">
          <pc:chgData name="한준 김" userId="7dd4edb89109a895" providerId="LiveId" clId="{1296541B-A483-4B86-9E56-F32887AE44E3}" dt="2024-08-09T02:33:18.669" v="401" actId="2696"/>
          <pc:sldLayoutMkLst>
            <pc:docMk/>
            <pc:sldMasterMk cId="3657039843" sldId="2147485593"/>
            <pc:sldLayoutMk cId="1597581501" sldId="2147485603"/>
          </pc:sldLayoutMkLst>
        </pc:sldLayoutChg>
        <pc:sldLayoutChg chg="del">
          <pc:chgData name="한준 김" userId="7dd4edb89109a895" providerId="LiveId" clId="{1296541B-A483-4B86-9E56-F32887AE44E3}" dt="2024-08-09T02:33:18.669" v="401" actId="2696"/>
          <pc:sldLayoutMkLst>
            <pc:docMk/>
            <pc:sldMasterMk cId="3657039843" sldId="2147485593"/>
            <pc:sldLayoutMk cId="3658147752" sldId="2147485604"/>
          </pc:sldLayoutMkLst>
        </pc:sldLayoutChg>
      </pc:sldMasterChg>
      <pc:sldMasterChg chg="del delSldLayout">
        <pc:chgData name="한준 김" userId="7dd4edb89109a895" providerId="LiveId" clId="{1296541B-A483-4B86-9E56-F32887AE44E3}" dt="2024-08-09T02:28:50.362" v="331" actId="2696"/>
        <pc:sldMasterMkLst>
          <pc:docMk/>
          <pc:sldMasterMk cId="1043842650" sldId="2147485605"/>
        </pc:sldMasterMkLst>
        <pc:sldLayoutChg chg="del">
          <pc:chgData name="한준 김" userId="7dd4edb89109a895" providerId="LiveId" clId="{1296541B-A483-4B86-9E56-F32887AE44E3}" dt="2024-08-09T02:28:50.362" v="331" actId="2696"/>
          <pc:sldLayoutMkLst>
            <pc:docMk/>
            <pc:sldMasterMk cId="1043842650" sldId="2147485605"/>
            <pc:sldLayoutMk cId="433249385" sldId="2147485606"/>
          </pc:sldLayoutMkLst>
        </pc:sldLayoutChg>
        <pc:sldLayoutChg chg="del">
          <pc:chgData name="한준 김" userId="7dd4edb89109a895" providerId="LiveId" clId="{1296541B-A483-4B86-9E56-F32887AE44E3}" dt="2024-08-09T02:28:50.362" v="331" actId="2696"/>
          <pc:sldLayoutMkLst>
            <pc:docMk/>
            <pc:sldMasterMk cId="1043842650" sldId="2147485605"/>
            <pc:sldLayoutMk cId="533102540" sldId="2147485607"/>
          </pc:sldLayoutMkLst>
        </pc:sldLayoutChg>
        <pc:sldLayoutChg chg="del">
          <pc:chgData name="한준 김" userId="7dd4edb89109a895" providerId="LiveId" clId="{1296541B-A483-4B86-9E56-F32887AE44E3}" dt="2024-08-09T02:28:50.362" v="331" actId="2696"/>
          <pc:sldLayoutMkLst>
            <pc:docMk/>
            <pc:sldMasterMk cId="1043842650" sldId="2147485605"/>
            <pc:sldLayoutMk cId="229195722" sldId="2147485608"/>
          </pc:sldLayoutMkLst>
        </pc:sldLayoutChg>
        <pc:sldLayoutChg chg="del">
          <pc:chgData name="한준 김" userId="7dd4edb89109a895" providerId="LiveId" clId="{1296541B-A483-4B86-9E56-F32887AE44E3}" dt="2024-08-09T02:28:50.362" v="331" actId="2696"/>
          <pc:sldLayoutMkLst>
            <pc:docMk/>
            <pc:sldMasterMk cId="1043842650" sldId="2147485605"/>
            <pc:sldLayoutMk cId="3910578080" sldId="2147485609"/>
          </pc:sldLayoutMkLst>
        </pc:sldLayoutChg>
        <pc:sldLayoutChg chg="del">
          <pc:chgData name="한준 김" userId="7dd4edb89109a895" providerId="LiveId" clId="{1296541B-A483-4B86-9E56-F32887AE44E3}" dt="2024-08-09T02:28:50.362" v="331" actId="2696"/>
          <pc:sldLayoutMkLst>
            <pc:docMk/>
            <pc:sldMasterMk cId="1043842650" sldId="2147485605"/>
            <pc:sldLayoutMk cId="772678629" sldId="2147485610"/>
          </pc:sldLayoutMkLst>
        </pc:sldLayoutChg>
        <pc:sldLayoutChg chg="del">
          <pc:chgData name="한준 김" userId="7dd4edb89109a895" providerId="LiveId" clId="{1296541B-A483-4B86-9E56-F32887AE44E3}" dt="2024-08-09T02:28:50.362" v="331" actId="2696"/>
          <pc:sldLayoutMkLst>
            <pc:docMk/>
            <pc:sldMasterMk cId="1043842650" sldId="2147485605"/>
            <pc:sldLayoutMk cId="1923247557" sldId="2147485611"/>
          </pc:sldLayoutMkLst>
        </pc:sldLayoutChg>
        <pc:sldLayoutChg chg="del">
          <pc:chgData name="한준 김" userId="7dd4edb89109a895" providerId="LiveId" clId="{1296541B-A483-4B86-9E56-F32887AE44E3}" dt="2024-08-09T02:28:50.362" v="331" actId="2696"/>
          <pc:sldLayoutMkLst>
            <pc:docMk/>
            <pc:sldMasterMk cId="1043842650" sldId="2147485605"/>
            <pc:sldLayoutMk cId="2420911587" sldId="2147485612"/>
          </pc:sldLayoutMkLst>
        </pc:sldLayoutChg>
        <pc:sldLayoutChg chg="del">
          <pc:chgData name="한준 김" userId="7dd4edb89109a895" providerId="LiveId" clId="{1296541B-A483-4B86-9E56-F32887AE44E3}" dt="2024-08-09T02:28:50.362" v="331" actId="2696"/>
          <pc:sldLayoutMkLst>
            <pc:docMk/>
            <pc:sldMasterMk cId="1043842650" sldId="2147485605"/>
            <pc:sldLayoutMk cId="2350553777" sldId="2147485613"/>
          </pc:sldLayoutMkLst>
        </pc:sldLayoutChg>
      </pc:sldMasterChg>
      <pc:sldMasterChg chg="del delSldLayout">
        <pc:chgData name="한준 김" userId="7dd4edb89109a895" providerId="LiveId" clId="{1296541B-A483-4B86-9E56-F32887AE44E3}" dt="2024-08-16T01:24:27.284" v="1185" actId="2696"/>
        <pc:sldMasterMkLst>
          <pc:docMk/>
          <pc:sldMasterMk cId="1831662199" sldId="2147485605"/>
        </pc:sldMasterMkLst>
        <pc:sldLayoutChg chg="del">
          <pc:chgData name="한준 김" userId="7dd4edb89109a895" providerId="LiveId" clId="{1296541B-A483-4B86-9E56-F32887AE44E3}" dt="2024-08-16T01:24:27.284" v="1185" actId="2696"/>
          <pc:sldLayoutMkLst>
            <pc:docMk/>
            <pc:sldMasterMk cId="1831662199" sldId="2147485605"/>
            <pc:sldLayoutMk cId="1166162983" sldId="2147485606"/>
          </pc:sldLayoutMkLst>
        </pc:sldLayoutChg>
        <pc:sldLayoutChg chg="del">
          <pc:chgData name="한준 김" userId="7dd4edb89109a895" providerId="LiveId" clId="{1296541B-A483-4B86-9E56-F32887AE44E3}" dt="2024-08-16T01:24:27.284" v="1185" actId="2696"/>
          <pc:sldLayoutMkLst>
            <pc:docMk/>
            <pc:sldMasterMk cId="1831662199" sldId="2147485605"/>
            <pc:sldLayoutMk cId="3117896317" sldId="2147485607"/>
          </pc:sldLayoutMkLst>
        </pc:sldLayoutChg>
        <pc:sldLayoutChg chg="del">
          <pc:chgData name="한준 김" userId="7dd4edb89109a895" providerId="LiveId" clId="{1296541B-A483-4B86-9E56-F32887AE44E3}" dt="2024-08-16T01:24:27.284" v="1185" actId="2696"/>
          <pc:sldLayoutMkLst>
            <pc:docMk/>
            <pc:sldMasterMk cId="1831662199" sldId="2147485605"/>
            <pc:sldLayoutMk cId="2631512512" sldId="2147485608"/>
          </pc:sldLayoutMkLst>
        </pc:sldLayoutChg>
        <pc:sldLayoutChg chg="del">
          <pc:chgData name="한준 김" userId="7dd4edb89109a895" providerId="LiveId" clId="{1296541B-A483-4B86-9E56-F32887AE44E3}" dt="2024-08-16T01:24:27.284" v="1185" actId="2696"/>
          <pc:sldLayoutMkLst>
            <pc:docMk/>
            <pc:sldMasterMk cId="1831662199" sldId="2147485605"/>
            <pc:sldLayoutMk cId="1997530119" sldId="2147485609"/>
          </pc:sldLayoutMkLst>
        </pc:sldLayoutChg>
        <pc:sldLayoutChg chg="del">
          <pc:chgData name="한준 김" userId="7dd4edb89109a895" providerId="LiveId" clId="{1296541B-A483-4B86-9E56-F32887AE44E3}" dt="2024-08-16T01:24:27.284" v="1185" actId="2696"/>
          <pc:sldLayoutMkLst>
            <pc:docMk/>
            <pc:sldMasterMk cId="1831662199" sldId="2147485605"/>
            <pc:sldLayoutMk cId="2791670901" sldId="2147485610"/>
          </pc:sldLayoutMkLst>
        </pc:sldLayoutChg>
        <pc:sldLayoutChg chg="del">
          <pc:chgData name="한준 김" userId="7dd4edb89109a895" providerId="LiveId" clId="{1296541B-A483-4B86-9E56-F32887AE44E3}" dt="2024-08-16T01:24:27.284" v="1185" actId="2696"/>
          <pc:sldLayoutMkLst>
            <pc:docMk/>
            <pc:sldMasterMk cId="1831662199" sldId="2147485605"/>
            <pc:sldLayoutMk cId="1106505548" sldId="2147485611"/>
          </pc:sldLayoutMkLst>
        </pc:sldLayoutChg>
        <pc:sldLayoutChg chg="del">
          <pc:chgData name="한준 김" userId="7dd4edb89109a895" providerId="LiveId" clId="{1296541B-A483-4B86-9E56-F32887AE44E3}" dt="2024-08-16T01:24:27.284" v="1185" actId="2696"/>
          <pc:sldLayoutMkLst>
            <pc:docMk/>
            <pc:sldMasterMk cId="1831662199" sldId="2147485605"/>
            <pc:sldLayoutMk cId="2236274419" sldId="2147485612"/>
          </pc:sldLayoutMkLst>
        </pc:sldLayoutChg>
        <pc:sldLayoutChg chg="del">
          <pc:chgData name="한준 김" userId="7dd4edb89109a895" providerId="LiveId" clId="{1296541B-A483-4B86-9E56-F32887AE44E3}" dt="2024-08-16T01:24:27.284" v="1185" actId="2696"/>
          <pc:sldLayoutMkLst>
            <pc:docMk/>
            <pc:sldMasterMk cId="1831662199" sldId="2147485605"/>
            <pc:sldLayoutMk cId="566708449" sldId="2147485613"/>
          </pc:sldLayoutMkLst>
        </pc:sldLayoutChg>
        <pc:sldLayoutChg chg="del">
          <pc:chgData name="한준 김" userId="7dd4edb89109a895" providerId="LiveId" clId="{1296541B-A483-4B86-9E56-F32887AE44E3}" dt="2024-08-16T01:24:27.284" v="1185" actId="2696"/>
          <pc:sldLayoutMkLst>
            <pc:docMk/>
            <pc:sldMasterMk cId="1831662199" sldId="2147485605"/>
            <pc:sldLayoutMk cId="1572912683" sldId="2147485614"/>
          </pc:sldLayoutMkLst>
        </pc:sldLayoutChg>
        <pc:sldLayoutChg chg="del">
          <pc:chgData name="한준 김" userId="7dd4edb89109a895" providerId="LiveId" clId="{1296541B-A483-4B86-9E56-F32887AE44E3}" dt="2024-08-16T01:24:27.284" v="1185" actId="2696"/>
          <pc:sldLayoutMkLst>
            <pc:docMk/>
            <pc:sldMasterMk cId="1831662199" sldId="2147485605"/>
            <pc:sldLayoutMk cId="2029070735" sldId="2147485615"/>
          </pc:sldLayoutMkLst>
        </pc:sldLayoutChg>
        <pc:sldLayoutChg chg="del">
          <pc:chgData name="한준 김" userId="7dd4edb89109a895" providerId="LiveId" clId="{1296541B-A483-4B86-9E56-F32887AE44E3}" dt="2024-08-16T01:24:27.284" v="1185" actId="2696"/>
          <pc:sldLayoutMkLst>
            <pc:docMk/>
            <pc:sldMasterMk cId="1831662199" sldId="2147485605"/>
            <pc:sldLayoutMk cId="339002149" sldId="2147485616"/>
          </pc:sldLayoutMkLst>
        </pc:sldLayoutChg>
      </pc:sldMasterChg>
      <pc:sldMasterChg chg="del delSldLayout">
        <pc:chgData name="한준 김" userId="7dd4edb89109a895" providerId="LiveId" clId="{1296541B-A483-4B86-9E56-F32887AE44E3}" dt="2024-08-02T03:45:57.188" v="171" actId="2696"/>
        <pc:sldMasterMkLst>
          <pc:docMk/>
          <pc:sldMasterMk cId="2164631389" sldId="2147485605"/>
        </pc:sldMasterMkLst>
        <pc:sldLayoutChg chg="del">
          <pc:chgData name="한준 김" userId="7dd4edb89109a895" providerId="LiveId" clId="{1296541B-A483-4B86-9E56-F32887AE44E3}" dt="2024-08-02T03:45:57.188" v="171" actId="2696"/>
          <pc:sldLayoutMkLst>
            <pc:docMk/>
            <pc:sldMasterMk cId="2164631389" sldId="2147485605"/>
            <pc:sldLayoutMk cId="1151190975" sldId="2147485606"/>
          </pc:sldLayoutMkLst>
        </pc:sldLayoutChg>
        <pc:sldLayoutChg chg="del">
          <pc:chgData name="한준 김" userId="7dd4edb89109a895" providerId="LiveId" clId="{1296541B-A483-4B86-9E56-F32887AE44E3}" dt="2024-08-02T03:45:57.188" v="171" actId="2696"/>
          <pc:sldLayoutMkLst>
            <pc:docMk/>
            <pc:sldMasterMk cId="2164631389" sldId="2147485605"/>
            <pc:sldLayoutMk cId="1837319949" sldId="2147485607"/>
          </pc:sldLayoutMkLst>
        </pc:sldLayoutChg>
        <pc:sldLayoutChg chg="del">
          <pc:chgData name="한준 김" userId="7dd4edb89109a895" providerId="LiveId" clId="{1296541B-A483-4B86-9E56-F32887AE44E3}" dt="2024-08-02T03:45:57.188" v="171" actId="2696"/>
          <pc:sldLayoutMkLst>
            <pc:docMk/>
            <pc:sldMasterMk cId="2164631389" sldId="2147485605"/>
            <pc:sldLayoutMk cId="1567597333" sldId="2147485608"/>
          </pc:sldLayoutMkLst>
        </pc:sldLayoutChg>
        <pc:sldLayoutChg chg="del">
          <pc:chgData name="한준 김" userId="7dd4edb89109a895" providerId="LiveId" clId="{1296541B-A483-4B86-9E56-F32887AE44E3}" dt="2024-08-02T03:45:57.188" v="171" actId="2696"/>
          <pc:sldLayoutMkLst>
            <pc:docMk/>
            <pc:sldMasterMk cId="2164631389" sldId="2147485605"/>
            <pc:sldLayoutMk cId="701354263" sldId="2147485609"/>
          </pc:sldLayoutMkLst>
        </pc:sldLayoutChg>
        <pc:sldLayoutChg chg="del">
          <pc:chgData name="한준 김" userId="7dd4edb89109a895" providerId="LiveId" clId="{1296541B-A483-4B86-9E56-F32887AE44E3}" dt="2024-08-02T03:45:57.188" v="171" actId="2696"/>
          <pc:sldLayoutMkLst>
            <pc:docMk/>
            <pc:sldMasterMk cId="2164631389" sldId="2147485605"/>
            <pc:sldLayoutMk cId="4270581269" sldId="2147485610"/>
          </pc:sldLayoutMkLst>
        </pc:sldLayoutChg>
        <pc:sldLayoutChg chg="del">
          <pc:chgData name="한준 김" userId="7dd4edb89109a895" providerId="LiveId" clId="{1296541B-A483-4B86-9E56-F32887AE44E3}" dt="2024-08-02T03:45:57.188" v="171" actId="2696"/>
          <pc:sldLayoutMkLst>
            <pc:docMk/>
            <pc:sldMasterMk cId="2164631389" sldId="2147485605"/>
            <pc:sldLayoutMk cId="1898581344" sldId="2147485611"/>
          </pc:sldLayoutMkLst>
        </pc:sldLayoutChg>
        <pc:sldLayoutChg chg="del">
          <pc:chgData name="한준 김" userId="7dd4edb89109a895" providerId="LiveId" clId="{1296541B-A483-4B86-9E56-F32887AE44E3}" dt="2024-08-02T03:45:57.188" v="171" actId="2696"/>
          <pc:sldLayoutMkLst>
            <pc:docMk/>
            <pc:sldMasterMk cId="2164631389" sldId="2147485605"/>
            <pc:sldLayoutMk cId="1468071722" sldId="2147485612"/>
          </pc:sldLayoutMkLst>
        </pc:sldLayoutChg>
        <pc:sldLayoutChg chg="del">
          <pc:chgData name="한준 김" userId="7dd4edb89109a895" providerId="LiveId" clId="{1296541B-A483-4B86-9E56-F32887AE44E3}" dt="2024-08-02T03:45:57.188" v="171" actId="2696"/>
          <pc:sldLayoutMkLst>
            <pc:docMk/>
            <pc:sldMasterMk cId="2164631389" sldId="2147485605"/>
            <pc:sldLayoutMk cId="3668790818" sldId="2147485613"/>
          </pc:sldLayoutMkLst>
        </pc:sldLayoutChg>
      </pc:sldMasterChg>
      <pc:sldMasterChg chg="del delSldLayout">
        <pc:chgData name="한준 김" userId="7dd4edb89109a895" providerId="LiveId" clId="{1296541B-A483-4B86-9E56-F32887AE44E3}" dt="2024-08-09T02:28:50.362" v="331" actId="2696"/>
        <pc:sldMasterMkLst>
          <pc:docMk/>
          <pc:sldMasterMk cId="3895688678" sldId="2147485614"/>
        </pc:sldMasterMkLst>
        <pc:sldLayoutChg chg="del">
          <pc:chgData name="한준 김" userId="7dd4edb89109a895" providerId="LiveId" clId="{1296541B-A483-4B86-9E56-F32887AE44E3}" dt="2024-08-09T02:28:50.362" v="331" actId="2696"/>
          <pc:sldLayoutMkLst>
            <pc:docMk/>
            <pc:sldMasterMk cId="3895688678" sldId="2147485614"/>
            <pc:sldLayoutMk cId="35797546" sldId="2147485615"/>
          </pc:sldLayoutMkLst>
        </pc:sldLayoutChg>
        <pc:sldLayoutChg chg="del">
          <pc:chgData name="한준 김" userId="7dd4edb89109a895" providerId="LiveId" clId="{1296541B-A483-4B86-9E56-F32887AE44E3}" dt="2024-08-09T02:28:50.362" v="331" actId="2696"/>
          <pc:sldLayoutMkLst>
            <pc:docMk/>
            <pc:sldMasterMk cId="3895688678" sldId="2147485614"/>
            <pc:sldLayoutMk cId="1010960664" sldId="2147485616"/>
          </pc:sldLayoutMkLst>
        </pc:sldLayoutChg>
        <pc:sldLayoutChg chg="del">
          <pc:chgData name="한준 김" userId="7dd4edb89109a895" providerId="LiveId" clId="{1296541B-A483-4B86-9E56-F32887AE44E3}" dt="2024-08-09T02:28:50.362" v="331" actId="2696"/>
          <pc:sldLayoutMkLst>
            <pc:docMk/>
            <pc:sldMasterMk cId="3895688678" sldId="2147485614"/>
            <pc:sldLayoutMk cId="313334117" sldId="2147485617"/>
          </pc:sldLayoutMkLst>
        </pc:sldLayoutChg>
        <pc:sldLayoutChg chg="del">
          <pc:chgData name="한준 김" userId="7dd4edb89109a895" providerId="LiveId" clId="{1296541B-A483-4B86-9E56-F32887AE44E3}" dt="2024-08-09T02:28:50.362" v="331" actId="2696"/>
          <pc:sldLayoutMkLst>
            <pc:docMk/>
            <pc:sldMasterMk cId="3895688678" sldId="2147485614"/>
            <pc:sldLayoutMk cId="571429115" sldId="2147485618"/>
          </pc:sldLayoutMkLst>
        </pc:sldLayoutChg>
        <pc:sldLayoutChg chg="del">
          <pc:chgData name="한준 김" userId="7dd4edb89109a895" providerId="LiveId" clId="{1296541B-A483-4B86-9E56-F32887AE44E3}" dt="2024-08-09T02:28:50.362" v="331" actId="2696"/>
          <pc:sldLayoutMkLst>
            <pc:docMk/>
            <pc:sldMasterMk cId="3895688678" sldId="2147485614"/>
            <pc:sldLayoutMk cId="3986222083" sldId="2147485619"/>
          </pc:sldLayoutMkLst>
        </pc:sldLayoutChg>
        <pc:sldLayoutChg chg="del">
          <pc:chgData name="한준 김" userId="7dd4edb89109a895" providerId="LiveId" clId="{1296541B-A483-4B86-9E56-F32887AE44E3}" dt="2024-08-09T02:28:50.362" v="331" actId="2696"/>
          <pc:sldLayoutMkLst>
            <pc:docMk/>
            <pc:sldMasterMk cId="3895688678" sldId="2147485614"/>
            <pc:sldLayoutMk cId="3389325040" sldId="2147485620"/>
          </pc:sldLayoutMkLst>
        </pc:sldLayoutChg>
        <pc:sldLayoutChg chg="del">
          <pc:chgData name="한준 김" userId="7dd4edb89109a895" providerId="LiveId" clId="{1296541B-A483-4B86-9E56-F32887AE44E3}" dt="2024-08-09T02:28:50.362" v="331" actId="2696"/>
          <pc:sldLayoutMkLst>
            <pc:docMk/>
            <pc:sldMasterMk cId="3895688678" sldId="2147485614"/>
            <pc:sldLayoutMk cId="1963067798" sldId="2147485621"/>
          </pc:sldLayoutMkLst>
        </pc:sldLayoutChg>
        <pc:sldLayoutChg chg="del">
          <pc:chgData name="한준 김" userId="7dd4edb89109a895" providerId="LiveId" clId="{1296541B-A483-4B86-9E56-F32887AE44E3}" dt="2024-08-09T02:28:50.362" v="331" actId="2696"/>
          <pc:sldLayoutMkLst>
            <pc:docMk/>
            <pc:sldMasterMk cId="3895688678" sldId="2147485614"/>
            <pc:sldLayoutMk cId="2056060029" sldId="2147485622"/>
          </pc:sldLayoutMkLst>
        </pc:sldLayoutChg>
        <pc:sldLayoutChg chg="del">
          <pc:chgData name="한준 김" userId="7dd4edb89109a895" providerId="LiveId" clId="{1296541B-A483-4B86-9E56-F32887AE44E3}" dt="2024-08-09T02:28:50.362" v="331" actId="2696"/>
          <pc:sldLayoutMkLst>
            <pc:docMk/>
            <pc:sldMasterMk cId="3895688678" sldId="2147485614"/>
            <pc:sldLayoutMk cId="1542487418" sldId="2147485623"/>
          </pc:sldLayoutMkLst>
        </pc:sldLayoutChg>
        <pc:sldLayoutChg chg="del">
          <pc:chgData name="한준 김" userId="7dd4edb89109a895" providerId="LiveId" clId="{1296541B-A483-4B86-9E56-F32887AE44E3}" dt="2024-08-09T02:28:50.362" v="331" actId="2696"/>
          <pc:sldLayoutMkLst>
            <pc:docMk/>
            <pc:sldMasterMk cId="3895688678" sldId="2147485614"/>
            <pc:sldLayoutMk cId="4541467" sldId="2147485624"/>
          </pc:sldLayoutMkLst>
        </pc:sldLayoutChg>
        <pc:sldLayoutChg chg="del">
          <pc:chgData name="한준 김" userId="7dd4edb89109a895" providerId="LiveId" clId="{1296541B-A483-4B86-9E56-F32887AE44E3}" dt="2024-08-09T02:28:50.362" v="331" actId="2696"/>
          <pc:sldLayoutMkLst>
            <pc:docMk/>
            <pc:sldMasterMk cId="3895688678" sldId="2147485614"/>
            <pc:sldLayoutMk cId="3545806860" sldId="2147485625"/>
          </pc:sldLayoutMkLst>
        </pc:sldLayoutChg>
      </pc:sldMasterChg>
      <pc:sldMasterChg chg="del delSldLayout">
        <pc:chgData name="한준 김" userId="7dd4edb89109a895" providerId="LiveId" clId="{1296541B-A483-4B86-9E56-F32887AE44E3}" dt="2024-08-16T01:30:34.028" v="1224" actId="2696"/>
        <pc:sldMasterMkLst>
          <pc:docMk/>
          <pc:sldMasterMk cId="1876885912" sldId="2147485617"/>
        </pc:sldMasterMkLst>
        <pc:sldLayoutChg chg="del">
          <pc:chgData name="한준 김" userId="7dd4edb89109a895" providerId="LiveId" clId="{1296541B-A483-4B86-9E56-F32887AE44E3}" dt="2024-08-16T01:30:34.028" v="1224" actId="2696"/>
          <pc:sldLayoutMkLst>
            <pc:docMk/>
            <pc:sldMasterMk cId="1876885912" sldId="2147485617"/>
            <pc:sldLayoutMk cId="847628401" sldId="2147485618"/>
          </pc:sldLayoutMkLst>
        </pc:sldLayoutChg>
        <pc:sldLayoutChg chg="del">
          <pc:chgData name="한준 김" userId="7dd4edb89109a895" providerId="LiveId" clId="{1296541B-A483-4B86-9E56-F32887AE44E3}" dt="2024-08-16T01:30:34.028" v="1224" actId="2696"/>
          <pc:sldLayoutMkLst>
            <pc:docMk/>
            <pc:sldMasterMk cId="1876885912" sldId="2147485617"/>
            <pc:sldLayoutMk cId="2997133795" sldId="2147485619"/>
          </pc:sldLayoutMkLst>
        </pc:sldLayoutChg>
        <pc:sldLayoutChg chg="del">
          <pc:chgData name="한준 김" userId="7dd4edb89109a895" providerId="LiveId" clId="{1296541B-A483-4B86-9E56-F32887AE44E3}" dt="2024-08-16T01:30:34.028" v="1224" actId="2696"/>
          <pc:sldLayoutMkLst>
            <pc:docMk/>
            <pc:sldMasterMk cId="1876885912" sldId="2147485617"/>
            <pc:sldLayoutMk cId="755455953" sldId="2147485620"/>
          </pc:sldLayoutMkLst>
        </pc:sldLayoutChg>
        <pc:sldLayoutChg chg="del">
          <pc:chgData name="한준 김" userId="7dd4edb89109a895" providerId="LiveId" clId="{1296541B-A483-4B86-9E56-F32887AE44E3}" dt="2024-08-16T01:30:34.028" v="1224" actId="2696"/>
          <pc:sldLayoutMkLst>
            <pc:docMk/>
            <pc:sldMasterMk cId="1876885912" sldId="2147485617"/>
            <pc:sldLayoutMk cId="3607319306" sldId="2147485621"/>
          </pc:sldLayoutMkLst>
        </pc:sldLayoutChg>
        <pc:sldLayoutChg chg="del">
          <pc:chgData name="한준 김" userId="7dd4edb89109a895" providerId="LiveId" clId="{1296541B-A483-4B86-9E56-F32887AE44E3}" dt="2024-08-16T01:30:34.028" v="1224" actId="2696"/>
          <pc:sldLayoutMkLst>
            <pc:docMk/>
            <pc:sldMasterMk cId="1876885912" sldId="2147485617"/>
            <pc:sldLayoutMk cId="2165462326" sldId="2147485622"/>
          </pc:sldLayoutMkLst>
        </pc:sldLayoutChg>
        <pc:sldLayoutChg chg="del">
          <pc:chgData name="한준 김" userId="7dd4edb89109a895" providerId="LiveId" clId="{1296541B-A483-4B86-9E56-F32887AE44E3}" dt="2024-08-16T01:30:34.028" v="1224" actId="2696"/>
          <pc:sldLayoutMkLst>
            <pc:docMk/>
            <pc:sldMasterMk cId="1876885912" sldId="2147485617"/>
            <pc:sldLayoutMk cId="482723659" sldId="2147485623"/>
          </pc:sldLayoutMkLst>
        </pc:sldLayoutChg>
        <pc:sldLayoutChg chg="del">
          <pc:chgData name="한준 김" userId="7dd4edb89109a895" providerId="LiveId" clId="{1296541B-A483-4B86-9E56-F32887AE44E3}" dt="2024-08-16T01:30:34.028" v="1224" actId="2696"/>
          <pc:sldLayoutMkLst>
            <pc:docMk/>
            <pc:sldMasterMk cId="1876885912" sldId="2147485617"/>
            <pc:sldLayoutMk cId="451430104" sldId="2147485624"/>
          </pc:sldLayoutMkLst>
        </pc:sldLayoutChg>
        <pc:sldLayoutChg chg="del">
          <pc:chgData name="한준 김" userId="7dd4edb89109a895" providerId="LiveId" clId="{1296541B-A483-4B86-9E56-F32887AE44E3}" dt="2024-08-16T01:30:34.028" v="1224" actId="2696"/>
          <pc:sldLayoutMkLst>
            <pc:docMk/>
            <pc:sldMasterMk cId="1876885912" sldId="2147485617"/>
            <pc:sldLayoutMk cId="3289505918" sldId="2147485625"/>
          </pc:sldLayoutMkLst>
        </pc:sldLayoutChg>
        <pc:sldLayoutChg chg="del">
          <pc:chgData name="한준 김" userId="7dd4edb89109a895" providerId="LiveId" clId="{1296541B-A483-4B86-9E56-F32887AE44E3}" dt="2024-08-16T01:30:34.028" v="1224" actId="2696"/>
          <pc:sldLayoutMkLst>
            <pc:docMk/>
            <pc:sldMasterMk cId="1876885912" sldId="2147485617"/>
            <pc:sldLayoutMk cId="2408633074" sldId="2147485626"/>
          </pc:sldLayoutMkLst>
        </pc:sldLayoutChg>
        <pc:sldLayoutChg chg="del">
          <pc:chgData name="한준 김" userId="7dd4edb89109a895" providerId="LiveId" clId="{1296541B-A483-4B86-9E56-F32887AE44E3}" dt="2024-08-16T01:30:34.028" v="1224" actId="2696"/>
          <pc:sldLayoutMkLst>
            <pc:docMk/>
            <pc:sldMasterMk cId="1876885912" sldId="2147485617"/>
            <pc:sldLayoutMk cId="4073246144" sldId="2147485627"/>
          </pc:sldLayoutMkLst>
        </pc:sldLayoutChg>
        <pc:sldLayoutChg chg="del">
          <pc:chgData name="한준 김" userId="7dd4edb89109a895" providerId="LiveId" clId="{1296541B-A483-4B86-9E56-F32887AE44E3}" dt="2024-08-16T01:30:34.028" v="1224" actId="2696"/>
          <pc:sldLayoutMkLst>
            <pc:docMk/>
            <pc:sldMasterMk cId="1876885912" sldId="2147485617"/>
            <pc:sldLayoutMk cId="2489498047" sldId="2147485628"/>
          </pc:sldLayoutMkLst>
        </pc:sldLayoutChg>
      </pc:sldMasterChg>
      <pc:sldMasterChg chg="del delSldLayout">
        <pc:chgData name="한준 김" userId="7dd4edb89109a895" providerId="LiveId" clId="{1296541B-A483-4B86-9E56-F32887AE44E3}" dt="2024-08-17T06:18:24.201" v="1536" actId="2696"/>
        <pc:sldMasterMkLst>
          <pc:docMk/>
          <pc:sldMasterMk cId="3090027523" sldId="2147485629"/>
        </pc:sldMasterMkLst>
        <pc:sldLayoutChg chg="del">
          <pc:chgData name="한준 김" userId="7dd4edb89109a895" providerId="LiveId" clId="{1296541B-A483-4B86-9E56-F32887AE44E3}" dt="2024-08-17T06:18:24.201" v="1536" actId="2696"/>
          <pc:sldLayoutMkLst>
            <pc:docMk/>
            <pc:sldMasterMk cId="3090027523" sldId="2147485629"/>
            <pc:sldLayoutMk cId="191211814" sldId="2147485630"/>
          </pc:sldLayoutMkLst>
        </pc:sldLayoutChg>
      </pc:sldMasterChg>
      <pc:sldMasterChg chg="del delSldLayout">
        <pc:chgData name="한준 김" userId="7dd4edb89109a895" providerId="LiveId" clId="{1296541B-A483-4B86-9E56-F32887AE44E3}" dt="2024-09-06T05:09:25.091" v="3677" actId="2696"/>
        <pc:sldMasterMkLst>
          <pc:docMk/>
          <pc:sldMasterMk cId="986189697" sldId="2147485631"/>
        </pc:sldMasterMkLst>
        <pc:sldLayoutChg chg="del">
          <pc:chgData name="한준 김" userId="7dd4edb89109a895" providerId="LiveId" clId="{1296541B-A483-4B86-9E56-F32887AE44E3}" dt="2024-09-06T05:09:25.091" v="3677" actId="2696"/>
          <pc:sldLayoutMkLst>
            <pc:docMk/>
            <pc:sldMasterMk cId="986189697" sldId="2147485631"/>
            <pc:sldLayoutMk cId="637013951" sldId="2147485632"/>
          </pc:sldLayoutMkLst>
        </pc:sldLayoutChg>
        <pc:sldLayoutChg chg="del">
          <pc:chgData name="한준 김" userId="7dd4edb89109a895" providerId="LiveId" clId="{1296541B-A483-4B86-9E56-F32887AE44E3}" dt="2024-09-06T05:09:25.091" v="3677" actId="2696"/>
          <pc:sldLayoutMkLst>
            <pc:docMk/>
            <pc:sldMasterMk cId="986189697" sldId="2147485631"/>
            <pc:sldLayoutMk cId="2134576251" sldId="2147485633"/>
          </pc:sldLayoutMkLst>
        </pc:sldLayoutChg>
        <pc:sldLayoutChg chg="del">
          <pc:chgData name="한준 김" userId="7dd4edb89109a895" providerId="LiveId" clId="{1296541B-A483-4B86-9E56-F32887AE44E3}" dt="2024-09-06T05:09:25.091" v="3677" actId="2696"/>
          <pc:sldLayoutMkLst>
            <pc:docMk/>
            <pc:sldMasterMk cId="986189697" sldId="2147485631"/>
            <pc:sldLayoutMk cId="1397119332" sldId="2147485634"/>
          </pc:sldLayoutMkLst>
        </pc:sldLayoutChg>
        <pc:sldLayoutChg chg="del">
          <pc:chgData name="한준 김" userId="7dd4edb89109a895" providerId="LiveId" clId="{1296541B-A483-4B86-9E56-F32887AE44E3}" dt="2024-09-06T05:09:25.091" v="3677" actId="2696"/>
          <pc:sldLayoutMkLst>
            <pc:docMk/>
            <pc:sldMasterMk cId="986189697" sldId="2147485631"/>
            <pc:sldLayoutMk cId="527993914" sldId="2147485635"/>
          </pc:sldLayoutMkLst>
        </pc:sldLayoutChg>
        <pc:sldLayoutChg chg="del">
          <pc:chgData name="한준 김" userId="7dd4edb89109a895" providerId="LiveId" clId="{1296541B-A483-4B86-9E56-F32887AE44E3}" dt="2024-09-06T05:09:25.091" v="3677" actId="2696"/>
          <pc:sldLayoutMkLst>
            <pc:docMk/>
            <pc:sldMasterMk cId="986189697" sldId="2147485631"/>
            <pc:sldLayoutMk cId="3243510575" sldId="2147485636"/>
          </pc:sldLayoutMkLst>
        </pc:sldLayoutChg>
        <pc:sldLayoutChg chg="del">
          <pc:chgData name="한준 김" userId="7dd4edb89109a895" providerId="LiveId" clId="{1296541B-A483-4B86-9E56-F32887AE44E3}" dt="2024-09-06T05:09:25.091" v="3677" actId="2696"/>
          <pc:sldLayoutMkLst>
            <pc:docMk/>
            <pc:sldMasterMk cId="986189697" sldId="2147485631"/>
            <pc:sldLayoutMk cId="597676114" sldId="2147485637"/>
          </pc:sldLayoutMkLst>
        </pc:sldLayoutChg>
        <pc:sldLayoutChg chg="del">
          <pc:chgData name="한준 김" userId="7dd4edb89109a895" providerId="LiveId" clId="{1296541B-A483-4B86-9E56-F32887AE44E3}" dt="2024-09-06T05:09:25.091" v="3677" actId="2696"/>
          <pc:sldLayoutMkLst>
            <pc:docMk/>
            <pc:sldMasterMk cId="986189697" sldId="2147485631"/>
            <pc:sldLayoutMk cId="2434726451" sldId="2147485638"/>
          </pc:sldLayoutMkLst>
        </pc:sldLayoutChg>
        <pc:sldLayoutChg chg="del">
          <pc:chgData name="한준 김" userId="7dd4edb89109a895" providerId="LiveId" clId="{1296541B-A483-4B86-9E56-F32887AE44E3}" dt="2024-09-06T05:09:25.091" v="3677" actId="2696"/>
          <pc:sldLayoutMkLst>
            <pc:docMk/>
            <pc:sldMasterMk cId="986189697" sldId="2147485631"/>
            <pc:sldLayoutMk cId="660330253" sldId="2147485639"/>
          </pc:sldLayoutMkLst>
        </pc:sldLayoutChg>
        <pc:sldLayoutChg chg="del">
          <pc:chgData name="한준 김" userId="7dd4edb89109a895" providerId="LiveId" clId="{1296541B-A483-4B86-9E56-F32887AE44E3}" dt="2024-09-06T05:09:25.091" v="3677" actId="2696"/>
          <pc:sldLayoutMkLst>
            <pc:docMk/>
            <pc:sldMasterMk cId="986189697" sldId="2147485631"/>
            <pc:sldLayoutMk cId="663997601" sldId="2147485640"/>
          </pc:sldLayoutMkLst>
        </pc:sldLayoutChg>
        <pc:sldLayoutChg chg="del">
          <pc:chgData name="한준 김" userId="7dd4edb89109a895" providerId="LiveId" clId="{1296541B-A483-4B86-9E56-F32887AE44E3}" dt="2024-09-06T05:09:25.091" v="3677" actId="2696"/>
          <pc:sldLayoutMkLst>
            <pc:docMk/>
            <pc:sldMasterMk cId="986189697" sldId="2147485631"/>
            <pc:sldLayoutMk cId="63079035" sldId="2147485641"/>
          </pc:sldLayoutMkLst>
        </pc:sldLayoutChg>
        <pc:sldLayoutChg chg="del">
          <pc:chgData name="한준 김" userId="7dd4edb89109a895" providerId="LiveId" clId="{1296541B-A483-4B86-9E56-F32887AE44E3}" dt="2024-09-06T05:09:25.091" v="3677" actId="2696"/>
          <pc:sldLayoutMkLst>
            <pc:docMk/>
            <pc:sldMasterMk cId="986189697" sldId="2147485631"/>
            <pc:sldLayoutMk cId="68460310" sldId="2147485642"/>
          </pc:sldLayoutMkLst>
        </pc:sldLayoutChg>
      </pc:sldMasterChg>
      <pc:sldMasterChg chg="del delSldLayout">
        <pc:chgData name="한준 김" userId="7dd4edb89109a895" providerId="LiveId" clId="{1296541B-A483-4B86-9E56-F32887AE44E3}" dt="2024-08-21T01:52:07.733" v="1566" actId="2696"/>
        <pc:sldMasterMkLst>
          <pc:docMk/>
          <pc:sldMasterMk cId="3193759274" sldId="2147485643"/>
        </pc:sldMasterMkLst>
        <pc:sldLayoutChg chg="del">
          <pc:chgData name="한준 김" userId="7dd4edb89109a895" providerId="LiveId" clId="{1296541B-A483-4B86-9E56-F32887AE44E3}" dt="2024-08-21T01:52:07.733" v="1566" actId="2696"/>
          <pc:sldLayoutMkLst>
            <pc:docMk/>
            <pc:sldMasterMk cId="3193759274" sldId="2147485643"/>
            <pc:sldLayoutMk cId="2827108270" sldId="2147485644"/>
          </pc:sldLayoutMkLst>
        </pc:sldLayoutChg>
        <pc:sldLayoutChg chg="del">
          <pc:chgData name="한준 김" userId="7dd4edb89109a895" providerId="LiveId" clId="{1296541B-A483-4B86-9E56-F32887AE44E3}" dt="2024-08-21T01:52:07.733" v="1566" actId="2696"/>
          <pc:sldLayoutMkLst>
            <pc:docMk/>
            <pc:sldMasterMk cId="3193759274" sldId="2147485643"/>
            <pc:sldLayoutMk cId="3729777407" sldId="2147485645"/>
          </pc:sldLayoutMkLst>
        </pc:sldLayoutChg>
        <pc:sldLayoutChg chg="del">
          <pc:chgData name="한준 김" userId="7dd4edb89109a895" providerId="LiveId" clId="{1296541B-A483-4B86-9E56-F32887AE44E3}" dt="2024-08-21T01:52:07.733" v="1566" actId="2696"/>
          <pc:sldLayoutMkLst>
            <pc:docMk/>
            <pc:sldMasterMk cId="3193759274" sldId="2147485643"/>
            <pc:sldLayoutMk cId="707083116" sldId="2147485646"/>
          </pc:sldLayoutMkLst>
        </pc:sldLayoutChg>
        <pc:sldLayoutChg chg="del">
          <pc:chgData name="한준 김" userId="7dd4edb89109a895" providerId="LiveId" clId="{1296541B-A483-4B86-9E56-F32887AE44E3}" dt="2024-08-21T01:52:07.733" v="1566" actId="2696"/>
          <pc:sldLayoutMkLst>
            <pc:docMk/>
            <pc:sldMasterMk cId="3193759274" sldId="2147485643"/>
            <pc:sldLayoutMk cId="2626258101" sldId="2147485647"/>
          </pc:sldLayoutMkLst>
        </pc:sldLayoutChg>
        <pc:sldLayoutChg chg="del">
          <pc:chgData name="한준 김" userId="7dd4edb89109a895" providerId="LiveId" clId="{1296541B-A483-4B86-9E56-F32887AE44E3}" dt="2024-08-21T01:52:07.733" v="1566" actId="2696"/>
          <pc:sldLayoutMkLst>
            <pc:docMk/>
            <pc:sldMasterMk cId="3193759274" sldId="2147485643"/>
            <pc:sldLayoutMk cId="1168109444" sldId="2147485648"/>
          </pc:sldLayoutMkLst>
        </pc:sldLayoutChg>
        <pc:sldLayoutChg chg="del">
          <pc:chgData name="한준 김" userId="7dd4edb89109a895" providerId="LiveId" clId="{1296541B-A483-4B86-9E56-F32887AE44E3}" dt="2024-08-21T01:52:07.733" v="1566" actId="2696"/>
          <pc:sldLayoutMkLst>
            <pc:docMk/>
            <pc:sldMasterMk cId="3193759274" sldId="2147485643"/>
            <pc:sldLayoutMk cId="1843316617" sldId="2147485649"/>
          </pc:sldLayoutMkLst>
        </pc:sldLayoutChg>
        <pc:sldLayoutChg chg="del">
          <pc:chgData name="한준 김" userId="7dd4edb89109a895" providerId="LiveId" clId="{1296541B-A483-4B86-9E56-F32887AE44E3}" dt="2024-08-21T01:52:07.733" v="1566" actId="2696"/>
          <pc:sldLayoutMkLst>
            <pc:docMk/>
            <pc:sldMasterMk cId="3193759274" sldId="2147485643"/>
            <pc:sldLayoutMk cId="3643233224" sldId="2147485650"/>
          </pc:sldLayoutMkLst>
        </pc:sldLayoutChg>
        <pc:sldLayoutChg chg="del">
          <pc:chgData name="한준 김" userId="7dd4edb89109a895" providerId="LiveId" clId="{1296541B-A483-4B86-9E56-F32887AE44E3}" dt="2024-08-21T01:52:07.733" v="1566" actId="2696"/>
          <pc:sldLayoutMkLst>
            <pc:docMk/>
            <pc:sldMasterMk cId="3193759274" sldId="2147485643"/>
            <pc:sldLayoutMk cId="2564648562" sldId="2147485651"/>
          </pc:sldLayoutMkLst>
        </pc:sldLayoutChg>
        <pc:sldLayoutChg chg="del">
          <pc:chgData name="한준 김" userId="7dd4edb89109a895" providerId="LiveId" clId="{1296541B-A483-4B86-9E56-F32887AE44E3}" dt="2024-08-21T01:52:07.733" v="1566" actId="2696"/>
          <pc:sldLayoutMkLst>
            <pc:docMk/>
            <pc:sldMasterMk cId="3193759274" sldId="2147485643"/>
            <pc:sldLayoutMk cId="728074017" sldId="2147485652"/>
          </pc:sldLayoutMkLst>
        </pc:sldLayoutChg>
        <pc:sldLayoutChg chg="del">
          <pc:chgData name="한준 김" userId="7dd4edb89109a895" providerId="LiveId" clId="{1296541B-A483-4B86-9E56-F32887AE44E3}" dt="2024-08-21T01:52:07.733" v="1566" actId="2696"/>
          <pc:sldLayoutMkLst>
            <pc:docMk/>
            <pc:sldMasterMk cId="3193759274" sldId="2147485643"/>
            <pc:sldLayoutMk cId="3448801241" sldId="2147485653"/>
          </pc:sldLayoutMkLst>
        </pc:sldLayoutChg>
        <pc:sldLayoutChg chg="del">
          <pc:chgData name="한준 김" userId="7dd4edb89109a895" providerId="LiveId" clId="{1296541B-A483-4B86-9E56-F32887AE44E3}" dt="2024-08-21T01:52:07.733" v="1566" actId="2696"/>
          <pc:sldLayoutMkLst>
            <pc:docMk/>
            <pc:sldMasterMk cId="3193759274" sldId="2147485643"/>
            <pc:sldLayoutMk cId="1960894682" sldId="2147485654"/>
          </pc:sldLayoutMkLst>
        </pc:sldLayoutChg>
      </pc:sldMasterChg>
      <pc:sldMasterChg chg="del delSldLayout">
        <pc:chgData name="한준 김" userId="7dd4edb89109a895" providerId="LiveId" clId="{1296541B-A483-4B86-9E56-F32887AE44E3}" dt="2024-08-24T01:36:21.379" v="2054" actId="2696"/>
        <pc:sldMasterMkLst>
          <pc:docMk/>
          <pc:sldMasterMk cId="2140692301" sldId="2147485656"/>
        </pc:sldMasterMkLst>
        <pc:sldLayoutChg chg="del">
          <pc:chgData name="한준 김" userId="7dd4edb89109a895" providerId="LiveId" clId="{1296541B-A483-4B86-9E56-F32887AE44E3}" dt="2024-08-24T01:36:21.379" v="2054" actId="2696"/>
          <pc:sldLayoutMkLst>
            <pc:docMk/>
            <pc:sldMasterMk cId="2140692301" sldId="2147485656"/>
            <pc:sldLayoutMk cId="319912621" sldId="2147485657"/>
          </pc:sldLayoutMkLst>
        </pc:sldLayoutChg>
        <pc:sldLayoutChg chg="del">
          <pc:chgData name="한준 김" userId="7dd4edb89109a895" providerId="LiveId" clId="{1296541B-A483-4B86-9E56-F32887AE44E3}" dt="2024-08-24T01:36:21.379" v="2054" actId="2696"/>
          <pc:sldLayoutMkLst>
            <pc:docMk/>
            <pc:sldMasterMk cId="2140692301" sldId="2147485656"/>
            <pc:sldLayoutMk cId="315746936" sldId="2147485658"/>
          </pc:sldLayoutMkLst>
        </pc:sldLayoutChg>
        <pc:sldLayoutChg chg="del">
          <pc:chgData name="한준 김" userId="7dd4edb89109a895" providerId="LiveId" clId="{1296541B-A483-4B86-9E56-F32887AE44E3}" dt="2024-08-24T01:36:21.379" v="2054" actId="2696"/>
          <pc:sldLayoutMkLst>
            <pc:docMk/>
            <pc:sldMasterMk cId="2140692301" sldId="2147485656"/>
            <pc:sldLayoutMk cId="1277765400" sldId="2147485659"/>
          </pc:sldLayoutMkLst>
        </pc:sldLayoutChg>
        <pc:sldLayoutChg chg="del">
          <pc:chgData name="한준 김" userId="7dd4edb89109a895" providerId="LiveId" clId="{1296541B-A483-4B86-9E56-F32887AE44E3}" dt="2024-08-24T01:36:21.379" v="2054" actId="2696"/>
          <pc:sldLayoutMkLst>
            <pc:docMk/>
            <pc:sldMasterMk cId="2140692301" sldId="2147485656"/>
            <pc:sldLayoutMk cId="1580951315" sldId="2147485660"/>
          </pc:sldLayoutMkLst>
        </pc:sldLayoutChg>
        <pc:sldLayoutChg chg="del">
          <pc:chgData name="한준 김" userId="7dd4edb89109a895" providerId="LiveId" clId="{1296541B-A483-4B86-9E56-F32887AE44E3}" dt="2024-08-24T01:36:21.379" v="2054" actId="2696"/>
          <pc:sldLayoutMkLst>
            <pc:docMk/>
            <pc:sldMasterMk cId="2140692301" sldId="2147485656"/>
            <pc:sldLayoutMk cId="2286094118" sldId="2147485661"/>
          </pc:sldLayoutMkLst>
        </pc:sldLayoutChg>
        <pc:sldLayoutChg chg="del">
          <pc:chgData name="한준 김" userId="7dd4edb89109a895" providerId="LiveId" clId="{1296541B-A483-4B86-9E56-F32887AE44E3}" dt="2024-08-24T01:36:21.379" v="2054" actId="2696"/>
          <pc:sldLayoutMkLst>
            <pc:docMk/>
            <pc:sldMasterMk cId="2140692301" sldId="2147485656"/>
            <pc:sldLayoutMk cId="2228383196" sldId="2147485662"/>
          </pc:sldLayoutMkLst>
        </pc:sldLayoutChg>
        <pc:sldLayoutChg chg="del">
          <pc:chgData name="한준 김" userId="7dd4edb89109a895" providerId="LiveId" clId="{1296541B-A483-4B86-9E56-F32887AE44E3}" dt="2024-08-24T01:36:21.379" v="2054" actId="2696"/>
          <pc:sldLayoutMkLst>
            <pc:docMk/>
            <pc:sldMasterMk cId="2140692301" sldId="2147485656"/>
            <pc:sldLayoutMk cId="296229283" sldId="2147485663"/>
          </pc:sldLayoutMkLst>
        </pc:sldLayoutChg>
        <pc:sldLayoutChg chg="del">
          <pc:chgData name="한준 김" userId="7dd4edb89109a895" providerId="LiveId" clId="{1296541B-A483-4B86-9E56-F32887AE44E3}" dt="2024-08-24T01:36:21.379" v="2054" actId="2696"/>
          <pc:sldLayoutMkLst>
            <pc:docMk/>
            <pc:sldMasterMk cId="2140692301" sldId="2147485656"/>
            <pc:sldLayoutMk cId="2008488394" sldId="2147485664"/>
          </pc:sldLayoutMkLst>
        </pc:sldLayoutChg>
        <pc:sldLayoutChg chg="del">
          <pc:chgData name="한준 김" userId="7dd4edb89109a895" providerId="LiveId" clId="{1296541B-A483-4B86-9E56-F32887AE44E3}" dt="2024-08-24T01:36:21.379" v="2054" actId="2696"/>
          <pc:sldLayoutMkLst>
            <pc:docMk/>
            <pc:sldMasterMk cId="2140692301" sldId="2147485656"/>
            <pc:sldLayoutMk cId="900561953" sldId="2147485665"/>
          </pc:sldLayoutMkLst>
        </pc:sldLayoutChg>
        <pc:sldLayoutChg chg="del">
          <pc:chgData name="한준 김" userId="7dd4edb89109a895" providerId="LiveId" clId="{1296541B-A483-4B86-9E56-F32887AE44E3}" dt="2024-08-24T01:36:21.379" v="2054" actId="2696"/>
          <pc:sldLayoutMkLst>
            <pc:docMk/>
            <pc:sldMasterMk cId="2140692301" sldId="2147485656"/>
            <pc:sldLayoutMk cId="2090277991" sldId="2147485666"/>
          </pc:sldLayoutMkLst>
        </pc:sldLayoutChg>
        <pc:sldLayoutChg chg="del">
          <pc:chgData name="한준 김" userId="7dd4edb89109a895" providerId="LiveId" clId="{1296541B-A483-4B86-9E56-F32887AE44E3}" dt="2024-08-24T01:36:21.379" v="2054" actId="2696"/>
          <pc:sldLayoutMkLst>
            <pc:docMk/>
            <pc:sldMasterMk cId="2140692301" sldId="2147485656"/>
            <pc:sldLayoutMk cId="1894751928" sldId="2147485667"/>
          </pc:sldLayoutMkLst>
        </pc:sldLayoutChg>
      </pc:sldMasterChg>
      <pc:sldMasterChg chg="del delSldLayout">
        <pc:chgData name="한준 김" userId="7dd4edb89109a895" providerId="LiveId" clId="{1296541B-A483-4B86-9E56-F32887AE44E3}" dt="2024-08-21T02:28:12.603" v="1758" actId="2696"/>
        <pc:sldMasterMkLst>
          <pc:docMk/>
          <pc:sldMasterMk cId="2319902951" sldId="2147485669"/>
        </pc:sldMasterMkLst>
        <pc:sldLayoutChg chg="del">
          <pc:chgData name="한준 김" userId="7dd4edb89109a895" providerId="LiveId" clId="{1296541B-A483-4B86-9E56-F32887AE44E3}" dt="2024-08-21T02:28:12.603" v="1758" actId="2696"/>
          <pc:sldLayoutMkLst>
            <pc:docMk/>
            <pc:sldMasterMk cId="2319902951" sldId="2147485669"/>
            <pc:sldLayoutMk cId="1427935258" sldId="2147485670"/>
          </pc:sldLayoutMkLst>
        </pc:sldLayoutChg>
        <pc:sldLayoutChg chg="del">
          <pc:chgData name="한준 김" userId="7dd4edb89109a895" providerId="LiveId" clId="{1296541B-A483-4B86-9E56-F32887AE44E3}" dt="2024-08-21T02:28:12.603" v="1758" actId="2696"/>
          <pc:sldLayoutMkLst>
            <pc:docMk/>
            <pc:sldMasterMk cId="2319902951" sldId="2147485669"/>
            <pc:sldLayoutMk cId="2902525172" sldId="2147485671"/>
          </pc:sldLayoutMkLst>
        </pc:sldLayoutChg>
        <pc:sldLayoutChg chg="del">
          <pc:chgData name="한준 김" userId="7dd4edb89109a895" providerId="LiveId" clId="{1296541B-A483-4B86-9E56-F32887AE44E3}" dt="2024-08-21T02:28:12.603" v="1758" actId="2696"/>
          <pc:sldLayoutMkLst>
            <pc:docMk/>
            <pc:sldMasterMk cId="2319902951" sldId="2147485669"/>
            <pc:sldLayoutMk cId="3629241375" sldId="2147485672"/>
          </pc:sldLayoutMkLst>
        </pc:sldLayoutChg>
        <pc:sldLayoutChg chg="del">
          <pc:chgData name="한준 김" userId="7dd4edb89109a895" providerId="LiveId" clId="{1296541B-A483-4B86-9E56-F32887AE44E3}" dt="2024-08-21T02:28:12.603" v="1758" actId="2696"/>
          <pc:sldLayoutMkLst>
            <pc:docMk/>
            <pc:sldMasterMk cId="2319902951" sldId="2147485669"/>
            <pc:sldLayoutMk cId="3403072829" sldId="2147485673"/>
          </pc:sldLayoutMkLst>
        </pc:sldLayoutChg>
        <pc:sldLayoutChg chg="del">
          <pc:chgData name="한준 김" userId="7dd4edb89109a895" providerId="LiveId" clId="{1296541B-A483-4B86-9E56-F32887AE44E3}" dt="2024-08-21T02:28:12.603" v="1758" actId="2696"/>
          <pc:sldLayoutMkLst>
            <pc:docMk/>
            <pc:sldMasterMk cId="2319902951" sldId="2147485669"/>
            <pc:sldLayoutMk cId="206167018" sldId="2147485674"/>
          </pc:sldLayoutMkLst>
        </pc:sldLayoutChg>
        <pc:sldLayoutChg chg="del">
          <pc:chgData name="한준 김" userId="7dd4edb89109a895" providerId="LiveId" clId="{1296541B-A483-4B86-9E56-F32887AE44E3}" dt="2024-08-21T02:28:12.603" v="1758" actId="2696"/>
          <pc:sldLayoutMkLst>
            <pc:docMk/>
            <pc:sldMasterMk cId="2319902951" sldId="2147485669"/>
            <pc:sldLayoutMk cId="2023989404" sldId="2147485675"/>
          </pc:sldLayoutMkLst>
        </pc:sldLayoutChg>
        <pc:sldLayoutChg chg="del">
          <pc:chgData name="한준 김" userId="7dd4edb89109a895" providerId="LiveId" clId="{1296541B-A483-4B86-9E56-F32887AE44E3}" dt="2024-08-21T02:28:12.603" v="1758" actId="2696"/>
          <pc:sldLayoutMkLst>
            <pc:docMk/>
            <pc:sldMasterMk cId="2319902951" sldId="2147485669"/>
            <pc:sldLayoutMk cId="3015380194" sldId="2147485676"/>
          </pc:sldLayoutMkLst>
        </pc:sldLayoutChg>
        <pc:sldLayoutChg chg="del">
          <pc:chgData name="한준 김" userId="7dd4edb89109a895" providerId="LiveId" clId="{1296541B-A483-4B86-9E56-F32887AE44E3}" dt="2024-08-21T02:28:12.603" v="1758" actId="2696"/>
          <pc:sldLayoutMkLst>
            <pc:docMk/>
            <pc:sldMasterMk cId="2319902951" sldId="2147485669"/>
            <pc:sldLayoutMk cId="2905172634" sldId="2147485677"/>
          </pc:sldLayoutMkLst>
        </pc:sldLayoutChg>
        <pc:sldLayoutChg chg="del">
          <pc:chgData name="한준 김" userId="7dd4edb89109a895" providerId="LiveId" clId="{1296541B-A483-4B86-9E56-F32887AE44E3}" dt="2024-08-21T02:28:12.603" v="1758" actId="2696"/>
          <pc:sldLayoutMkLst>
            <pc:docMk/>
            <pc:sldMasterMk cId="2319902951" sldId="2147485669"/>
            <pc:sldLayoutMk cId="2414590556" sldId="2147485678"/>
          </pc:sldLayoutMkLst>
        </pc:sldLayoutChg>
        <pc:sldLayoutChg chg="del">
          <pc:chgData name="한준 김" userId="7dd4edb89109a895" providerId="LiveId" clId="{1296541B-A483-4B86-9E56-F32887AE44E3}" dt="2024-08-21T02:28:12.603" v="1758" actId="2696"/>
          <pc:sldLayoutMkLst>
            <pc:docMk/>
            <pc:sldMasterMk cId="2319902951" sldId="2147485669"/>
            <pc:sldLayoutMk cId="2582082268" sldId="2147485679"/>
          </pc:sldLayoutMkLst>
        </pc:sldLayoutChg>
        <pc:sldLayoutChg chg="del">
          <pc:chgData name="한준 김" userId="7dd4edb89109a895" providerId="LiveId" clId="{1296541B-A483-4B86-9E56-F32887AE44E3}" dt="2024-08-21T02:28:12.603" v="1758" actId="2696"/>
          <pc:sldLayoutMkLst>
            <pc:docMk/>
            <pc:sldMasterMk cId="2319902951" sldId="2147485669"/>
            <pc:sldLayoutMk cId="1126023931" sldId="2147485680"/>
          </pc:sldLayoutMkLst>
        </pc:sldLayoutChg>
        <pc:sldLayoutChg chg="del">
          <pc:chgData name="한준 김" userId="7dd4edb89109a895" providerId="LiveId" clId="{1296541B-A483-4B86-9E56-F32887AE44E3}" dt="2024-08-21T02:28:12.603" v="1758" actId="2696"/>
          <pc:sldLayoutMkLst>
            <pc:docMk/>
            <pc:sldMasterMk cId="2319902951" sldId="2147485669"/>
            <pc:sldLayoutMk cId="534382011" sldId="2147485681"/>
          </pc:sldLayoutMkLst>
        </pc:sldLayoutChg>
      </pc:sldMasterChg>
      <pc:sldMasterChg chg="del delSldLayout">
        <pc:chgData name="한준 김" userId="7dd4edb89109a895" providerId="LiveId" clId="{1296541B-A483-4B86-9E56-F32887AE44E3}" dt="2024-08-30T09:21:10.483" v="2149" actId="2696"/>
        <pc:sldMasterMkLst>
          <pc:docMk/>
          <pc:sldMasterMk cId="2632039804" sldId="2147485682"/>
        </pc:sldMasterMkLst>
        <pc:sldLayoutChg chg="del">
          <pc:chgData name="한준 김" userId="7dd4edb89109a895" providerId="LiveId" clId="{1296541B-A483-4B86-9E56-F32887AE44E3}" dt="2024-08-30T09:21:10.483" v="2149" actId="2696"/>
          <pc:sldLayoutMkLst>
            <pc:docMk/>
            <pc:sldMasterMk cId="2632039804" sldId="2147485682"/>
            <pc:sldLayoutMk cId="2550654095" sldId="2147485683"/>
          </pc:sldLayoutMkLst>
        </pc:sldLayoutChg>
        <pc:sldLayoutChg chg="del">
          <pc:chgData name="한준 김" userId="7dd4edb89109a895" providerId="LiveId" clId="{1296541B-A483-4B86-9E56-F32887AE44E3}" dt="2024-08-30T09:21:10.483" v="2149" actId="2696"/>
          <pc:sldLayoutMkLst>
            <pc:docMk/>
            <pc:sldMasterMk cId="2632039804" sldId="2147485682"/>
            <pc:sldLayoutMk cId="3804654898" sldId="2147485684"/>
          </pc:sldLayoutMkLst>
        </pc:sldLayoutChg>
        <pc:sldLayoutChg chg="del">
          <pc:chgData name="한준 김" userId="7dd4edb89109a895" providerId="LiveId" clId="{1296541B-A483-4B86-9E56-F32887AE44E3}" dt="2024-08-30T09:21:10.483" v="2149" actId="2696"/>
          <pc:sldLayoutMkLst>
            <pc:docMk/>
            <pc:sldMasterMk cId="2632039804" sldId="2147485682"/>
            <pc:sldLayoutMk cId="2510853617" sldId="2147485685"/>
          </pc:sldLayoutMkLst>
        </pc:sldLayoutChg>
        <pc:sldLayoutChg chg="del">
          <pc:chgData name="한준 김" userId="7dd4edb89109a895" providerId="LiveId" clId="{1296541B-A483-4B86-9E56-F32887AE44E3}" dt="2024-08-30T09:21:10.483" v="2149" actId="2696"/>
          <pc:sldLayoutMkLst>
            <pc:docMk/>
            <pc:sldMasterMk cId="2632039804" sldId="2147485682"/>
            <pc:sldLayoutMk cId="4224717066" sldId="2147485686"/>
          </pc:sldLayoutMkLst>
        </pc:sldLayoutChg>
        <pc:sldLayoutChg chg="del">
          <pc:chgData name="한준 김" userId="7dd4edb89109a895" providerId="LiveId" clId="{1296541B-A483-4B86-9E56-F32887AE44E3}" dt="2024-08-30T09:21:10.483" v="2149" actId="2696"/>
          <pc:sldLayoutMkLst>
            <pc:docMk/>
            <pc:sldMasterMk cId="2632039804" sldId="2147485682"/>
            <pc:sldLayoutMk cId="2749926763" sldId="2147485687"/>
          </pc:sldLayoutMkLst>
        </pc:sldLayoutChg>
        <pc:sldLayoutChg chg="del">
          <pc:chgData name="한준 김" userId="7dd4edb89109a895" providerId="LiveId" clId="{1296541B-A483-4B86-9E56-F32887AE44E3}" dt="2024-08-30T09:21:10.483" v="2149" actId="2696"/>
          <pc:sldLayoutMkLst>
            <pc:docMk/>
            <pc:sldMasterMk cId="2632039804" sldId="2147485682"/>
            <pc:sldLayoutMk cId="4237335293" sldId="2147485688"/>
          </pc:sldLayoutMkLst>
        </pc:sldLayoutChg>
        <pc:sldLayoutChg chg="del">
          <pc:chgData name="한준 김" userId="7dd4edb89109a895" providerId="LiveId" clId="{1296541B-A483-4B86-9E56-F32887AE44E3}" dt="2024-08-30T09:21:10.483" v="2149" actId="2696"/>
          <pc:sldLayoutMkLst>
            <pc:docMk/>
            <pc:sldMasterMk cId="2632039804" sldId="2147485682"/>
            <pc:sldLayoutMk cId="363330853" sldId="2147485689"/>
          </pc:sldLayoutMkLst>
        </pc:sldLayoutChg>
        <pc:sldLayoutChg chg="del">
          <pc:chgData name="한준 김" userId="7dd4edb89109a895" providerId="LiveId" clId="{1296541B-A483-4B86-9E56-F32887AE44E3}" dt="2024-08-30T09:21:10.483" v="2149" actId="2696"/>
          <pc:sldLayoutMkLst>
            <pc:docMk/>
            <pc:sldMasterMk cId="2632039804" sldId="2147485682"/>
            <pc:sldLayoutMk cId="3466834433" sldId="2147485690"/>
          </pc:sldLayoutMkLst>
        </pc:sldLayoutChg>
        <pc:sldLayoutChg chg="del">
          <pc:chgData name="한준 김" userId="7dd4edb89109a895" providerId="LiveId" clId="{1296541B-A483-4B86-9E56-F32887AE44E3}" dt="2024-08-30T09:21:10.483" v="2149" actId="2696"/>
          <pc:sldLayoutMkLst>
            <pc:docMk/>
            <pc:sldMasterMk cId="2632039804" sldId="2147485682"/>
            <pc:sldLayoutMk cId="644450758" sldId="2147485691"/>
          </pc:sldLayoutMkLst>
        </pc:sldLayoutChg>
        <pc:sldLayoutChg chg="del">
          <pc:chgData name="한준 김" userId="7dd4edb89109a895" providerId="LiveId" clId="{1296541B-A483-4B86-9E56-F32887AE44E3}" dt="2024-08-30T09:21:10.483" v="2149" actId="2696"/>
          <pc:sldLayoutMkLst>
            <pc:docMk/>
            <pc:sldMasterMk cId="2632039804" sldId="2147485682"/>
            <pc:sldLayoutMk cId="4000545348" sldId="2147485692"/>
          </pc:sldLayoutMkLst>
        </pc:sldLayoutChg>
        <pc:sldLayoutChg chg="del">
          <pc:chgData name="한준 김" userId="7dd4edb89109a895" providerId="LiveId" clId="{1296541B-A483-4B86-9E56-F32887AE44E3}" dt="2024-08-30T09:21:10.483" v="2149" actId="2696"/>
          <pc:sldLayoutMkLst>
            <pc:docMk/>
            <pc:sldMasterMk cId="2632039804" sldId="2147485682"/>
            <pc:sldLayoutMk cId="78947524" sldId="2147485693"/>
          </pc:sldLayoutMkLst>
        </pc:sldLayoutChg>
      </pc:sldMasterChg>
      <pc:sldMasterChg chg="del delSldLayout">
        <pc:chgData name="한준 김" userId="7dd4edb89109a895" providerId="LiveId" clId="{1296541B-A483-4B86-9E56-F32887AE44E3}" dt="2024-09-06T04:43:48.116" v="3009" actId="2696"/>
        <pc:sldMasterMkLst>
          <pc:docMk/>
          <pc:sldMasterMk cId="2358325320" sldId="2147485694"/>
        </pc:sldMasterMkLst>
        <pc:sldLayoutChg chg="del">
          <pc:chgData name="한준 김" userId="7dd4edb89109a895" providerId="LiveId" clId="{1296541B-A483-4B86-9E56-F32887AE44E3}" dt="2024-09-06T04:43:48.116" v="3009" actId="2696"/>
          <pc:sldLayoutMkLst>
            <pc:docMk/>
            <pc:sldMasterMk cId="2358325320" sldId="2147485694"/>
            <pc:sldLayoutMk cId="2877572484" sldId="2147485695"/>
          </pc:sldLayoutMkLst>
        </pc:sldLayoutChg>
        <pc:sldLayoutChg chg="del">
          <pc:chgData name="한준 김" userId="7dd4edb89109a895" providerId="LiveId" clId="{1296541B-A483-4B86-9E56-F32887AE44E3}" dt="2024-09-06T04:43:48.116" v="3009" actId="2696"/>
          <pc:sldLayoutMkLst>
            <pc:docMk/>
            <pc:sldMasterMk cId="2358325320" sldId="2147485694"/>
            <pc:sldLayoutMk cId="702248208" sldId="2147485696"/>
          </pc:sldLayoutMkLst>
        </pc:sldLayoutChg>
        <pc:sldLayoutChg chg="del">
          <pc:chgData name="한준 김" userId="7dd4edb89109a895" providerId="LiveId" clId="{1296541B-A483-4B86-9E56-F32887AE44E3}" dt="2024-09-06T04:43:48.116" v="3009" actId="2696"/>
          <pc:sldLayoutMkLst>
            <pc:docMk/>
            <pc:sldMasterMk cId="2358325320" sldId="2147485694"/>
            <pc:sldLayoutMk cId="2688744644" sldId="2147485697"/>
          </pc:sldLayoutMkLst>
        </pc:sldLayoutChg>
        <pc:sldLayoutChg chg="del">
          <pc:chgData name="한준 김" userId="7dd4edb89109a895" providerId="LiveId" clId="{1296541B-A483-4B86-9E56-F32887AE44E3}" dt="2024-09-06T04:43:48.116" v="3009" actId="2696"/>
          <pc:sldLayoutMkLst>
            <pc:docMk/>
            <pc:sldMasterMk cId="2358325320" sldId="2147485694"/>
            <pc:sldLayoutMk cId="4252813924" sldId="2147485698"/>
          </pc:sldLayoutMkLst>
        </pc:sldLayoutChg>
        <pc:sldLayoutChg chg="del">
          <pc:chgData name="한준 김" userId="7dd4edb89109a895" providerId="LiveId" clId="{1296541B-A483-4B86-9E56-F32887AE44E3}" dt="2024-09-06T04:43:48.116" v="3009" actId="2696"/>
          <pc:sldLayoutMkLst>
            <pc:docMk/>
            <pc:sldMasterMk cId="2358325320" sldId="2147485694"/>
            <pc:sldLayoutMk cId="1589185337" sldId="2147485699"/>
          </pc:sldLayoutMkLst>
        </pc:sldLayoutChg>
        <pc:sldLayoutChg chg="del">
          <pc:chgData name="한준 김" userId="7dd4edb89109a895" providerId="LiveId" clId="{1296541B-A483-4B86-9E56-F32887AE44E3}" dt="2024-09-06T04:43:48.116" v="3009" actId="2696"/>
          <pc:sldLayoutMkLst>
            <pc:docMk/>
            <pc:sldMasterMk cId="2358325320" sldId="2147485694"/>
            <pc:sldLayoutMk cId="2878704614" sldId="2147485700"/>
          </pc:sldLayoutMkLst>
        </pc:sldLayoutChg>
        <pc:sldLayoutChg chg="del">
          <pc:chgData name="한준 김" userId="7dd4edb89109a895" providerId="LiveId" clId="{1296541B-A483-4B86-9E56-F32887AE44E3}" dt="2024-09-06T04:43:48.116" v="3009" actId="2696"/>
          <pc:sldLayoutMkLst>
            <pc:docMk/>
            <pc:sldMasterMk cId="2358325320" sldId="2147485694"/>
            <pc:sldLayoutMk cId="2890487629" sldId="2147485701"/>
          </pc:sldLayoutMkLst>
        </pc:sldLayoutChg>
        <pc:sldLayoutChg chg="del">
          <pc:chgData name="한준 김" userId="7dd4edb89109a895" providerId="LiveId" clId="{1296541B-A483-4B86-9E56-F32887AE44E3}" dt="2024-09-06T04:43:48.116" v="3009" actId="2696"/>
          <pc:sldLayoutMkLst>
            <pc:docMk/>
            <pc:sldMasterMk cId="2358325320" sldId="2147485694"/>
            <pc:sldLayoutMk cId="3391479829" sldId="2147485702"/>
          </pc:sldLayoutMkLst>
        </pc:sldLayoutChg>
        <pc:sldLayoutChg chg="del">
          <pc:chgData name="한준 김" userId="7dd4edb89109a895" providerId="LiveId" clId="{1296541B-A483-4B86-9E56-F32887AE44E3}" dt="2024-09-06T04:43:48.116" v="3009" actId="2696"/>
          <pc:sldLayoutMkLst>
            <pc:docMk/>
            <pc:sldMasterMk cId="2358325320" sldId="2147485694"/>
            <pc:sldLayoutMk cId="242282940" sldId="2147485703"/>
          </pc:sldLayoutMkLst>
        </pc:sldLayoutChg>
        <pc:sldLayoutChg chg="del">
          <pc:chgData name="한준 김" userId="7dd4edb89109a895" providerId="LiveId" clId="{1296541B-A483-4B86-9E56-F32887AE44E3}" dt="2024-09-06T04:43:48.116" v="3009" actId="2696"/>
          <pc:sldLayoutMkLst>
            <pc:docMk/>
            <pc:sldMasterMk cId="2358325320" sldId="2147485694"/>
            <pc:sldLayoutMk cId="2246385848" sldId="2147485704"/>
          </pc:sldLayoutMkLst>
        </pc:sldLayoutChg>
        <pc:sldLayoutChg chg="del">
          <pc:chgData name="한준 김" userId="7dd4edb89109a895" providerId="LiveId" clId="{1296541B-A483-4B86-9E56-F32887AE44E3}" dt="2024-09-06T04:43:48.116" v="3009" actId="2696"/>
          <pc:sldLayoutMkLst>
            <pc:docMk/>
            <pc:sldMasterMk cId="2358325320" sldId="2147485694"/>
            <pc:sldLayoutMk cId="2630849088" sldId="2147485705"/>
          </pc:sldLayoutMkLst>
        </pc:sldLayoutChg>
        <pc:sldLayoutChg chg="del">
          <pc:chgData name="한준 김" userId="7dd4edb89109a895" providerId="LiveId" clId="{1296541B-A483-4B86-9E56-F32887AE44E3}" dt="2024-08-30T09:21:10.483" v="2149" actId="2696"/>
          <pc:sldLayoutMkLst>
            <pc:docMk/>
            <pc:sldMasterMk cId="2358325320" sldId="2147485694"/>
            <pc:sldLayoutMk cId="1570738424" sldId="2147485706"/>
          </pc:sldLayoutMkLst>
        </pc:sldLayoutChg>
      </pc:sldMasterChg>
      <pc:sldMasterChg chg="del delSldLayout">
        <pc:chgData name="한준 김" userId="7dd4edb89109a895" providerId="LiveId" clId="{1296541B-A483-4B86-9E56-F32887AE44E3}" dt="2024-10-05T05:37:04.549" v="5634" actId="2696"/>
        <pc:sldMasterMkLst>
          <pc:docMk/>
          <pc:sldMasterMk cId="1092191545" sldId="2147485707"/>
        </pc:sldMasterMkLst>
        <pc:sldLayoutChg chg="del">
          <pc:chgData name="한준 김" userId="7dd4edb89109a895" providerId="LiveId" clId="{1296541B-A483-4B86-9E56-F32887AE44E3}" dt="2024-10-05T05:37:04.549" v="5634" actId="2696"/>
          <pc:sldLayoutMkLst>
            <pc:docMk/>
            <pc:sldMasterMk cId="1092191545" sldId="2147485707"/>
            <pc:sldLayoutMk cId="1856137971" sldId="2147485708"/>
          </pc:sldLayoutMkLst>
        </pc:sldLayoutChg>
        <pc:sldLayoutChg chg="del">
          <pc:chgData name="한준 김" userId="7dd4edb89109a895" providerId="LiveId" clId="{1296541B-A483-4B86-9E56-F32887AE44E3}" dt="2024-10-05T05:37:04.549" v="5634" actId="2696"/>
          <pc:sldLayoutMkLst>
            <pc:docMk/>
            <pc:sldMasterMk cId="1092191545" sldId="2147485707"/>
            <pc:sldLayoutMk cId="32464059" sldId="2147485709"/>
          </pc:sldLayoutMkLst>
        </pc:sldLayoutChg>
        <pc:sldLayoutChg chg="del">
          <pc:chgData name="한준 김" userId="7dd4edb89109a895" providerId="LiveId" clId="{1296541B-A483-4B86-9E56-F32887AE44E3}" dt="2024-10-05T05:37:04.549" v="5634" actId="2696"/>
          <pc:sldLayoutMkLst>
            <pc:docMk/>
            <pc:sldMasterMk cId="1092191545" sldId="2147485707"/>
            <pc:sldLayoutMk cId="2344455674" sldId="2147485710"/>
          </pc:sldLayoutMkLst>
        </pc:sldLayoutChg>
        <pc:sldLayoutChg chg="del">
          <pc:chgData name="한준 김" userId="7dd4edb89109a895" providerId="LiveId" clId="{1296541B-A483-4B86-9E56-F32887AE44E3}" dt="2024-10-05T05:37:04.549" v="5634" actId="2696"/>
          <pc:sldLayoutMkLst>
            <pc:docMk/>
            <pc:sldMasterMk cId="1092191545" sldId="2147485707"/>
            <pc:sldLayoutMk cId="3168356189" sldId="2147485711"/>
          </pc:sldLayoutMkLst>
        </pc:sldLayoutChg>
        <pc:sldLayoutChg chg="del">
          <pc:chgData name="한준 김" userId="7dd4edb89109a895" providerId="LiveId" clId="{1296541B-A483-4B86-9E56-F32887AE44E3}" dt="2024-10-05T05:37:04.549" v="5634" actId="2696"/>
          <pc:sldLayoutMkLst>
            <pc:docMk/>
            <pc:sldMasterMk cId="1092191545" sldId="2147485707"/>
            <pc:sldLayoutMk cId="402158809" sldId="2147485712"/>
          </pc:sldLayoutMkLst>
        </pc:sldLayoutChg>
        <pc:sldLayoutChg chg="del">
          <pc:chgData name="한준 김" userId="7dd4edb89109a895" providerId="LiveId" clId="{1296541B-A483-4B86-9E56-F32887AE44E3}" dt="2024-10-05T05:37:04.549" v="5634" actId="2696"/>
          <pc:sldLayoutMkLst>
            <pc:docMk/>
            <pc:sldMasterMk cId="1092191545" sldId="2147485707"/>
            <pc:sldLayoutMk cId="2706134982" sldId="2147485713"/>
          </pc:sldLayoutMkLst>
        </pc:sldLayoutChg>
        <pc:sldLayoutChg chg="del">
          <pc:chgData name="한준 김" userId="7dd4edb89109a895" providerId="LiveId" clId="{1296541B-A483-4B86-9E56-F32887AE44E3}" dt="2024-10-05T05:37:04.549" v="5634" actId="2696"/>
          <pc:sldLayoutMkLst>
            <pc:docMk/>
            <pc:sldMasterMk cId="1092191545" sldId="2147485707"/>
            <pc:sldLayoutMk cId="3979546383" sldId="2147485714"/>
          </pc:sldLayoutMkLst>
        </pc:sldLayoutChg>
        <pc:sldLayoutChg chg="del">
          <pc:chgData name="한준 김" userId="7dd4edb89109a895" providerId="LiveId" clId="{1296541B-A483-4B86-9E56-F32887AE44E3}" dt="2024-10-05T05:37:04.549" v="5634" actId="2696"/>
          <pc:sldLayoutMkLst>
            <pc:docMk/>
            <pc:sldMasterMk cId="1092191545" sldId="2147485707"/>
            <pc:sldLayoutMk cId="479002964" sldId="2147485715"/>
          </pc:sldLayoutMkLst>
        </pc:sldLayoutChg>
        <pc:sldLayoutChg chg="del">
          <pc:chgData name="한준 김" userId="7dd4edb89109a895" providerId="LiveId" clId="{1296541B-A483-4B86-9E56-F32887AE44E3}" dt="2024-10-05T05:37:04.549" v="5634" actId="2696"/>
          <pc:sldLayoutMkLst>
            <pc:docMk/>
            <pc:sldMasterMk cId="1092191545" sldId="2147485707"/>
            <pc:sldLayoutMk cId="2485056639" sldId="2147485716"/>
          </pc:sldLayoutMkLst>
        </pc:sldLayoutChg>
        <pc:sldLayoutChg chg="del">
          <pc:chgData name="한준 김" userId="7dd4edb89109a895" providerId="LiveId" clId="{1296541B-A483-4B86-9E56-F32887AE44E3}" dt="2024-10-05T05:37:04.549" v="5634" actId="2696"/>
          <pc:sldLayoutMkLst>
            <pc:docMk/>
            <pc:sldMasterMk cId="1092191545" sldId="2147485707"/>
            <pc:sldLayoutMk cId="1876224311" sldId="2147485717"/>
          </pc:sldLayoutMkLst>
        </pc:sldLayoutChg>
        <pc:sldLayoutChg chg="del">
          <pc:chgData name="한준 김" userId="7dd4edb89109a895" providerId="LiveId" clId="{1296541B-A483-4B86-9E56-F32887AE44E3}" dt="2024-10-05T05:37:04.549" v="5634" actId="2696"/>
          <pc:sldLayoutMkLst>
            <pc:docMk/>
            <pc:sldMasterMk cId="1092191545" sldId="2147485707"/>
            <pc:sldLayoutMk cId="1658081878" sldId="2147485718"/>
          </pc:sldLayoutMkLst>
        </pc:sldLayoutChg>
      </pc:sldMasterChg>
      <pc:sldMasterChg chg="del delSldLayout">
        <pc:chgData name="한준 김" userId="7dd4edb89109a895" providerId="LiveId" clId="{1296541B-A483-4B86-9E56-F32887AE44E3}" dt="2024-09-06T05:02:30.933" v="3465" actId="2696"/>
        <pc:sldMasterMkLst>
          <pc:docMk/>
          <pc:sldMasterMk cId="525181714" sldId="2147485719"/>
        </pc:sldMasterMkLst>
        <pc:sldLayoutChg chg="del">
          <pc:chgData name="한준 김" userId="7dd4edb89109a895" providerId="LiveId" clId="{1296541B-A483-4B86-9E56-F32887AE44E3}" dt="2024-09-06T05:02:30.933" v="3465" actId="2696"/>
          <pc:sldLayoutMkLst>
            <pc:docMk/>
            <pc:sldMasterMk cId="525181714" sldId="2147485719"/>
            <pc:sldLayoutMk cId="2234552104" sldId="2147485720"/>
          </pc:sldLayoutMkLst>
        </pc:sldLayoutChg>
        <pc:sldLayoutChg chg="del">
          <pc:chgData name="한준 김" userId="7dd4edb89109a895" providerId="LiveId" clId="{1296541B-A483-4B86-9E56-F32887AE44E3}" dt="2024-09-06T05:02:30.933" v="3465" actId="2696"/>
          <pc:sldLayoutMkLst>
            <pc:docMk/>
            <pc:sldMasterMk cId="525181714" sldId="2147485719"/>
            <pc:sldLayoutMk cId="1281388539" sldId="2147485721"/>
          </pc:sldLayoutMkLst>
        </pc:sldLayoutChg>
        <pc:sldLayoutChg chg="del">
          <pc:chgData name="한준 김" userId="7dd4edb89109a895" providerId="LiveId" clId="{1296541B-A483-4B86-9E56-F32887AE44E3}" dt="2024-09-06T05:02:30.933" v="3465" actId="2696"/>
          <pc:sldLayoutMkLst>
            <pc:docMk/>
            <pc:sldMasterMk cId="525181714" sldId="2147485719"/>
            <pc:sldLayoutMk cId="459266899" sldId="2147485722"/>
          </pc:sldLayoutMkLst>
        </pc:sldLayoutChg>
        <pc:sldLayoutChg chg="del">
          <pc:chgData name="한준 김" userId="7dd4edb89109a895" providerId="LiveId" clId="{1296541B-A483-4B86-9E56-F32887AE44E3}" dt="2024-09-06T05:02:30.933" v="3465" actId="2696"/>
          <pc:sldLayoutMkLst>
            <pc:docMk/>
            <pc:sldMasterMk cId="525181714" sldId="2147485719"/>
            <pc:sldLayoutMk cId="594130155" sldId="2147485723"/>
          </pc:sldLayoutMkLst>
        </pc:sldLayoutChg>
        <pc:sldLayoutChg chg="del">
          <pc:chgData name="한준 김" userId="7dd4edb89109a895" providerId="LiveId" clId="{1296541B-A483-4B86-9E56-F32887AE44E3}" dt="2024-09-06T05:02:30.933" v="3465" actId="2696"/>
          <pc:sldLayoutMkLst>
            <pc:docMk/>
            <pc:sldMasterMk cId="525181714" sldId="2147485719"/>
            <pc:sldLayoutMk cId="322586341" sldId="2147485724"/>
          </pc:sldLayoutMkLst>
        </pc:sldLayoutChg>
        <pc:sldLayoutChg chg="del">
          <pc:chgData name="한준 김" userId="7dd4edb89109a895" providerId="LiveId" clId="{1296541B-A483-4B86-9E56-F32887AE44E3}" dt="2024-09-06T05:02:30.933" v="3465" actId="2696"/>
          <pc:sldLayoutMkLst>
            <pc:docMk/>
            <pc:sldMasterMk cId="525181714" sldId="2147485719"/>
            <pc:sldLayoutMk cId="21986832" sldId="2147485725"/>
          </pc:sldLayoutMkLst>
        </pc:sldLayoutChg>
        <pc:sldLayoutChg chg="del">
          <pc:chgData name="한준 김" userId="7dd4edb89109a895" providerId="LiveId" clId="{1296541B-A483-4B86-9E56-F32887AE44E3}" dt="2024-09-06T05:02:30.933" v="3465" actId="2696"/>
          <pc:sldLayoutMkLst>
            <pc:docMk/>
            <pc:sldMasterMk cId="525181714" sldId="2147485719"/>
            <pc:sldLayoutMk cId="429426732" sldId="2147485726"/>
          </pc:sldLayoutMkLst>
        </pc:sldLayoutChg>
        <pc:sldLayoutChg chg="del">
          <pc:chgData name="한준 김" userId="7dd4edb89109a895" providerId="LiveId" clId="{1296541B-A483-4B86-9E56-F32887AE44E3}" dt="2024-09-06T05:02:30.933" v="3465" actId="2696"/>
          <pc:sldLayoutMkLst>
            <pc:docMk/>
            <pc:sldMasterMk cId="525181714" sldId="2147485719"/>
            <pc:sldLayoutMk cId="4232872959" sldId="2147485727"/>
          </pc:sldLayoutMkLst>
        </pc:sldLayoutChg>
        <pc:sldLayoutChg chg="del">
          <pc:chgData name="한준 김" userId="7dd4edb89109a895" providerId="LiveId" clId="{1296541B-A483-4B86-9E56-F32887AE44E3}" dt="2024-09-06T05:02:30.933" v="3465" actId="2696"/>
          <pc:sldLayoutMkLst>
            <pc:docMk/>
            <pc:sldMasterMk cId="525181714" sldId="2147485719"/>
            <pc:sldLayoutMk cId="1002617173" sldId="2147485728"/>
          </pc:sldLayoutMkLst>
        </pc:sldLayoutChg>
        <pc:sldLayoutChg chg="del">
          <pc:chgData name="한준 김" userId="7dd4edb89109a895" providerId="LiveId" clId="{1296541B-A483-4B86-9E56-F32887AE44E3}" dt="2024-09-06T05:02:30.933" v="3465" actId="2696"/>
          <pc:sldLayoutMkLst>
            <pc:docMk/>
            <pc:sldMasterMk cId="525181714" sldId="2147485719"/>
            <pc:sldLayoutMk cId="3368206605" sldId="2147485729"/>
          </pc:sldLayoutMkLst>
        </pc:sldLayoutChg>
        <pc:sldLayoutChg chg="del">
          <pc:chgData name="한준 김" userId="7dd4edb89109a895" providerId="LiveId" clId="{1296541B-A483-4B86-9E56-F32887AE44E3}" dt="2024-09-06T05:02:30.933" v="3465" actId="2696"/>
          <pc:sldLayoutMkLst>
            <pc:docMk/>
            <pc:sldMasterMk cId="525181714" sldId="2147485719"/>
            <pc:sldLayoutMk cId="1770662076" sldId="2147485730"/>
          </pc:sldLayoutMkLst>
        </pc:sldLayoutChg>
      </pc:sldMasterChg>
      <pc:sldMasterChg chg="del delSldLayout">
        <pc:chgData name="한준 김" userId="7dd4edb89109a895" providerId="LiveId" clId="{1296541B-A483-4B86-9E56-F32887AE44E3}" dt="2024-09-19T05:39:11.426" v="4249" actId="2696"/>
        <pc:sldMasterMkLst>
          <pc:docMk/>
          <pc:sldMasterMk cId="3091999086" sldId="2147485731"/>
        </pc:sldMasterMkLst>
        <pc:sldLayoutChg chg="del">
          <pc:chgData name="한준 김" userId="7dd4edb89109a895" providerId="LiveId" clId="{1296541B-A483-4B86-9E56-F32887AE44E3}" dt="2024-09-19T05:39:11.426" v="4249" actId="2696"/>
          <pc:sldLayoutMkLst>
            <pc:docMk/>
            <pc:sldMasterMk cId="3091999086" sldId="2147485731"/>
            <pc:sldLayoutMk cId="1681676270" sldId="2147485732"/>
          </pc:sldLayoutMkLst>
        </pc:sldLayoutChg>
        <pc:sldLayoutChg chg="del">
          <pc:chgData name="한준 김" userId="7dd4edb89109a895" providerId="LiveId" clId="{1296541B-A483-4B86-9E56-F32887AE44E3}" dt="2024-09-19T05:39:11.426" v="4249" actId="2696"/>
          <pc:sldLayoutMkLst>
            <pc:docMk/>
            <pc:sldMasterMk cId="3091999086" sldId="2147485731"/>
            <pc:sldLayoutMk cId="1107200834" sldId="2147485733"/>
          </pc:sldLayoutMkLst>
        </pc:sldLayoutChg>
        <pc:sldLayoutChg chg="del">
          <pc:chgData name="한준 김" userId="7dd4edb89109a895" providerId="LiveId" clId="{1296541B-A483-4B86-9E56-F32887AE44E3}" dt="2024-09-19T05:39:11.426" v="4249" actId="2696"/>
          <pc:sldLayoutMkLst>
            <pc:docMk/>
            <pc:sldMasterMk cId="3091999086" sldId="2147485731"/>
            <pc:sldLayoutMk cId="2341651562" sldId="2147485734"/>
          </pc:sldLayoutMkLst>
        </pc:sldLayoutChg>
        <pc:sldLayoutChg chg="del">
          <pc:chgData name="한준 김" userId="7dd4edb89109a895" providerId="LiveId" clId="{1296541B-A483-4B86-9E56-F32887AE44E3}" dt="2024-09-19T05:39:11.426" v="4249" actId="2696"/>
          <pc:sldLayoutMkLst>
            <pc:docMk/>
            <pc:sldMasterMk cId="3091999086" sldId="2147485731"/>
            <pc:sldLayoutMk cId="3486450294" sldId="2147485735"/>
          </pc:sldLayoutMkLst>
        </pc:sldLayoutChg>
        <pc:sldLayoutChg chg="del">
          <pc:chgData name="한준 김" userId="7dd4edb89109a895" providerId="LiveId" clId="{1296541B-A483-4B86-9E56-F32887AE44E3}" dt="2024-09-19T05:39:11.426" v="4249" actId="2696"/>
          <pc:sldLayoutMkLst>
            <pc:docMk/>
            <pc:sldMasterMk cId="3091999086" sldId="2147485731"/>
            <pc:sldLayoutMk cId="1443699201" sldId="2147485736"/>
          </pc:sldLayoutMkLst>
        </pc:sldLayoutChg>
        <pc:sldLayoutChg chg="del">
          <pc:chgData name="한준 김" userId="7dd4edb89109a895" providerId="LiveId" clId="{1296541B-A483-4B86-9E56-F32887AE44E3}" dt="2024-09-19T05:39:11.426" v="4249" actId="2696"/>
          <pc:sldLayoutMkLst>
            <pc:docMk/>
            <pc:sldMasterMk cId="3091999086" sldId="2147485731"/>
            <pc:sldLayoutMk cId="3376391640" sldId="2147485737"/>
          </pc:sldLayoutMkLst>
        </pc:sldLayoutChg>
        <pc:sldLayoutChg chg="del">
          <pc:chgData name="한준 김" userId="7dd4edb89109a895" providerId="LiveId" clId="{1296541B-A483-4B86-9E56-F32887AE44E3}" dt="2024-09-19T05:39:11.426" v="4249" actId="2696"/>
          <pc:sldLayoutMkLst>
            <pc:docMk/>
            <pc:sldMasterMk cId="3091999086" sldId="2147485731"/>
            <pc:sldLayoutMk cId="4148559337" sldId="2147485738"/>
          </pc:sldLayoutMkLst>
        </pc:sldLayoutChg>
        <pc:sldLayoutChg chg="del">
          <pc:chgData name="한준 김" userId="7dd4edb89109a895" providerId="LiveId" clId="{1296541B-A483-4B86-9E56-F32887AE44E3}" dt="2024-09-19T05:39:11.426" v="4249" actId="2696"/>
          <pc:sldLayoutMkLst>
            <pc:docMk/>
            <pc:sldMasterMk cId="3091999086" sldId="2147485731"/>
            <pc:sldLayoutMk cId="3433170409" sldId="2147485739"/>
          </pc:sldLayoutMkLst>
        </pc:sldLayoutChg>
        <pc:sldLayoutChg chg="del">
          <pc:chgData name="한준 김" userId="7dd4edb89109a895" providerId="LiveId" clId="{1296541B-A483-4B86-9E56-F32887AE44E3}" dt="2024-09-19T05:39:11.426" v="4249" actId="2696"/>
          <pc:sldLayoutMkLst>
            <pc:docMk/>
            <pc:sldMasterMk cId="3091999086" sldId="2147485731"/>
            <pc:sldLayoutMk cId="4291574347" sldId="2147485740"/>
          </pc:sldLayoutMkLst>
        </pc:sldLayoutChg>
        <pc:sldLayoutChg chg="del">
          <pc:chgData name="한준 김" userId="7dd4edb89109a895" providerId="LiveId" clId="{1296541B-A483-4B86-9E56-F32887AE44E3}" dt="2024-09-19T05:39:11.426" v="4249" actId="2696"/>
          <pc:sldLayoutMkLst>
            <pc:docMk/>
            <pc:sldMasterMk cId="3091999086" sldId="2147485731"/>
            <pc:sldLayoutMk cId="2285413996" sldId="2147485741"/>
          </pc:sldLayoutMkLst>
        </pc:sldLayoutChg>
        <pc:sldLayoutChg chg="del">
          <pc:chgData name="한준 김" userId="7dd4edb89109a895" providerId="LiveId" clId="{1296541B-A483-4B86-9E56-F32887AE44E3}" dt="2024-09-19T05:39:11.426" v="4249" actId="2696"/>
          <pc:sldLayoutMkLst>
            <pc:docMk/>
            <pc:sldMasterMk cId="3091999086" sldId="2147485731"/>
            <pc:sldLayoutMk cId="1787380999" sldId="2147485742"/>
          </pc:sldLayoutMkLst>
        </pc:sldLayoutChg>
        <pc:sldLayoutChg chg="del">
          <pc:chgData name="한준 김" userId="7dd4edb89109a895" providerId="LiveId" clId="{1296541B-A483-4B86-9E56-F32887AE44E3}" dt="2024-09-06T05:02:30.933" v="3465" actId="2696"/>
          <pc:sldLayoutMkLst>
            <pc:docMk/>
            <pc:sldMasterMk cId="3091999086" sldId="2147485731"/>
            <pc:sldLayoutMk cId="2362379970" sldId="2147485743"/>
          </pc:sldLayoutMkLst>
        </pc:sldLayoutChg>
      </pc:sldMasterChg>
      <pc:sldMasterChg chg="del delSldLayout">
        <pc:chgData name="한준 김" userId="7dd4edb89109a895" providerId="LiveId" clId="{1296541B-A483-4B86-9E56-F32887AE44E3}" dt="2024-09-19T05:51:46.376" v="4281" actId="2696"/>
        <pc:sldMasterMkLst>
          <pc:docMk/>
          <pc:sldMasterMk cId="4053500248" sldId="2147485745"/>
        </pc:sldMasterMkLst>
        <pc:sldLayoutChg chg="del">
          <pc:chgData name="한준 김" userId="7dd4edb89109a895" providerId="LiveId" clId="{1296541B-A483-4B86-9E56-F32887AE44E3}" dt="2024-09-19T05:51:46.376" v="4281" actId="2696"/>
          <pc:sldLayoutMkLst>
            <pc:docMk/>
            <pc:sldMasterMk cId="4053500248" sldId="2147485745"/>
            <pc:sldLayoutMk cId="610838520" sldId="2147485746"/>
          </pc:sldLayoutMkLst>
        </pc:sldLayoutChg>
        <pc:sldLayoutChg chg="del">
          <pc:chgData name="한준 김" userId="7dd4edb89109a895" providerId="LiveId" clId="{1296541B-A483-4B86-9E56-F32887AE44E3}" dt="2024-09-19T05:51:46.376" v="4281" actId="2696"/>
          <pc:sldLayoutMkLst>
            <pc:docMk/>
            <pc:sldMasterMk cId="4053500248" sldId="2147485745"/>
            <pc:sldLayoutMk cId="4076548852" sldId="2147485747"/>
          </pc:sldLayoutMkLst>
        </pc:sldLayoutChg>
        <pc:sldLayoutChg chg="del">
          <pc:chgData name="한준 김" userId="7dd4edb89109a895" providerId="LiveId" clId="{1296541B-A483-4B86-9E56-F32887AE44E3}" dt="2024-09-19T05:51:46.376" v="4281" actId="2696"/>
          <pc:sldLayoutMkLst>
            <pc:docMk/>
            <pc:sldMasterMk cId="4053500248" sldId="2147485745"/>
            <pc:sldLayoutMk cId="1278933271" sldId="2147485748"/>
          </pc:sldLayoutMkLst>
        </pc:sldLayoutChg>
        <pc:sldLayoutChg chg="del">
          <pc:chgData name="한준 김" userId="7dd4edb89109a895" providerId="LiveId" clId="{1296541B-A483-4B86-9E56-F32887AE44E3}" dt="2024-09-19T05:51:46.376" v="4281" actId="2696"/>
          <pc:sldLayoutMkLst>
            <pc:docMk/>
            <pc:sldMasterMk cId="4053500248" sldId="2147485745"/>
            <pc:sldLayoutMk cId="379802917" sldId="2147485749"/>
          </pc:sldLayoutMkLst>
        </pc:sldLayoutChg>
        <pc:sldLayoutChg chg="del">
          <pc:chgData name="한준 김" userId="7dd4edb89109a895" providerId="LiveId" clId="{1296541B-A483-4B86-9E56-F32887AE44E3}" dt="2024-09-19T05:51:46.376" v="4281" actId="2696"/>
          <pc:sldLayoutMkLst>
            <pc:docMk/>
            <pc:sldMasterMk cId="4053500248" sldId="2147485745"/>
            <pc:sldLayoutMk cId="3377003108" sldId="2147485750"/>
          </pc:sldLayoutMkLst>
        </pc:sldLayoutChg>
        <pc:sldLayoutChg chg="del">
          <pc:chgData name="한준 김" userId="7dd4edb89109a895" providerId="LiveId" clId="{1296541B-A483-4B86-9E56-F32887AE44E3}" dt="2024-09-19T05:51:46.376" v="4281" actId="2696"/>
          <pc:sldLayoutMkLst>
            <pc:docMk/>
            <pc:sldMasterMk cId="4053500248" sldId="2147485745"/>
            <pc:sldLayoutMk cId="1175204246" sldId="2147485751"/>
          </pc:sldLayoutMkLst>
        </pc:sldLayoutChg>
        <pc:sldLayoutChg chg="del">
          <pc:chgData name="한준 김" userId="7dd4edb89109a895" providerId="LiveId" clId="{1296541B-A483-4B86-9E56-F32887AE44E3}" dt="2024-09-19T05:51:46.376" v="4281" actId="2696"/>
          <pc:sldLayoutMkLst>
            <pc:docMk/>
            <pc:sldMasterMk cId="4053500248" sldId="2147485745"/>
            <pc:sldLayoutMk cId="1048401467" sldId="2147485752"/>
          </pc:sldLayoutMkLst>
        </pc:sldLayoutChg>
        <pc:sldLayoutChg chg="del">
          <pc:chgData name="한준 김" userId="7dd4edb89109a895" providerId="LiveId" clId="{1296541B-A483-4B86-9E56-F32887AE44E3}" dt="2024-09-19T05:51:46.376" v="4281" actId="2696"/>
          <pc:sldLayoutMkLst>
            <pc:docMk/>
            <pc:sldMasterMk cId="4053500248" sldId="2147485745"/>
            <pc:sldLayoutMk cId="3162941989" sldId="2147485753"/>
          </pc:sldLayoutMkLst>
        </pc:sldLayoutChg>
        <pc:sldLayoutChg chg="del">
          <pc:chgData name="한준 김" userId="7dd4edb89109a895" providerId="LiveId" clId="{1296541B-A483-4B86-9E56-F32887AE44E3}" dt="2024-09-19T05:51:46.376" v="4281" actId="2696"/>
          <pc:sldLayoutMkLst>
            <pc:docMk/>
            <pc:sldMasterMk cId="4053500248" sldId="2147485745"/>
            <pc:sldLayoutMk cId="1424696763" sldId="2147485754"/>
          </pc:sldLayoutMkLst>
        </pc:sldLayoutChg>
        <pc:sldLayoutChg chg="del">
          <pc:chgData name="한준 김" userId="7dd4edb89109a895" providerId="LiveId" clId="{1296541B-A483-4B86-9E56-F32887AE44E3}" dt="2024-09-19T05:51:46.376" v="4281" actId="2696"/>
          <pc:sldLayoutMkLst>
            <pc:docMk/>
            <pc:sldMasterMk cId="4053500248" sldId="2147485745"/>
            <pc:sldLayoutMk cId="135269012" sldId="2147485755"/>
          </pc:sldLayoutMkLst>
        </pc:sldLayoutChg>
        <pc:sldLayoutChg chg="del">
          <pc:chgData name="한준 김" userId="7dd4edb89109a895" providerId="LiveId" clId="{1296541B-A483-4B86-9E56-F32887AE44E3}" dt="2024-09-19T05:51:46.376" v="4281" actId="2696"/>
          <pc:sldLayoutMkLst>
            <pc:docMk/>
            <pc:sldMasterMk cId="4053500248" sldId="2147485745"/>
            <pc:sldLayoutMk cId="1591827150" sldId="2147485756"/>
          </pc:sldLayoutMkLst>
        </pc:sldLayoutChg>
        <pc:sldLayoutChg chg="del">
          <pc:chgData name="한준 김" userId="7dd4edb89109a895" providerId="LiveId" clId="{1296541B-A483-4B86-9E56-F32887AE44E3}" dt="2024-09-19T05:51:46.376" v="4281" actId="2696"/>
          <pc:sldLayoutMkLst>
            <pc:docMk/>
            <pc:sldMasterMk cId="4053500248" sldId="2147485745"/>
            <pc:sldLayoutMk cId="1878075867" sldId="2147485757"/>
          </pc:sldLayoutMkLst>
        </pc:sldLayoutChg>
      </pc:sldMasterChg>
      <pc:sldMasterChg chg="del delSldLayout">
        <pc:chgData name="한준 김" userId="7dd4edb89109a895" providerId="LiveId" clId="{1296541B-A483-4B86-9E56-F32887AE44E3}" dt="2024-09-27T06:44:49.112" v="5040" actId="2696"/>
        <pc:sldMasterMkLst>
          <pc:docMk/>
          <pc:sldMasterMk cId="1110152005" sldId="2147485758"/>
        </pc:sldMasterMkLst>
        <pc:sldLayoutChg chg="del">
          <pc:chgData name="한준 김" userId="7dd4edb89109a895" providerId="LiveId" clId="{1296541B-A483-4B86-9E56-F32887AE44E3}" dt="2024-09-27T06:44:49.112" v="5040" actId="2696"/>
          <pc:sldLayoutMkLst>
            <pc:docMk/>
            <pc:sldMasterMk cId="1110152005" sldId="2147485758"/>
            <pc:sldLayoutMk cId="3429695923" sldId="2147485759"/>
          </pc:sldLayoutMkLst>
        </pc:sldLayoutChg>
        <pc:sldLayoutChg chg="del">
          <pc:chgData name="한준 김" userId="7dd4edb89109a895" providerId="LiveId" clId="{1296541B-A483-4B86-9E56-F32887AE44E3}" dt="2024-09-27T06:44:49.112" v="5040" actId="2696"/>
          <pc:sldLayoutMkLst>
            <pc:docMk/>
            <pc:sldMasterMk cId="1110152005" sldId="2147485758"/>
            <pc:sldLayoutMk cId="975921174" sldId="2147485760"/>
          </pc:sldLayoutMkLst>
        </pc:sldLayoutChg>
        <pc:sldLayoutChg chg="del">
          <pc:chgData name="한준 김" userId="7dd4edb89109a895" providerId="LiveId" clId="{1296541B-A483-4B86-9E56-F32887AE44E3}" dt="2024-09-27T06:44:49.112" v="5040" actId="2696"/>
          <pc:sldLayoutMkLst>
            <pc:docMk/>
            <pc:sldMasterMk cId="1110152005" sldId="2147485758"/>
            <pc:sldLayoutMk cId="153647122" sldId="2147485761"/>
          </pc:sldLayoutMkLst>
        </pc:sldLayoutChg>
        <pc:sldLayoutChg chg="del">
          <pc:chgData name="한준 김" userId="7dd4edb89109a895" providerId="LiveId" clId="{1296541B-A483-4B86-9E56-F32887AE44E3}" dt="2024-09-27T06:44:49.112" v="5040" actId="2696"/>
          <pc:sldLayoutMkLst>
            <pc:docMk/>
            <pc:sldMasterMk cId="1110152005" sldId="2147485758"/>
            <pc:sldLayoutMk cId="840933404" sldId="2147485762"/>
          </pc:sldLayoutMkLst>
        </pc:sldLayoutChg>
        <pc:sldLayoutChg chg="del">
          <pc:chgData name="한준 김" userId="7dd4edb89109a895" providerId="LiveId" clId="{1296541B-A483-4B86-9E56-F32887AE44E3}" dt="2024-09-27T06:44:49.112" v="5040" actId="2696"/>
          <pc:sldLayoutMkLst>
            <pc:docMk/>
            <pc:sldMasterMk cId="1110152005" sldId="2147485758"/>
            <pc:sldLayoutMk cId="3027006626" sldId="2147485763"/>
          </pc:sldLayoutMkLst>
        </pc:sldLayoutChg>
        <pc:sldLayoutChg chg="del">
          <pc:chgData name="한준 김" userId="7dd4edb89109a895" providerId="LiveId" clId="{1296541B-A483-4B86-9E56-F32887AE44E3}" dt="2024-09-27T06:44:49.112" v="5040" actId="2696"/>
          <pc:sldLayoutMkLst>
            <pc:docMk/>
            <pc:sldMasterMk cId="1110152005" sldId="2147485758"/>
            <pc:sldLayoutMk cId="1947740812" sldId="2147485764"/>
          </pc:sldLayoutMkLst>
        </pc:sldLayoutChg>
        <pc:sldLayoutChg chg="del">
          <pc:chgData name="한준 김" userId="7dd4edb89109a895" providerId="LiveId" clId="{1296541B-A483-4B86-9E56-F32887AE44E3}" dt="2024-09-27T06:44:49.112" v="5040" actId="2696"/>
          <pc:sldLayoutMkLst>
            <pc:docMk/>
            <pc:sldMasterMk cId="1110152005" sldId="2147485758"/>
            <pc:sldLayoutMk cId="704828706" sldId="2147485765"/>
          </pc:sldLayoutMkLst>
        </pc:sldLayoutChg>
        <pc:sldLayoutChg chg="del">
          <pc:chgData name="한준 김" userId="7dd4edb89109a895" providerId="LiveId" clId="{1296541B-A483-4B86-9E56-F32887AE44E3}" dt="2024-09-27T06:44:49.112" v="5040" actId="2696"/>
          <pc:sldLayoutMkLst>
            <pc:docMk/>
            <pc:sldMasterMk cId="1110152005" sldId="2147485758"/>
            <pc:sldLayoutMk cId="4132159779" sldId="2147485766"/>
          </pc:sldLayoutMkLst>
        </pc:sldLayoutChg>
        <pc:sldLayoutChg chg="del">
          <pc:chgData name="한준 김" userId="7dd4edb89109a895" providerId="LiveId" clId="{1296541B-A483-4B86-9E56-F32887AE44E3}" dt="2024-09-27T06:44:49.112" v="5040" actId="2696"/>
          <pc:sldLayoutMkLst>
            <pc:docMk/>
            <pc:sldMasterMk cId="1110152005" sldId="2147485758"/>
            <pc:sldLayoutMk cId="2173075433" sldId="2147485767"/>
          </pc:sldLayoutMkLst>
        </pc:sldLayoutChg>
        <pc:sldLayoutChg chg="del">
          <pc:chgData name="한준 김" userId="7dd4edb89109a895" providerId="LiveId" clId="{1296541B-A483-4B86-9E56-F32887AE44E3}" dt="2024-09-27T06:44:49.112" v="5040" actId="2696"/>
          <pc:sldLayoutMkLst>
            <pc:docMk/>
            <pc:sldMasterMk cId="1110152005" sldId="2147485758"/>
            <pc:sldLayoutMk cId="2893744796" sldId="2147485768"/>
          </pc:sldLayoutMkLst>
        </pc:sldLayoutChg>
        <pc:sldLayoutChg chg="del">
          <pc:chgData name="한준 김" userId="7dd4edb89109a895" providerId="LiveId" clId="{1296541B-A483-4B86-9E56-F32887AE44E3}" dt="2024-09-27T06:44:49.112" v="5040" actId="2696"/>
          <pc:sldLayoutMkLst>
            <pc:docMk/>
            <pc:sldMasterMk cId="1110152005" sldId="2147485758"/>
            <pc:sldLayoutMk cId="1929647505" sldId="2147485769"/>
          </pc:sldLayoutMkLst>
        </pc:sldLayoutChg>
      </pc:sldMasterChg>
      <pc:sldMasterChg chg="del delSldLayout">
        <pc:chgData name="한준 김" userId="7dd4edb89109a895" providerId="LiveId" clId="{1296541B-A483-4B86-9E56-F32887AE44E3}" dt="2024-09-14T08:21:52.950" v="3688" actId="2696"/>
        <pc:sldMasterMkLst>
          <pc:docMk/>
          <pc:sldMasterMk cId="2315281772" sldId="2147485758"/>
        </pc:sldMasterMkLst>
        <pc:sldLayoutChg chg="del">
          <pc:chgData name="한준 김" userId="7dd4edb89109a895" providerId="LiveId" clId="{1296541B-A483-4B86-9E56-F32887AE44E3}" dt="2024-09-14T08:21:52.950" v="3688" actId="2696"/>
          <pc:sldLayoutMkLst>
            <pc:docMk/>
            <pc:sldMasterMk cId="2315281772" sldId="2147485758"/>
            <pc:sldLayoutMk cId="182485618" sldId="2147485759"/>
          </pc:sldLayoutMkLst>
        </pc:sldLayoutChg>
        <pc:sldLayoutChg chg="del">
          <pc:chgData name="한준 김" userId="7dd4edb89109a895" providerId="LiveId" clId="{1296541B-A483-4B86-9E56-F32887AE44E3}" dt="2024-09-14T08:21:52.950" v="3688" actId="2696"/>
          <pc:sldLayoutMkLst>
            <pc:docMk/>
            <pc:sldMasterMk cId="2315281772" sldId="2147485758"/>
            <pc:sldLayoutMk cId="378059066" sldId="2147485760"/>
          </pc:sldLayoutMkLst>
        </pc:sldLayoutChg>
        <pc:sldLayoutChg chg="del">
          <pc:chgData name="한준 김" userId="7dd4edb89109a895" providerId="LiveId" clId="{1296541B-A483-4B86-9E56-F32887AE44E3}" dt="2024-09-14T08:21:52.950" v="3688" actId="2696"/>
          <pc:sldLayoutMkLst>
            <pc:docMk/>
            <pc:sldMasterMk cId="2315281772" sldId="2147485758"/>
            <pc:sldLayoutMk cId="4115846975" sldId="2147485761"/>
          </pc:sldLayoutMkLst>
        </pc:sldLayoutChg>
        <pc:sldLayoutChg chg="del">
          <pc:chgData name="한준 김" userId="7dd4edb89109a895" providerId="LiveId" clId="{1296541B-A483-4B86-9E56-F32887AE44E3}" dt="2024-09-14T08:21:52.950" v="3688" actId="2696"/>
          <pc:sldLayoutMkLst>
            <pc:docMk/>
            <pc:sldMasterMk cId="2315281772" sldId="2147485758"/>
            <pc:sldLayoutMk cId="286012292" sldId="2147485762"/>
          </pc:sldLayoutMkLst>
        </pc:sldLayoutChg>
        <pc:sldLayoutChg chg="del">
          <pc:chgData name="한준 김" userId="7dd4edb89109a895" providerId="LiveId" clId="{1296541B-A483-4B86-9E56-F32887AE44E3}" dt="2024-09-14T08:21:52.950" v="3688" actId="2696"/>
          <pc:sldLayoutMkLst>
            <pc:docMk/>
            <pc:sldMasterMk cId="2315281772" sldId="2147485758"/>
            <pc:sldLayoutMk cId="2141717522" sldId="2147485763"/>
          </pc:sldLayoutMkLst>
        </pc:sldLayoutChg>
        <pc:sldLayoutChg chg="del">
          <pc:chgData name="한준 김" userId="7dd4edb89109a895" providerId="LiveId" clId="{1296541B-A483-4B86-9E56-F32887AE44E3}" dt="2024-09-14T08:21:52.950" v="3688" actId="2696"/>
          <pc:sldLayoutMkLst>
            <pc:docMk/>
            <pc:sldMasterMk cId="2315281772" sldId="2147485758"/>
            <pc:sldLayoutMk cId="1085564040" sldId="2147485764"/>
          </pc:sldLayoutMkLst>
        </pc:sldLayoutChg>
        <pc:sldLayoutChg chg="del">
          <pc:chgData name="한준 김" userId="7dd4edb89109a895" providerId="LiveId" clId="{1296541B-A483-4B86-9E56-F32887AE44E3}" dt="2024-09-14T08:21:52.950" v="3688" actId="2696"/>
          <pc:sldLayoutMkLst>
            <pc:docMk/>
            <pc:sldMasterMk cId="2315281772" sldId="2147485758"/>
            <pc:sldLayoutMk cId="2332272450" sldId="2147485765"/>
          </pc:sldLayoutMkLst>
        </pc:sldLayoutChg>
        <pc:sldLayoutChg chg="del">
          <pc:chgData name="한준 김" userId="7dd4edb89109a895" providerId="LiveId" clId="{1296541B-A483-4B86-9E56-F32887AE44E3}" dt="2024-09-14T08:21:52.950" v="3688" actId="2696"/>
          <pc:sldLayoutMkLst>
            <pc:docMk/>
            <pc:sldMasterMk cId="2315281772" sldId="2147485758"/>
            <pc:sldLayoutMk cId="3426136326" sldId="2147485766"/>
          </pc:sldLayoutMkLst>
        </pc:sldLayoutChg>
        <pc:sldLayoutChg chg="del">
          <pc:chgData name="한준 김" userId="7dd4edb89109a895" providerId="LiveId" clId="{1296541B-A483-4B86-9E56-F32887AE44E3}" dt="2024-09-14T08:21:52.950" v="3688" actId="2696"/>
          <pc:sldLayoutMkLst>
            <pc:docMk/>
            <pc:sldMasterMk cId="2315281772" sldId="2147485758"/>
            <pc:sldLayoutMk cId="3996848113" sldId="2147485767"/>
          </pc:sldLayoutMkLst>
        </pc:sldLayoutChg>
        <pc:sldLayoutChg chg="del">
          <pc:chgData name="한준 김" userId="7dd4edb89109a895" providerId="LiveId" clId="{1296541B-A483-4B86-9E56-F32887AE44E3}" dt="2024-09-14T08:21:52.950" v="3688" actId="2696"/>
          <pc:sldLayoutMkLst>
            <pc:docMk/>
            <pc:sldMasterMk cId="2315281772" sldId="2147485758"/>
            <pc:sldLayoutMk cId="3238567097" sldId="2147485768"/>
          </pc:sldLayoutMkLst>
        </pc:sldLayoutChg>
        <pc:sldLayoutChg chg="del">
          <pc:chgData name="한준 김" userId="7dd4edb89109a895" providerId="LiveId" clId="{1296541B-A483-4B86-9E56-F32887AE44E3}" dt="2024-09-14T08:21:52.950" v="3688" actId="2696"/>
          <pc:sldLayoutMkLst>
            <pc:docMk/>
            <pc:sldMasterMk cId="2315281772" sldId="2147485758"/>
            <pc:sldLayoutMk cId="141381455" sldId="2147485769"/>
          </pc:sldLayoutMkLst>
        </pc:sldLayoutChg>
      </pc:sldMasterChg>
      <pc:sldMasterChg chg="del delSldLayout">
        <pc:chgData name="한준 김" userId="7dd4edb89109a895" providerId="LiveId" clId="{1296541B-A483-4B86-9E56-F32887AE44E3}" dt="2024-09-14T08:21:52.950" v="3688" actId="2696"/>
        <pc:sldMasterMkLst>
          <pc:docMk/>
          <pc:sldMasterMk cId="437099666" sldId="2147485770"/>
        </pc:sldMasterMkLst>
        <pc:sldLayoutChg chg="del">
          <pc:chgData name="한준 김" userId="7dd4edb89109a895" providerId="LiveId" clId="{1296541B-A483-4B86-9E56-F32887AE44E3}" dt="2024-09-14T08:21:52.950" v="3688" actId="2696"/>
          <pc:sldLayoutMkLst>
            <pc:docMk/>
            <pc:sldMasterMk cId="437099666" sldId="2147485770"/>
            <pc:sldLayoutMk cId="3285323020" sldId="2147485771"/>
          </pc:sldLayoutMkLst>
        </pc:sldLayoutChg>
        <pc:sldLayoutChg chg="del">
          <pc:chgData name="한준 김" userId="7dd4edb89109a895" providerId="LiveId" clId="{1296541B-A483-4B86-9E56-F32887AE44E3}" dt="2024-09-14T08:21:52.950" v="3688" actId="2696"/>
          <pc:sldLayoutMkLst>
            <pc:docMk/>
            <pc:sldMasterMk cId="437099666" sldId="2147485770"/>
            <pc:sldLayoutMk cId="453134560" sldId="2147485772"/>
          </pc:sldLayoutMkLst>
        </pc:sldLayoutChg>
        <pc:sldLayoutChg chg="del">
          <pc:chgData name="한준 김" userId="7dd4edb89109a895" providerId="LiveId" clId="{1296541B-A483-4B86-9E56-F32887AE44E3}" dt="2024-09-14T08:21:52.950" v="3688" actId="2696"/>
          <pc:sldLayoutMkLst>
            <pc:docMk/>
            <pc:sldMasterMk cId="437099666" sldId="2147485770"/>
            <pc:sldLayoutMk cId="3307346481" sldId="2147485773"/>
          </pc:sldLayoutMkLst>
        </pc:sldLayoutChg>
        <pc:sldLayoutChg chg="del">
          <pc:chgData name="한준 김" userId="7dd4edb89109a895" providerId="LiveId" clId="{1296541B-A483-4B86-9E56-F32887AE44E3}" dt="2024-09-14T08:21:52.950" v="3688" actId="2696"/>
          <pc:sldLayoutMkLst>
            <pc:docMk/>
            <pc:sldMasterMk cId="437099666" sldId="2147485770"/>
            <pc:sldLayoutMk cId="2615646792" sldId="2147485774"/>
          </pc:sldLayoutMkLst>
        </pc:sldLayoutChg>
        <pc:sldLayoutChg chg="del">
          <pc:chgData name="한준 김" userId="7dd4edb89109a895" providerId="LiveId" clId="{1296541B-A483-4B86-9E56-F32887AE44E3}" dt="2024-09-14T08:21:52.950" v="3688" actId="2696"/>
          <pc:sldLayoutMkLst>
            <pc:docMk/>
            <pc:sldMasterMk cId="437099666" sldId="2147485770"/>
            <pc:sldLayoutMk cId="2002995608" sldId="2147485775"/>
          </pc:sldLayoutMkLst>
        </pc:sldLayoutChg>
        <pc:sldLayoutChg chg="del">
          <pc:chgData name="한준 김" userId="7dd4edb89109a895" providerId="LiveId" clId="{1296541B-A483-4B86-9E56-F32887AE44E3}" dt="2024-09-14T08:21:52.950" v="3688" actId="2696"/>
          <pc:sldLayoutMkLst>
            <pc:docMk/>
            <pc:sldMasterMk cId="437099666" sldId="2147485770"/>
            <pc:sldLayoutMk cId="3168955507" sldId="2147485776"/>
          </pc:sldLayoutMkLst>
        </pc:sldLayoutChg>
        <pc:sldLayoutChg chg="del">
          <pc:chgData name="한준 김" userId="7dd4edb89109a895" providerId="LiveId" clId="{1296541B-A483-4B86-9E56-F32887AE44E3}" dt="2024-09-14T08:21:52.950" v="3688" actId="2696"/>
          <pc:sldLayoutMkLst>
            <pc:docMk/>
            <pc:sldMasterMk cId="437099666" sldId="2147485770"/>
            <pc:sldLayoutMk cId="2107968790" sldId="2147485777"/>
          </pc:sldLayoutMkLst>
        </pc:sldLayoutChg>
        <pc:sldLayoutChg chg="del">
          <pc:chgData name="한준 김" userId="7dd4edb89109a895" providerId="LiveId" clId="{1296541B-A483-4B86-9E56-F32887AE44E3}" dt="2024-09-14T08:21:52.950" v="3688" actId="2696"/>
          <pc:sldLayoutMkLst>
            <pc:docMk/>
            <pc:sldMasterMk cId="437099666" sldId="2147485770"/>
            <pc:sldLayoutMk cId="32269278" sldId="2147485778"/>
          </pc:sldLayoutMkLst>
        </pc:sldLayoutChg>
        <pc:sldLayoutChg chg="del">
          <pc:chgData name="한준 김" userId="7dd4edb89109a895" providerId="LiveId" clId="{1296541B-A483-4B86-9E56-F32887AE44E3}" dt="2024-09-14T08:21:52.950" v="3688" actId="2696"/>
          <pc:sldLayoutMkLst>
            <pc:docMk/>
            <pc:sldMasterMk cId="437099666" sldId="2147485770"/>
            <pc:sldLayoutMk cId="3273827564" sldId="2147485779"/>
          </pc:sldLayoutMkLst>
        </pc:sldLayoutChg>
        <pc:sldLayoutChg chg="del">
          <pc:chgData name="한준 김" userId="7dd4edb89109a895" providerId="LiveId" clId="{1296541B-A483-4B86-9E56-F32887AE44E3}" dt="2024-09-14T08:21:52.950" v="3688" actId="2696"/>
          <pc:sldLayoutMkLst>
            <pc:docMk/>
            <pc:sldMasterMk cId="437099666" sldId="2147485770"/>
            <pc:sldLayoutMk cId="1103090677" sldId="2147485780"/>
          </pc:sldLayoutMkLst>
        </pc:sldLayoutChg>
        <pc:sldLayoutChg chg="del">
          <pc:chgData name="한준 김" userId="7dd4edb89109a895" providerId="LiveId" clId="{1296541B-A483-4B86-9E56-F32887AE44E3}" dt="2024-09-14T08:21:52.950" v="3688" actId="2696"/>
          <pc:sldLayoutMkLst>
            <pc:docMk/>
            <pc:sldMasterMk cId="437099666" sldId="2147485770"/>
            <pc:sldLayoutMk cId="2079761020" sldId="2147485781"/>
          </pc:sldLayoutMkLst>
        </pc:sldLayoutChg>
      </pc:sldMasterChg>
      <pc:sldMasterChg chg="del delSldLayout">
        <pc:chgData name="한준 김" userId="7dd4edb89109a895" providerId="LiveId" clId="{1296541B-A483-4B86-9E56-F32887AE44E3}" dt="2024-09-27T07:00:22.754" v="5491" actId="2696"/>
        <pc:sldMasterMkLst>
          <pc:docMk/>
          <pc:sldMasterMk cId="1520323158" sldId="2147485770"/>
        </pc:sldMasterMkLst>
        <pc:sldLayoutChg chg="del">
          <pc:chgData name="한준 김" userId="7dd4edb89109a895" providerId="LiveId" clId="{1296541B-A483-4B86-9E56-F32887AE44E3}" dt="2024-09-27T07:00:22.754" v="5491" actId="2696"/>
          <pc:sldLayoutMkLst>
            <pc:docMk/>
            <pc:sldMasterMk cId="1520323158" sldId="2147485770"/>
            <pc:sldLayoutMk cId="1655377036" sldId="2147485771"/>
          </pc:sldLayoutMkLst>
        </pc:sldLayoutChg>
        <pc:sldLayoutChg chg="del">
          <pc:chgData name="한준 김" userId="7dd4edb89109a895" providerId="LiveId" clId="{1296541B-A483-4B86-9E56-F32887AE44E3}" dt="2024-09-27T07:00:22.754" v="5491" actId="2696"/>
          <pc:sldLayoutMkLst>
            <pc:docMk/>
            <pc:sldMasterMk cId="1520323158" sldId="2147485770"/>
            <pc:sldLayoutMk cId="3876332120" sldId="2147485772"/>
          </pc:sldLayoutMkLst>
        </pc:sldLayoutChg>
        <pc:sldLayoutChg chg="del">
          <pc:chgData name="한준 김" userId="7dd4edb89109a895" providerId="LiveId" clId="{1296541B-A483-4B86-9E56-F32887AE44E3}" dt="2024-09-27T07:00:22.754" v="5491" actId="2696"/>
          <pc:sldLayoutMkLst>
            <pc:docMk/>
            <pc:sldMasterMk cId="1520323158" sldId="2147485770"/>
            <pc:sldLayoutMk cId="3505822844" sldId="2147485773"/>
          </pc:sldLayoutMkLst>
        </pc:sldLayoutChg>
        <pc:sldLayoutChg chg="del">
          <pc:chgData name="한준 김" userId="7dd4edb89109a895" providerId="LiveId" clId="{1296541B-A483-4B86-9E56-F32887AE44E3}" dt="2024-09-27T07:00:22.754" v="5491" actId="2696"/>
          <pc:sldLayoutMkLst>
            <pc:docMk/>
            <pc:sldMasterMk cId="1520323158" sldId="2147485770"/>
            <pc:sldLayoutMk cId="511441136" sldId="2147485774"/>
          </pc:sldLayoutMkLst>
        </pc:sldLayoutChg>
        <pc:sldLayoutChg chg="del">
          <pc:chgData name="한준 김" userId="7dd4edb89109a895" providerId="LiveId" clId="{1296541B-A483-4B86-9E56-F32887AE44E3}" dt="2024-09-27T07:00:22.754" v="5491" actId="2696"/>
          <pc:sldLayoutMkLst>
            <pc:docMk/>
            <pc:sldMasterMk cId="1520323158" sldId="2147485770"/>
            <pc:sldLayoutMk cId="531030220" sldId="2147485775"/>
          </pc:sldLayoutMkLst>
        </pc:sldLayoutChg>
        <pc:sldLayoutChg chg="del">
          <pc:chgData name="한준 김" userId="7dd4edb89109a895" providerId="LiveId" clId="{1296541B-A483-4B86-9E56-F32887AE44E3}" dt="2024-09-27T07:00:22.754" v="5491" actId="2696"/>
          <pc:sldLayoutMkLst>
            <pc:docMk/>
            <pc:sldMasterMk cId="1520323158" sldId="2147485770"/>
            <pc:sldLayoutMk cId="2102908656" sldId="2147485776"/>
          </pc:sldLayoutMkLst>
        </pc:sldLayoutChg>
        <pc:sldLayoutChg chg="del">
          <pc:chgData name="한준 김" userId="7dd4edb89109a895" providerId="LiveId" clId="{1296541B-A483-4B86-9E56-F32887AE44E3}" dt="2024-09-27T07:00:22.754" v="5491" actId="2696"/>
          <pc:sldLayoutMkLst>
            <pc:docMk/>
            <pc:sldMasterMk cId="1520323158" sldId="2147485770"/>
            <pc:sldLayoutMk cId="2193626075" sldId="2147485777"/>
          </pc:sldLayoutMkLst>
        </pc:sldLayoutChg>
        <pc:sldLayoutChg chg="del">
          <pc:chgData name="한준 김" userId="7dd4edb89109a895" providerId="LiveId" clId="{1296541B-A483-4B86-9E56-F32887AE44E3}" dt="2024-09-27T07:00:22.754" v="5491" actId="2696"/>
          <pc:sldLayoutMkLst>
            <pc:docMk/>
            <pc:sldMasterMk cId="1520323158" sldId="2147485770"/>
            <pc:sldLayoutMk cId="3312190023" sldId="2147485778"/>
          </pc:sldLayoutMkLst>
        </pc:sldLayoutChg>
        <pc:sldLayoutChg chg="del">
          <pc:chgData name="한준 김" userId="7dd4edb89109a895" providerId="LiveId" clId="{1296541B-A483-4B86-9E56-F32887AE44E3}" dt="2024-09-27T07:00:22.754" v="5491" actId="2696"/>
          <pc:sldLayoutMkLst>
            <pc:docMk/>
            <pc:sldMasterMk cId="1520323158" sldId="2147485770"/>
            <pc:sldLayoutMk cId="4211627375" sldId="2147485779"/>
          </pc:sldLayoutMkLst>
        </pc:sldLayoutChg>
        <pc:sldLayoutChg chg="del">
          <pc:chgData name="한준 김" userId="7dd4edb89109a895" providerId="LiveId" clId="{1296541B-A483-4B86-9E56-F32887AE44E3}" dt="2024-09-27T07:00:22.754" v="5491" actId="2696"/>
          <pc:sldLayoutMkLst>
            <pc:docMk/>
            <pc:sldMasterMk cId="1520323158" sldId="2147485770"/>
            <pc:sldLayoutMk cId="2743987250" sldId="2147485780"/>
          </pc:sldLayoutMkLst>
        </pc:sldLayoutChg>
        <pc:sldLayoutChg chg="del">
          <pc:chgData name="한준 김" userId="7dd4edb89109a895" providerId="LiveId" clId="{1296541B-A483-4B86-9E56-F32887AE44E3}" dt="2024-09-27T07:00:22.754" v="5491" actId="2696"/>
          <pc:sldLayoutMkLst>
            <pc:docMk/>
            <pc:sldMasterMk cId="1520323158" sldId="2147485770"/>
            <pc:sldLayoutMk cId="441186109" sldId="2147485781"/>
          </pc:sldLayoutMkLst>
        </pc:sldLayoutChg>
      </pc:sldMasterChg>
      <pc:sldMasterChg chg="del delSldLayout">
        <pc:chgData name="한준 김" userId="7dd4edb89109a895" providerId="LiveId" clId="{1296541B-A483-4B86-9E56-F32887AE44E3}" dt="2024-09-14T08:21:52.950" v="3688" actId="2696"/>
        <pc:sldMasterMkLst>
          <pc:docMk/>
          <pc:sldMasterMk cId="65228209" sldId="2147485782"/>
        </pc:sldMasterMkLst>
        <pc:sldLayoutChg chg="del">
          <pc:chgData name="한준 김" userId="7dd4edb89109a895" providerId="LiveId" clId="{1296541B-A483-4B86-9E56-F32887AE44E3}" dt="2024-09-14T08:21:52.950" v="3688" actId="2696"/>
          <pc:sldLayoutMkLst>
            <pc:docMk/>
            <pc:sldMasterMk cId="65228209" sldId="2147485782"/>
            <pc:sldLayoutMk cId="1287531087" sldId="2147485783"/>
          </pc:sldLayoutMkLst>
        </pc:sldLayoutChg>
        <pc:sldLayoutChg chg="del">
          <pc:chgData name="한준 김" userId="7dd4edb89109a895" providerId="LiveId" clId="{1296541B-A483-4B86-9E56-F32887AE44E3}" dt="2024-09-14T08:21:52.950" v="3688" actId="2696"/>
          <pc:sldLayoutMkLst>
            <pc:docMk/>
            <pc:sldMasterMk cId="65228209" sldId="2147485782"/>
            <pc:sldLayoutMk cId="1212894166" sldId="2147485784"/>
          </pc:sldLayoutMkLst>
        </pc:sldLayoutChg>
        <pc:sldLayoutChg chg="del">
          <pc:chgData name="한준 김" userId="7dd4edb89109a895" providerId="LiveId" clId="{1296541B-A483-4B86-9E56-F32887AE44E3}" dt="2024-09-14T08:21:52.950" v="3688" actId="2696"/>
          <pc:sldLayoutMkLst>
            <pc:docMk/>
            <pc:sldMasterMk cId="65228209" sldId="2147485782"/>
            <pc:sldLayoutMk cId="743529151" sldId="2147485785"/>
          </pc:sldLayoutMkLst>
        </pc:sldLayoutChg>
        <pc:sldLayoutChg chg="del">
          <pc:chgData name="한준 김" userId="7dd4edb89109a895" providerId="LiveId" clId="{1296541B-A483-4B86-9E56-F32887AE44E3}" dt="2024-09-14T08:21:52.950" v="3688" actId="2696"/>
          <pc:sldLayoutMkLst>
            <pc:docMk/>
            <pc:sldMasterMk cId="65228209" sldId="2147485782"/>
            <pc:sldLayoutMk cId="3860673870" sldId="2147485786"/>
          </pc:sldLayoutMkLst>
        </pc:sldLayoutChg>
        <pc:sldLayoutChg chg="del">
          <pc:chgData name="한준 김" userId="7dd4edb89109a895" providerId="LiveId" clId="{1296541B-A483-4B86-9E56-F32887AE44E3}" dt="2024-09-14T08:21:52.950" v="3688" actId="2696"/>
          <pc:sldLayoutMkLst>
            <pc:docMk/>
            <pc:sldMasterMk cId="65228209" sldId="2147485782"/>
            <pc:sldLayoutMk cId="1803859422" sldId="2147485787"/>
          </pc:sldLayoutMkLst>
        </pc:sldLayoutChg>
        <pc:sldLayoutChg chg="del">
          <pc:chgData name="한준 김" userId="7dd4edb89109a895" providerId="LiveId" clId="{1296541B-A483-4B86-9E56-F32887AE44E3}" dt="2024-09-14T08:21:52.950" v="3688" actId="2696"/>
          <pc:sldLayoutMkLst>
            <pc:docMk/>
            <pc:sldMasterMk cId="65228209" sldId="2147485782"/>
            <pc:sldLayoutMk cId="1010331365" sldId="2147485788"/>
          </pc:sldLayoutMkLst>
        </pc:sldLayoutChg>
        <pc:sldLayoutChg chg="del">
          <pc:chgData name="한준 김" userId="7dd4edb89109a895" providerId="LiveId" clId="{1296541B-A483-4B86-9E56-F32887AE44E3}" dt="2024-09-14T08:21:52.950" v="3688" actId="2696"/>
          <pc:sldLayoutMkLst>
            <pc:docMk/>
            <pc:sldMasterMk cId="65228209" sldId="2147485782"/>
            <pc:sldLayoutMk cId="4023656559" sldId="2147485789"/>
          </pc:sldLayoutMkLst>
        </pc:sldLayoutChg>
        <pc:sldLayoutChg chg="del">
          <pc:chgData name="한준 김" userId="7dd4edb89109a895" providerId="LiveId" clId="{1296541B-A483-4B86-9E56-F32887AE44E3}" dt="2024-09-14T08:21:52.950" v="3688" actId="2696"/>
          <pc:sldLayoutMkLst>
            <pc:docMk/>
            <pc:sldMasterMk cId="65228209" sldId="2147485782"/>
            <pc:sldLayoutMk cId="2504166601" sldId="2147485790"/>
          </pc:sldLayoutMkLst>
        </pc:sldLayoutChg>
        <pc:sldLayoutChg chg="del">
          <pc:chgData name="한준 김" userId="7dd4edb89109a895" providerId="LiveId" clId="{1296541B-A483-4B86-9E56-F32887AE44E3}" dt="2024-09-14T08:21:52.950" v="3688" actId="2696"/>
          <pc:sldLayoutMkLst>
            <pc:docMk/>
            <pc:sldMasterMk cId="65228209" sldId="2147485782"/>
            <pc:sldLayoutMk cId="932739229" sldId="2147485791"/>
          </pc:sldLayoutMkLst>
        </pc:sldLayoutChg>
        <pc:sldLayoutChg chg="del">
          <pc:chgData name="한준 김" userId="7dd4edb89109a895" providerId="LiveId" clId="{1296541B-A483-4B86-9E56-F32887AE44E3}" dt="2024-09-14T08:21:52.950" v="3688" actId="2696"/>
          <pc:sldLayoutMkLst>
            <pc:docMk/>
            <pc:sldMasterMk cId="65228209" sldId="2147485782"/>
            <pc:sldLayoutMk cId="2862401785" sldId="2147485792"/>
          </pc:sldLayoutMkLst>
        </pc:sldLayoutChg>
        <pc:sldLayoutChg chg="del">
          <pc:chgData name="한준 김" userId="7dd4edb89109a895" providerId="LiveId" clId="{1296541B-A483-4B86-9E56-F32887AE44E3}" dt="2024-09-14T08:21:52.950" v="3688" actId="2696"/>
          <pc:sldLayoutMkLst>
            <pc:docMk/>
            <pc:sldMasterMk cId="65228209" sldId="2147485782"/>
            <pc:sldLayoutMk cId="202441131" sldId="2147485793"/>
          </pc:sldLayoutMkLst>
        </pc:sldLayoutChg>
      </pc:sldMasterChg>
      <pc:sldMasterChg chg="del delSldLayout">
        <pc:chgData name="한준 김" userId="7dd4edb89109a895" providerId="LiveId" clId="{1296541B-A483-4B86-9E56-F32887AE44E3}" dt="2024-09-27T06:44:22.884" v="5039" actId="2696"/>
        <pc:sldMasterMkLst>
          <pc:docMk/>
          <pc:sldMasterMk cId="241444296" sldId="2147485782"/>
        </pc:sldMasterMkLst>
        <pc:sldLayoutChg chg="del">
          <pc:chgData name="한준 김" userId="7dd4edb89109a895" providerId="LiveId" clId="{1296541B-A483-4B86-9E56-F32887AE44E3}" dt="2024-09-27T06:44:22.884" v="5039" actId="2696"/>
          <pc:sldLayoutMkLst>
            <pc:docMk/>
            <pc:sldMasterMk cId="241444296" sldId="2147485782"/>
            <pc:sldLayoutMk cId="4220634530" sldId="2147485783"/>
          </pc:sldLayoutMkLst>
        </pc:sldLayoutChg>
        <pc:sldLayoutChg chg="del">
          <pc:chgData name="한준 김" userId="7dd4edb89109a895" providerId="LiveId" clId="{1296541B-A483-4B86-9E56-F32887AE44E3}" dt="2024-09-27T06:44:22.884" v="5039" actId="2696"/>
          <pc:sldLayoutMkLst>
            <pc:docMk/>
            <pc:sldMasterMk cId="241444296" sldId="2147485782"/>
            <pc:sldLayoutMk cId="3953654774" sldId="2147485784"/>
          </pc:sldLayoutMkLst>
        </pc:sldLayoutChg>
        <pc:sldLayoutChg chg="del">
          <pc:chgData name="한준 김" userId="7dd4edb89109a895" providerId="LiveId" clId="{1296541B-A483-4B86-9E56-F32887AE44E3}" dt="2024-09-27T06:44:22.884" v="5039" actId="2696"/>
          <pc:sldLayoutMkLst>
            <pc:docMk/>
            <pc:sldMasterMk cId="241444296" sldId="2147485782"/>
            <pc:sldLayoutMk cId="252122074" sldId="2147485785"/>
          </pc:sldLayoutMkLst>
        </pc:sldLayoutChg>
        <pc:sldLayoutChg chg="del">
          <pc:chgData name="한준 김" userId="7dd4edb89109a895" providerId="LiveId" clId="{1296541B-A483-4B86-9E56-F32887AE44E3}" dt="2024-09-27T06:44:22.884" v="5039" actId="2696"/>
          <pc:sldLayoutMkLst>
            <pc:docMk/>
            <pc:sldMasterMk cId="241444296" sldId="2147485782"/>
            <pc:sldLayoutMk cId="3495147350" sldId="2147485786"/>
          </pc:sldLayoutMkLst>
        </pc:sldLayoutChg>
        <pc:sldLayoutChg chg="del">
          <pc:chgData name="한준 김" userId="7dd4edb89109a895" providerId="LiveId" clId="{1296541B-A483-4B86-9E56-F32887AE44E3}" dt="2024-09-27T06:44:22.884" v="5039" actId="2696"/>
          <pc:sldLayoutMkLst>
            <pc:docMk/>
            <pc:sldMasterMk cId="241444296" sldId="2147485782"/>
            <pc:sldLayoutMk cId="1761194982" sldId="2147485787"/>
          </pc:sldLayoutMkLst>
        </pc:sldLayoutChg>
        <pc:sldLayoutChg chg="del">
          <pc:chgData name="한준 김" userId="7dd4edb89109a895" providerId="LiveId" clId="{1296541B-A483-4B86-9E56-F32887AE44E3}" dt="2024-09-27T06:44:22.884" v="5039" actId="2696"/>
          <pc:sldLayoutMkLst>
            <pc:docMk/>
            <pc:sldMasterMk cId="241444296" sldId="2147485782"/>
            <pc:sldLayoutMk cId="1349505798" sldId="2147485788"/>
          </pc:sldLayoutMkLst>
        </pc:sldLayoutChg>
        <pc:sldLayoutChg chg="del">
          <pc:chgData name="한준 김" userId="7dd4edb89109a895" providerId="LiveId" clId="{1296541B-A483-4B86-9E56-F32887AE44E3}" dt="2024-09-27T06:44:22.884" v="5039" actId="2696"/>
          <pc:sldLayoutMkLst>
            <pc:docMk/>
            <pc:sldMasterMk cId="241444296" sldId="2147485782"/>
            <pc:sldLayoutMk cId="682435703" sldId="2147485789"/>
          </pc:sldLayoutMkLst>
        </pc:sldLayoutChg>
        <pc:sldLayoutChg chg="del">
          <pc:chgData name="한준 김" userId="7dd4edb89109a895" providerId="LiveId" clId="{1296541B-A483-4B86-9E56-F32887AE44E3}" dt="2024-09-27T06:44:22.884" v="5039" actId="2696"/>
          <pc:sldLayoutMkLst>
            <pc:docMk/>
            <pc:sldMasterMk cId="241444296" sldId="2147485782"/>
            <pc:sldLayoutMk cId="1240828265" sldId="2147485790"/>
          </pc:sldLayoutMkLst>
        </pc:sldLayoutChg>
        <pc:sldLayoutChg chg="del">
          <pc:chgData name="한준 김" userId="7dd4edb89109a895" providerId="LiveId" clId="{1296541B-A483-4B86-9E56-F32887AE44E3}" dt="2024-09-27T06:44:22.884" v="5039" actId="2696"/>
          <pc:sldLayoutMkLst>
            <pc:docMk/>
            <pc:sldMasterMk cId="241444296" sldId="2147485782"/>
            <pc:sldLayoutMk cId="900195827" sldId="2147485791"/>
          </pc:sldLayoutMkLst>
        </pc:sldLayoutChg>
        <pc:sldLayoutChg chg="del">
          <pc:chgData name="한준 김" userId="7dd4edb89109a895" providerId="LiveId" clId="{1296541B-A483-4B86-9E56-F32887AE44E3}" dt="2024-09-27T06:44:22.884" v="5039" actId="2696"/>
          <pc:sldLayoutMkLst>
            <pc:docMk/>
            <pc:sldMasterMk cId="241444296" sldId="2147485782"/>
            <pc:sldLayoutMk cId="1551424515" sldId="2147485792"/>
          </pc:sldLayoutMkLst>
        </pc:sldLayoutChg>
        <pc:sldLayoutChg chg="del">
          <pc:chgData name="한준 김" userId="7dd4edb89109a895" providerId="LiveId" clId="{1296541B-A483-4B86-9E56-F32887AE44E3}" dt="2024-09-27T06:44:22.884" v="5039" actId="2696"/>
          <pc:sldLayoutMkLst>
            <pc:docMk/>
            <pc:sldMasterMk cId="241444296" sldId="2147485782"/>
            <pc:sldLayoutMk cId="351631876" sldId="2147485793"/>
          </pc:sldLayoutMkLst>
        </pc:sldLayoutChg>
      </pc:sldMasterChg>
      <pc:sldMasterChg chg="del delSldLayout">
        <pc:chgData name="한준 김" userId="7dd4edb89109a895" providerId="LiveId" clId="{1296541B-A483-4B86-9E56-F32887AE44E3}" dt="2024-10-05T05:37:26.307" v="5636" actId="2696"/>
        <pc:sldMasterMkLst>
          <pc:docMk/>
          <pc:sldMasterMk cId="1068757156" sldId="2147485782"/>
        </pc:sldMasterMkLst>
        <pc:sldLayoutChg chg="del">
          <pc:chgData name="한준 김" userId="7dd4edb89109a895" providerId="LiveId" clId="{1296541B-A483-4B86-9E56-F32887AE44E3}" dt="2024-10-05T05:37:26.307" v="5636" actId="2696"/>
          <pc:sldLayoutMkLst>
            <pc:docMk/>
            <pc:sldMasterMk cId="1068757156" sldId="2147485782"/>
            <pc:sldLayoutMk cId="1945342531" sldId="2147485783"/>
          </pc:sldLayoutMkLst>
        </pc:sldLayoutChg>
        <pc:sldLayoutChg chg="del">
          <pc:chgData name="한준 김" userId="7dd4edb89109a895" providerId="LiveId" clId="{1296541B-A483-4B86-9E56-F32887AE44E3}" dt="2024-10-05T05:37:26.307" v="5636" actId="2696"/>
          <pc:sldLayoutMkLst>
            <pc:docMk/>
            <pc:sldMasterMk cId="1068757156" sldId="2147485782"/>
            <pc:sldLayoutMk cId="3765769638" sldId="2147485784"/>
          </pc:sldLayoutMkLst>
        </pc:sldLayoutChg>
        <pc:sldLayoutChg chg="del">
          <pc:chgData name="한준 김" userId="7dd4edb89109a895" providerId="LiveId" clId="{1296541B-A483-4B86-9E56-F32887AE44E3}" dt="2024-10-05T05:37:26.307" v="5636" actId="2696"/>
          <pc:sldLayoutMkLst>
            <pc:docMk/>
            <pc:sldMasterMk cId="1068757156" sldId="2147485782"/>
            <pc:sldLayoutMk cId="1154131934" sldId="2147485785"/>
          </pc:sldLayoutMkLst>
        </pc:sldLayoutChg>
        <pc:sldLayoutChg chg="del">
          <pc:chgData name="한준 김" userId="7dd4edb89109a895" providerId="LiveId" clId="{1296541B-A483-4B86-9E56-F32887AE44E3}" dt="2024-10-05T05:37:26.307" v="5636" actId="2696"/>
          <pc:sldLayoutMkLst>
            <pc:docMk/>
            <pc:sldMasterMk cId="1068757156" sldId="2147485782"/>
            <pc:sldLayoutMk cId="337698903" sldId="2147485786"/>
          </pc:sldLayoutMkLst>
        </pc:sldLayoutChg>
        <pc:sldLayoutChg chg="del">
          <pc:chgData name="한준 김" userId="7dd4edb89109a895" providerId="LiveId" clId="{1296541B-A483-4B86-9E56-F32887AE44E3}" dt="2024-10-05T05:37:26.307" v="5636" actId="2696"/>
          <pc:sldLayoutMkLst>
            <pc:docMk/>
            <pc:sldMasterMk cId="1068757156" sldId="2147485782"/>
            <pc:sldLayoutMk cId="1503169618" sldId="2147485787"/>
          </pc:sldLayoutMkLst>
        </pc:sldLayoutChg>
        <pc:sldLayoutChg chg="del">
          <pc:chgData name="한준 김" userId="7dd4edb89109a895" providerId="LiveId" clId="{1296541B-A483-4B86-9E56-F32887AE44E3}" dt="2024-10-05T05:37:26.307" v="5636" actId="2696"/>
          <pc:sldLayoutMkLst>
            <pc:docMk/>
            <pc:sldMasterMk cId="1068757156" sldId="2147485782"/>
            <pc:sldLayoutMk cId="3685225102" sldId="2147485788"/>
          </pc:sldLayoutMkLst>
        </pc:sldLayoutChg>
        <pc:sldLayoutChg chg="del">
          <pc:chgData name="한준 김" userId="7dd4edb89109a895" providerId="LiveId" clId="{1296541B-A483-4B86-9E56-F32887AE44E3}" dt="2024-10-05T05:37:26.307" v="5636" actId="2696"/>
          <pc:sldLayoutMkLst>
            <pc:docMk/>
            <pc:sldMasterMk cId="1068757156" sldId="2147485782"/>
            <pc:sldLayoutMk cId="1511624844" sldId="2147485789"/>
          </pc:sldLayoutMkLst>
        </pc:sldLayoutChg>
        <pc:sldLayoutChg chg="del">
          <pc:chgData name="한준 김" userId="7dd4edb89109a895" providerId="LiveId" clId="{1296541B-A483-4B86-9E56-F32887AE44E3}" dt="2024-10-05T05:37:26.307" v="5636" actId="2696"/>
          <pc:sldLayoutMkLst>
            <pc:docMk/>
            <pc:sldMasterMk cId="1068757156" sldId="2147485782"/>
            <pc:sldLayoutMk cId="738043802" sldId="2147485790"/>
          </pc:sldLayoutMkLst>
        </pc:sldLayoutChg>
        <pc:sldLayoutChg chg="del">
          <pc:chgData name="한준 김" userId="7dd4edb89109a895" providerId="LiveId" clId="{1296541B-A483-4B86-9E56-F32887AE44E3}" dt="2024-10-05T05:37:26.307" v="5636" actId="2696"/>
          <pc:sldLayoutMkLst>
            <pc:docMk/>
            <pc:sldMasterMk cId="1068757156" sldId="2147485782"/>
            <pc:sldLayoutMk cId="1963069139" sldId="2147485791"/>
          </pc:sldLayoutMkLst>
        </pc:sldLayoutChg>
        <pc:sldLayoutChg chg="del">
          <pc:chgData name="한준 김" userId="7dd4edb89109a895" providerId="LiveId" clId="{1296541B-A483-4B86-9E56-F32887AE44E3}" dt="2024-10-05T05:37:26.307" v="5636" actId="2696"/>
          <pc:sldLayoutMkLst>
            <pc:docMk/>
            <pc:sldMasterMk cId="1068757156" sldId="2147485782"/>
            <pc:sldLayoutMk cId="1113349775" sldId="2147485792"/>
          </pc:sldLayoutMkLst>
        </pc:sldLayoutChg>
        <pc:sldLayoutChg chg="del">
          <pc:chgData name="한준 김" userId="7dd4edb89109a895" providerId="LiveId" clId="{1296541B-A483-4B86-9E56-F32887AE44E3}" dt="2024-10-05T05:37:26.307" v="5636" actId="2696"/>
          <pc:sldLayoutMkLst>
            <pc:docMk/>
            <pc:sldMasterMk cId="1068757156" sldId="2147485782"/>
            <pc:sldLayoutMk cId="2033217763" sldId="2147485793"/>
          </pc:sldLayoutMkLst>
        </pc:sldLayoutChg>
      </pc:sldMasterChg>
      <pc:sldMasterChg chg="del delSldLayout">
        <pc:chgData name="한준 김" userId="7dd4edb89109a895" providerId="LiveId" clId="{1296541B-A483-4B86-9E56-F32887AE44E3}" dt="2024-09-27T07:03:35.906" v="5504" actId="2696"/>
        <pc:sldMasterMkLst>
          <pc:docMk/>
          <pc:sldMasterMk cId="2370299965" sldId="2147485794"/>
        </pc:sldMasterMkLst>
        <pc:sldLayoutChg chg="del">
          <pc:chgData name="한준 김" userId="7dd4edb89109a895" providerId="LiveId" clId="{1296541B-A483-4B86-9E56-F32887AE44E3}" dt="2024-09-27T07:03:35.906" v="5504" actId="2696"/>
          <pc:sldLayoutMkLst>
            <pc:docMk/>
            <pc:sldMasterMk cId="2370299965" sldId="2147485794"/>
            <pc:sldLayoutMk cId="4007020944" sldId="2147485795"/>
          </pc:sldLayoutMkLst>
        </pc:sldLayoutChg>
        <pc:sldLayoutChg chg="del">
          <pc:chgData name="한준 김" userId="7dd4edb89109a895" providerId="LiveId" clId="{1296541B-A483-4B86-9E56-F32887AE44E3}" dt="2024-09-27T07:03:35.906" v="5504" actId="2696"/>
          <pc:sldLayoutMkLst>
            <pc:docMk/>
            <pc:sldMasterMk cId="2370299965" sldId="2147485794"/>
            <pc:sldLayoutMk cId="1751026252" sldId="2147485796"/>
          </pc:sldLayoutMkLst>
        </pc:sldLayoutChg>
        <pc:sldLayoutChg chg="del">
          <pc:chgData name="한준 김" userId="7dd4edb89109a895" providerId="LiveId" clId="{1296541B-A483-4B86-9E56-F32887AE44E3}" dt="2024-09-27T07:03:35.906" v="5504" actId="2696"/>
          <pc:sldLayoutMkLst>
            <pc:docMk/>
            <pc:sldMasterMk cId="2370299965" sldId="2147485794"/>
            <pc:sldLayoutMk cId="41903703" sldId="2147485797"/>
          </pc:sldLayoutMkLst>
        </pc:sldLayoutChg>
        <pc:sldLayoutChg chg="del">
          <pc:chgData name="한준 김" userId="7dd4edb89109a895" providerId="LiveId" clId="{1296541B-A483-4B86-9E56-F32887AE44E3}" dt="2024-09-27T07:03:35.906" v="5504" actId="2696"/>
          <pc:sldLayoutMkLst>
            <pc:docMk/>
            <pc:sldMasterMk cId="2370299965" sldId="2147485794"/>
            <pc:sldLayoutMk cId="4046750800" sldId="2147485798"/>
          </pc:sldLayoutMkLst>
        </pc:sldLayoutChg>
        <pc:sldLayoutChg chg="del">
          <pc:chgData name="한준 김" userId="7dd4edb89109a895" providerId="LiveId" clId="{1296541B-A483-4B86-9E56-F32887AE44E3}" dt="2024-09-27T07:03:35.906" v="5504" actId="2696"/>
          <pc:sldLayoutMkLst>
            <pc:docMk/>
            <pc:sldMasterMk cId="2370299965" sldId="2147485794"/>
            <pc:sldLayoutMk cId="1771142413" sldId="2147485799"/>
          </pc:sldLayoutMkLst>
        </pc:sldLayoutChg>
        <pc:sldLayoutChg chg="del">
          <pc:chgData name="한준 김" userId="7dd4edb89109a895" providerId="LiveId" clId="{1296541B-A483-4B86-9E56-F32887AE44E3}" dt="2024-09-27T07:03:35.906" v="5504" actId="2696"/>
          <pc:sldLayoutMkLst>
            <pc:docMk/>
            <pc:sldMasterMk cId="2370299965" sldId="2147485794"/>
            <pc:sldLayoutMk cId="3856597340" sldId="2147485800"/>
          </pc:sldLayoutMkLst>
        </pc:sldLayoutChg>
        <pc:sldLayoutChg chg="del">
          <pc:chgData name="한준 김" userId="7dd4edb89109a895" providerId="LiveId" clId="{1296541B-A483-4B86-9E56-F32887AE44E3}" dt="2024-09-27T07:03:35.906" v="5504" actId="2696"/>
          <pc:sldLayoutMkLst>
            <pc:docMk/>
            <pc:sldMasterMk cId="2370299965" sldId="2147485794"/>
            <pc:sldLayoutMk cId="336795749" sldId="2147485801"/>
          </pc:sldLayoutMkLst>
        </pc:sldLayoutChg>
        <pc:sldLayoutChg chg="del">
          <pc:chgData name="한준 김" userId="7dd4edb89109a895" providerId="LiveId" clId="{1296541B-A483-4B86-9E56-F32887AE44E3}" dt="2024-09-27T07:03:35.906" v="5504" actId="2696"/>
          <pc:sldLayoutMkLst>
            <pc:docMk/>
            <pc:sldMasterMk cId="2370299965" sldId="2147485794"/>
            <pc:sldLayoutMk cId="1205473248" sldId="2147485802"/>
          </pc:sldLayoutMkLst>
        </pc:sldLayoutChg>
        <pc:sldLayoutChg chg="del">
          <pc:chgData name="한준 김" userId="7dd4edb89109a895" providerId="LiveId" clId="{1296541B-A483-4B86-9E56-F32887AE44E3}" dt="2024-09-27T07:03:35.906" v="5504" actId="2696"/>
          <pc:sldLayoutMkLst>
            <pc:docMk/>
            <pc:sldMasterMk cId="2370299965" sldId="2147485794"/>
            <pc:sldLayoutMk cId="741327232" sldId="2147485803"/>
          </pc:sldLayoutMkLst>
        </pc:sldLayoutChg>
        <pc:sldLayoutChg chg="del">
          <pc:chgData name="한준 김" userId="7dd4edb89109a895" providerId="LiveId" clId="{1296541B-A483-4B86-9E56-F32887AE44E3}" dt="2024-09-27T07:03:35.906" v="5504" actId="2696"/>
          <pc:sldLayoutMkLst>
            <pc:docMk/>
            <pc:sldMasterMk cId="2370299965" sldId="2147485794"/>
            <pc:sldLayoutMk cId="3075537764" sldId="2147485804"/>
          </pc:sldLayoutMkLst>
        </pc:sldLayoutChg>
        <pc:sldLayoutChg chg="del">
          <pc:chgData name="한준 김" userId="7dd4edb89109a895" providerId="LiveId" clId="{1296541B-A483-4B86-9E56-F32887AE44E3}" dt="2024-09-27T07:03:35.906" v="5504" actId="2696"/>
          <pc:sldLayoutMkLst>
            <pc:docMk/>
            <pc:sldMasterMk cId="2370299965" sldId="2147485794"/>
            <pc:sldLayoutMk cId="11168376" sldId="2147485805"/>
          </pc:sldLayoutMkLst>
        </pc:sldLayoutChg>
      </pc:sldMasterChg>
      <pc:sldMasterChg chg="del delSldLayout">
        <pc:chgData name="한준 김" userId="7dd4edb89109a895" providerId="LiveId" clId="{1296541B-A483-4B86-9E56-F32887AE44E3}" dt="2024-09-27T06:44:22.884" v="5039" actId="2696"/>
        <pc:sldMasterMkLst>
          <pc:docMk/>
          <pc:sldMasterMk cId="2436080584" sldId="2147485794"/>
        </pc:sldMasterMkLst>
        <pc:sldLayoutChg chg="del">
          <pc:chgData name="한준 김" userId="7dd4edb89109a895" providerId="LiveId" clId="{1296541B-A483-4B86-9E56-F32887AE44E3}" dt="2024-09-27T06:44:22.884" v="5039" actId="2696"/>
          <pc:sldLayoutMkLst>
            <pc:docMk/>
            <pc:sldMasterMk cId="2436080584" sldId="2147485794"/>
            <pc:sldLayoutMk cId="2437775310" sldId="2147485795"/>
          </pc:sldLayoutMkLst>
        </pc:sldLayoutChg>
        <pc:sldLayoutChg chg="del">
          <pc:chgData name="한준 김" userId="7dd4edb89109a895" providerId="LiveId" clId="{1296541B-A483-4B86-9E56-F32887AE44E3}" dt="2024-09-27T06:44:22.884" v="5039" actId="2696"/>
          <pc:sldLayoutMkLst>
            <pc:docMk/>
            <pc:sldMasterMk cId="2436080584" sldId="2147485794"/>
            <pc:sldLayoutMk cId="34743220" sldId="2147485796"/>
          </pc:sldLayoutMkLst>
        </pc:sldLayoutChg>
        <pc:sldLayoutChg chg="del">
          <pc:chgData name="한준 김" userId="7dd4edb89109a895" providerId="LiveId" clId="{1296541B-A483-4B86-9E56-F32887AE44E3}" dt="2024-09-27T06:44:22.884" v="5039" actId="2696"/>
          <pc:sldLayoutMkLst>
            <pc:docMk/>
            <pc:sldMasterMk cId="2436080584" sldId="2147485794"/>
            <pc:sldLayoutMk cId="2201381633" sldId="2147485797"/>
          </pc:sldLayoutMkLst>
        </pc:sldLayoutChg>
        <pc:sldLayoutChg chg="del">
          <pc:chgData name="한준 김" userId="7dd4edb89109a895" providerId="LiveId" clId="{1296541B-A483-4B86-9E56-F32887AE44E3}" dt="2024-09-27T06:44:22.884" v="5039" actId="2696"/>
          <pc:sldLayoutMkLst>
            <pc:docMk/>
            <pc:sldMasterMk cId="2436080584" sldId="2147485794"/>
            <pc:sldLayoutMk cId="4085241784" sldId="2147485798"/>
          </pc:sldLayoutMkLst>
        </pc:sldLayoutChg>
        <pc:sldLayoutChg chg="del">
          <pc:chgData name="한준 김" userId="7dd4edb89109a895" providerId="LiveId" clId="{1296541B-A483-4B86-9E56-F32887AE44E3}" dt="2024-09-27T06:44:22.884" v="5039" actId="2696"/>
          <pc:sldLayoutMkLst>
            <pc:docMk/>
            <pc:sldMasterMk cId="2436080584" sldId="2147485794"/>
            <pc:sldLayoutMk cId="3749864431" sldId="2147485799"/>
          </pc:sldLayoutMkLst>
        </pc:sldLayoutChg>
        <pc:sldLayoutChg chg="del">
          <pc:chgData name="한준 김" userId="7dd4edb89109a895" providerId="LiveId" clId="{1296541B-A483-4B86-9E56-F32887AE44E3}" dt="2024-09-27T06:44:22.884" v="5039" actId="2696"/>
          <pc:sldLayoutMkLst>
            <pc:docMk/>
            <pc:sldMasterMk cId="2436080584" sldId="2147485794"/>
            <pc:sldLayoutMk cId="1667990362" sldId="2147485800"/>
          </pc:sldLayoutMkLst>
        </pc:sldLayoutChg>
        <pc:sldLayoutChg chg="del">
          <pc:chgData name="한준 김" userId="7dd4edb89109a895" providerId="LiveId" clId="{1296541B-A483-4B86-9E56-F32887AE44E3}" dt="2024-09-27T06:44:22.884" v="5039" actId="2696"/>
          <pc:sldLayoutMkLst>
            <pc:docMk/>
            <pc:sldMasterMk cId="2436080584" sldId="2147485794"/>
            <pc:sldLayoutMk cId="3023297121" sldId="2147485801"/>
          </pc:sldLayoutMkLst>
        </pc:sldLayoutChg>
        <pc:sldLayoutChg chg="del">
          <pc:chgData name="한준 김" userId="7dd4edb89109a895" providerId="LiveId" clId="{1296541B-A483-4B86-9E56-F32887AE44E3}" dt="2024-09-27T06:44:22.884" v="5039" actId="2696"/>
          <pc:sldLayoutMkLst>
            <pc:docMk/>
            <pc:sldMasterMk cId="2436080584" sldId="2147485794"/>
            <pc:sldLayoutMk cId="4076013721" sldId="2147485802"/>
          </pc:sldLayoutMkLst>
        </pc:sldLayoutChg>
        <pc:sldLayoutChg chg="del">
          <pc:chgData name="한준 김" userId="7dd4edb89109a895" providerId="LiveId" clId="{1296541B-A483-4B86-9E56-F32887AE44E3}" dt="2024-09-27T06:44:22.884" v="5039" actId="2696"/>
          <pc:sldLayoutMkLst>
            <pc:docMk/>
            <pc:sldMasterMk cId="2436080584" sldId="2147485794"/>
            <pc:sldLayoutMk cId="2239974672" sldId="2147485803"/>
          </pc:sldLayoutMkLst>
        </pc:sldLayoutChg>
        <pc:sldLayoutChg chg="del">
          <pc:chgData name="한준 김" userId="7dd4edb89109a895" providerId="LiveId" clId="{1296541B-A483-4B86-9E56-F32887AE44E3}" dt="2024-09-27T06:44:22.884" v="5039" actId="2696"/>
          <pc:sldLayoutMkLst>
            <pc:docMk/>
            <pc:sldMasterMk cId="2436080584" sldId="2147485794"/>
            <pc:sldLayoutMk cId="1802784462" sldId="2147485804"/>
          </pc:sldLayoutMkLst>
        </pc:sldLayoutChg>
        <pc:sldLayoutChg chg="del">
          <pc:chgData name="한준 김" userId="7dd4edb89109a895" providerId="LiveId" clId="{1296541B-A483-4B86-9E56-F32887AE44E3}" dt="2024-09-27T06:44:22.884" v="5039" actId="2696"/>
          <pc:sldLayoutMkLst>
            <pc:docMk/>
            <pc:sldMasterMk cId="2436080584" sldId="2147485794"/>
            <pc:sldLayoutMk cId="2353211171" sldId="2147485805"/>
          </pc:sldLayoutMkLst>
        </pc:sldLayoutChg>
      </pc:sldMasterChg>
      <pc:sldMasterChg chg="del delSldLayout">
        <pc:chgData name="한준 김" userId="7dd4edb89109a895" providerId="LiveId" clId="{1296541B-A483-4B86-9E56-F32887AE44E3}" dt="2024-10-12T05:53:26.543" v="5892" actId="2696"/>
        <pc:sldMasterMkLst>
          <pc:docMk/>
          <pc:sldMasterMk cId="2741096829" sldId="2147485794"/>
        </pc:sldMasterMkLst>
        <pc:sldLayoutChg chg="del">
          <pc:chgData name="한준 김" userId="7dd4edb89109a895" providerId="LiveId" clId="{1296541B-A483-4B86-9E56-F32887AE44E3}" dt="2024-10-12T05:53:26.543" v="5892" actId="2696"/>
          <pc:sldLayoutMkLst>
            <pc:docMk/>
            <pc:sldMasterMk cId="2741096829" sldId="2147485794"/>
            <pc:sldLayoutMk cId="1192951457" sldId="2147485795"/>
          </pc:sldLayoutMkLst>
        </pc:sldLayoutChg>
        <pc:sldLayoutChg chg="del">
          <pc:chgData name="한준 김" userId="7dd4edb89109a895" providerId="LiveId" clId="{1296541B-A483-4B86-9E56-F32887AE44E3}" dt="2024-10-12T05:53:26.543" v="5892" actId="2696"/>
          <pc:sldLayoutMkLst>
            <pc:docMk/>
            <pc:sldMasterMk cId="2741096829" sldId="2147485794"/>
            <pc:sldLayoutMk cId="887980221" sldId="2147485796"/>
          </pc:sldLayoutMkLst>
        </pc:sldLayoutChg>
        <pc:sldLayoutChg chg="del">
          <pc:chgData name="한준 김" userId="7dd4edb89109a895" providerId="LiveId" clId="{1296541B-A483-4B86-9E56-F32887AE44E3}" dt="2024-10-12T05:53:26.543" v="5892" actId="2696"/>
          <pc:sldLayoutMkLst>
            <pc:docMk/>
            <pc:sldMasterMk cId="2741096829" sldId="2147485794"/>
            <pc:sldLayoutMk cId="4211711243" sldId="2147485797"/>
          </pc:sldLayoutMkLst>
        </pc:sldLayoutChg>
        <pc:sldLayoutChg chg="del">
          <pc:chgData name="한준 김" userId="7dd4edb89109a895" providerId="LiveId" clId="{1296541B-A483-4B86-9E56-F32887AE44E3}" dt="2024-10-12T05:53:26.543" v="5892" actId="2696"/>
          <pc:sldLayoutMkLst>
            <pc:docMk/>
            <pc:sldMasterMk cId="2741096829" sldId="2147485794"/>
            <pc:sldLayoutMk cId="2465276072" sldId="2147485798"/>
          </pc:sldLayoutMkLst>
        </pc:sldLayoutChg>
        <pc:sldLayoutChg chg="del">
          <pc:chgData name="한준 김" userId="7dd4edb89109a895" providerId="LiveId" clId="{1296541B-A483-4B86-9E56-F32887AE44E3}" dt="2024-10-12T05:53:26.543" v="5892" actId="2696"/>
          <pc:sldLayoutMkLst>
            <pc:docMk/>
            <pc:sldMasterMk cId="2741096829" sldId="2147485794"/>
            <pc:sldLayoutMk cId="3099007301" sldId="2147485799"/>
          </pc:sldLayoutMkLst>
        </pc:sldLayoutChg>
        <pc:sldLayoutChg chg="del">
          <pc:chgData name="한준 김" userId="7dd4edb89109a895" providerId="LiveId" clId="{1296541B-A483-4B86-9E56-F32887AE44E3}" dt="2024-10-12T05:53:26.543" v="5892" actId="2696"/>
          <pc:sldLayoutMkLst>
            <pc:docMk/>
            <pc:sldMasterMk cId="2741096829" sldId="2147485794"/>
            <pc:sldLayoutMk cId="79106077" sldId="2147485800"/>
          </pc:sldLayoutMkLst>
        </pc:sldLayoutChg>
        <pc:sldLayoutChg chg="del">
          <pc:chgData name="한준 김" userId="7dd4edb89109a895" providerId="LiveId" clId="{1296541B-A483-4B86-9E56-F32887AE44E3}" dt="2024-10-12T05:53:26.543" v="5892" actId="2696"/>
          <pc:sldLayoutMkLst>
            <pc:docMk/>
            <pc:sldMasterMk cId="2741096829" sldId="2147485794"/>
            <pc:sldLayoutMk cId="3822944016" sldId="2147485801"/>
          </pc:sldLayoutMkLst>
        </pc:sldLayoutChg>
        <pc:sldLayoutChg chg="del">
          <pc:chgData name="한준 김" userId="7dd4edb89109a895" providerId="LiveId" clId="{1296541B-A483-4B86-9E56-F32887AE44E3}" dt="2024-10-12T05:53:26.543" v="5892" actId="2696"/>
          <pc:sldLayoutMkLst>
            <pc:docMk/>
            <pc:sldMasterMk cId="2741096829" sldId="2147485794"/>
            <pc:sldLayoutMk cId="552182138" sldId="2147485802"/>
          </pc:sldLayoutMkLst>
        </pc:sldLayoutChg>
        <pc:sldLayoutChg chg="del">
          <pc:chgData name="한준 김" userId="7dd4edb89109a895" providerId="LiveId" clId="{1296541B-A483-4B86-9E56-F32887AE44E3}" dt="2024-10-12T05:53:26.543" v="5892" actId="2696"/>
          <pc:sldLayoutMkLst>
            <pc:docMk/>
            <pc:sldMasterMk cId="2741096829" sldId="2147485794"/>
            <pc:sldLayoutMk cId="2524327514" sldId="2147485803"/>
          </pc:sldLayoutMkLst>
        </pc:sldLayoutChg>
        <pc:sldLayoutChg chg="del">
          <pc:chgData name="한준 김" userId="7dd4edb89109a895" providerId="LiveId" clId="{1296541B-A483-4B86-9E56-F32887AE44E3}" dt="2024-10-12T05:53:26.543" v="5892" actId="2696"/>
          <pc:sldLayoutMkLst>
            <pc:docMk/>
            <pc:sldMasterMk cId="2741096829" sldId="2147485794"/>
            <pc:sldLayoutMk cId="4202034494" sldId="2147485804"/>
          </pc:sldLayoutMkLst>
        </pc:sldLayoutChg>
        <pc:sldLayoutChg chg="del">
          <pc:chgData name="한준 김" userId="7dd4edb89109a895" providerId="LiveId" clId="{1296541B-A483-4B86-9E56-F32887AE44E3}" dt="2024-10-12T05:53:26.543" v="5892" actId="2696"/>
          <pc:sldLayoutMkLst>
            <pc:docMk/>
            <pc:sldMasterMk cId="2741096829" sldId="2147485794"/>
            <pc:sldLayoutMk cId="1743630579" sldId="2147485805"/>
          </pc:sldLayoutMkLst>
        </pc:sldLayoutChg>
        <pc:sldLayoutChg chg="del">
          <pc:chgData name="한준 김" userId="7dd4edb89109a895" providerId="LiveId" clId="{1296541B-A483-4B86-9E56-F32887AE44E3}" dt="2024-10-05T05:41:20.620" v="5747" actId="2696"/>
          <pc:sldLayoutMkLst>
            <pc:docMk/>
            <pc:sldMasterMk cId="2741096829" sldId="2147485794"/>
            <pc:sldLayoutMk cId="2494629647" sldId="2147485806"/>
          </pc:sldLayoutMkLst>
        </pc:sldLayoutChg>
      </pc:sldMasterChg>
      <pc:sldMasterChg chg="del delSldLayout">
        <pc:chgData name="한준 김" userId="7dd4edb89109a895" providerId="LiveId" clId="{1296541B-A483-4B86-9E56-F32887AE44E3}" dt="2024-09-21T06:55:56.251" v="5035" actId="2696"/>
        <pc:sldMasterMkLst>
          <pc:docMk/>
          <pc:sldMasterMk cId="1965068811" sldId="2147485806"/>
        </pc:sldMasterMkLst>
        <pc:sldLayoutChg chg="del">
          <pc:chgData name="한준 김" userId="7dd4edb89109a895" providerId="LiveId" clId="{1296541B-A483-4B86-9E56-F32887AE44E3}" dt="2024-09-21T06:55:56.251" v="5035" actId="2696"/>
          <pc:sldLayoutMkLst>
            <pc:docMk/>
            <pc:sldMasterMk cId="1965068811" sldId="2147485806"/>
            <pc:sldLayoutMk cId="4219140979" sldId="2147485807"/>
          </pc:sldLayoutMkLst>
        </pc:sldLayoutChg>
        <pc:sldLayoutChg chg="del">
          <pc:chgData name="한준 김" userId="7dd4edb89109a895" providerId="LiveId" clId="{1296541B-A483-4B86-9E56-F32887AE44E3}" dt="2024-09-21T06:55:56.251" v="5035" actId="2696"/>
          <pc:sldLayoutMkLst>
            <pc:docMk/>
            <pc:sldMasterMk cId="1965068811" sldId="2147485806"/>
            <pc:sldLayoutMk cId="744970742" sldId="2147485808"/>
          </pc:sldLayoutMkLst>
        </pc:sldLayoutChg>
        <pc:sldLayoutChg chg="del">
          <pc:chgData name="한준 김" userId="7dd4edb89109a895" providerId="LiveId" clId="{1296541B-A483-4B86-9E56-F32887AE44E3}" dt="2024-09-21T06:55:56.251" v="5035" actId="2696"/>
          <pc:sldLayoutMkLst>
            <pc:docMk/>
            <pc:sldMasterMk cId="1965068811" sldId="2147485806"/>
            <pc:sldLayoutMk cId="680423879" sldId="2147485809"/>
          </pc:sldLayoutMkLst>
        </pc:sldLayoutChg>
        <pc:sldLayoutChg chg="del">
          <pc:chgData name="한준 김" userId="7dd4edb89109a895" providerId="LiveId" clId="{1296541B-A483-4B86-9E56-F32887AE44E3}" dt="2024-09-21T06:55:56.251" v="5035" actId="2696"/>
          <pc:sldLayoutMkLst>
            <pc:docMk/>
            <pc:sldMasterMk cId="1965068811" sldId="2147485806"/>
            <pc:sldLayoutMk cId="3648945242" sldId="2147485810"/>
          </pc:sldLayoutMkLst>
        </pc:sldLayoutChg>
        <pc:sldLayoutChg chg="del">
          <pc:chgData name="한준 김" userId="7dd4edb89109a895" providerId="LiveId" clId="{1296541B-A483-4B86-9E56-F32887AE44E3}" dt="2024-09-21T06:55:56.251" v="5035" actId="2696"/>
          <pc:sldLayoutMkLst>
            <pc:docMk/>
            <pc:sldMasterMk cId="1965068811" sldId="2147485806"/>
            <pc:sldLayoutMk cId="2845355193" sldId="2147485811"/>
          </pc:sldLayoutMkLst>
        </pc:sldLayoutChg>
        <pc:sldLayoutChg chg="del">
          <pc:chgData name="한준 김" userId="7dd4edb89109a895" providerId="LiveId" clId="{1296541B-A483-4B86-9E56-F32887AE44E3}" dt="2024-09-21T06:55:56.251" v="5035" actId="2696"/>
          <pc:sldLayoutMkLst>
            <pc:docMk/>
            <pc:sldMasterMk cId="1965068811" sldId="2147485806"/>
            <pc:sldLayoutMk cId="1530800414" sldId="2147485812"/>
          </pc:sldLayoutMkLst>
        </pc:sldLayoutChg>
        <pc:sldLayoutChg chg="del">
          <pc:chgData name="한준 김" userId="7dd4edb89109a895" providerId="LiveId" clId="{1296541B-A483-4B86-9E56-F32887AE44E3}" dt="2024-09-21T06:55:56.251" v="5035" actId="2696"/>
          <pc:sldLayoutMkLst>
            <pc:docMk/>
            <pc:sldMasterMk cId="1965068811" sldId="2147485806"/>
            <pc:sldLayoutMk cId="522952350" sldId="2147485813"/>
          </pc:sldLayoutMkLst>
        </pc:sldLayoutChg>
        <pc:sldLayoutChg chg="del">
          <pc:chgData name="한준 김" userId="7dd4edb89109a895" providerId="LiveId" clId="{1296541B-A483-4B86-9E56-F32887AE44E3}" dt="2024-09-21T06:55:56.251" v="5035" actId="2696"/>
          <pc:sldLayoutMkLst>
            <pc:docMk/>
            <pc:sldMasterMk cId="1965068811" sldId="2147485806"/>
            <pc:sldLayoutMk cId="3219637706" sldId="2147485814"/>
          </pc:sldLayoutMkLst>
        </pc:sldLayoutChg>
        <pc:sldLayoutChg chg="del">
          <pc:chgData name="한준 김" userId="7dd4edb89109a895" providerId="LiveId" clId="{1296541B-A483-4B86-9E56-F32887AE44E3}" dt="2024-09-21T06:55:56.251" v="5035" actId="2696"/>
          <pc:sldLayoutMkLst>
            <pc:docMk/>
            <pc:sldMasterMk cId="1965068811" sldId="2147485806"/>
            <pc:sldLayoutMk cId="2199976388" sldId="2147485815"/>
          </pc:sldLayoutMkLst>
        </pc:sldLayoutChg>
        <pc:sldLayoutChg chg="del">
          <pc:chgData name="한준 김" userId="7dd4edb89109a895" providerId="LiveId" clId="{1296541B-A483-4B86-9E56-F32887AE44E3}" dt="2024-09-21T06:55:56.251" v="5035" actId="2696"/>
          <pc:sldLayoutMkLst>
            <pc:docMk/>
            <pc:sldMasterMk cId="1965068811" sldId="2147485806"/>
            <pc:sldLayoutMk cId="3482555681" sldId="2147485816"/>
          </pc:sldLayoutMkLst>
        </pc:sldLayoutChg>
        <pc:sldLayoutChg chg="del">
          <pc:chgData name="한준 김" userId="7dd4edb89109a895" providerId="LiveId" clId="{1296541B-A483-4B86-9E56-F32887AE44E3}" dt="2024-09-21T06:55:56.251" v="5035" actId="2696"/>
          <pc:sldLayoutMkLst>
            <pc:docMk/>
            <pc:sldMasterMk cId="1965068811" sldId="2147485806"/>
            <pc:sldLayoutMk cId="3378235862" sldId="2147485817"/>
          </pc:sldLayoutMkLst>
        </pc:sldLayoutChg>
      </pc:sldMasterChg>
      <pc:sldMasterChg chg="del delSldLayout">
        <pc:chgData name="한준 김" userId="7dd4edb89109a895" providerId="LiveId" clId="{1296541B-A483-4B86-9E56-F32887AE44E3}" dt="2024-09-27T06:44:22.884" v="5039" actId="2696"/>
        <pc:sldMasterMkLst>
          <pc:docMk/>
          <pc:sldMasterMk cId="2363433056" sldId="2147485806"/>
        </pc:sldMasterMkLst>
        <pc:sldLayoutChg chg="del">
          <pc:chgData name="한준 김" userId="7dd4edb89109a895" providerId="LiveId" clId="{1296541B-A483-4B86-9E56-F32887AE44E3}" dt="2024-09-27T06:44:22.884" v="5039" actId="2696"/>
          <pc:sldLayoutMkLst>
            <pc:docMk/>
            <pc:sldMasterMk cId="2363433056" sldId="2147485806"/>
            <pc:sldLayoutMk cId="2372229536" sldId="2147485807"/>
          </pc:sldLayoutMkLst>
        </pc:sldLayoutChg>
        <pc:sldLayoutChg chg="del">
          <pc:chgData name="한준 김" userId="7dd4edb89109a895" providerId="LiveId" clId="{1296541B-A483-4B86-9E56-F32887AE44E3}" dt="2024-09-27T06:44:22.884" v="5039" actId="2696"/>
          <pc:sldLayoutMkLst>
            <pc:docMk/>
            <pc:sldMasterMk cId="2363433056" sldId="2147485806"/>
            <pc:sldLayoutMk cId="1185281756" sldId="2147485808"/>
          </pc:sldLayoutMkLst>
        </pc:sldLayoutChg>
        <pc:sldLayoutChg chg="del">
          <pc:chgData name="한준 김" userId="7dd4edb89109a895" providerId="LiveId" clId="{1296541B-A483-4B86-9E56-F32887AE44E3}" dt="2024-09-27T06:44:22.884" v="5039" actId="2696"/>
          <pc:sldLayoutMkLst>
            <pc:docMk/>
            <pc:sldMasterMk cId="2363433056" sldId="2147485806"/>
            <pc:sldLayoutMk cId="940006135" sldId="2147485809"/>
          </pc:sldLayoutMkLst>
        </pc:sldLayoutChg>
        <pc:sldLayoutChg chg="del">
          <pc:chgData name="한준 김" userId="7dd4edb89109a895" providerId="LiveId" clId="{1296541B-A483-4B86-9E56-F32887AE44E3}" dt="2024-09-27T06:44:22.884" v="5039" actId="2696"/>
          <pc:sldLayoutMkLst>
            <pc:docMk/>
            <pc:sldMasterMk cId="2363433056" sldId="2147485806"/>
            <pc:sldLayoutMk cId="3493034840" sldId="2147485810"/>
          </pc:sldLayoutMkLst>
        </pc:sldLayoutChg>
        <pc:sldLayoutChg chg="del">
          <pc:chgData name="한준 김" userId="7dd4edb89109a895" providerId="LiveId" clId="{1296541B-A483-4B86-9E56-F32887AE44E3}" dt="2024-09-27T06:44:22.884" v="5039" actId="2696"/>
          <pc:sldLayoutMkLst>
            <pc:docMk/>
            <pc:sldMasterMk cId="2363433056" sldId="2147485806"/>
            <pc:sldLayoutMk cId="1488060531" sldId="2147485811"/>
          </pc:sldLayoutMkLst>
        </pc:sldLayoutChg>
        <pc:sldLayoutChg chg="del">
          <pc:chgData name="한준 김" userId="7dd4edb89109a895" providerId="LiveId" clId="{1296541B-A483-4B86-9E56-F32887AE44E3}" dt="2024-09-27T06:44:22.884" v="5039" actId="2696"/>
          <pc:sldLayoutMkLst>
            <pc:docMk/>
            <pc:sldMasterMk cId="2363433056" sldId="2147485806"/>
            <pc:sldLayoutMk cId="4056237690" sldId="2147485812"/>
          </pc:sldLayoutMkLst>
        </pc:sldLayoutChg>
        <pc:sldLayoutChg chg="del">
          <pc:chgData name="한준 김" userId="7dd4edb89109a895" providerId="LiveId" clId="{1296541B-A483-4B86-9E56-F32887AE44E3}" dt="2024-09-27T06:44:22.884" v="5039" actId="2696"/>
          <pc:sldLayoutMkLst>
            <pc:docMk/>
            <pc:sldMasterMk cId="2363433056" sldId="2147485806"/>
            <pc:sldLayoutMk cId="405884392" sldId="2147485813"/>
          </pc:sldLayoutMkLst>
        </pc:sldLayoutChg>
        <pc:sldLayoutChg chg="del">
          <pc:chgData name="한준 김" userId="7dd4edb89109a895" providerId="LiveId" clId="{1296541B-A483-4B86-9E56-F32887AE44E3}" dt="2024-09-27T06:44:22.884" v="5039" actId="2696"/>
          <pc:sldLayoutMkLst>
            <pc:docMk/>
            <pc:sldMasterMk cId="2363433056" sldId="2147485806"/>
            <pc:sldLayoutMk cId="27794459" sldId="2147485814"/>
          </pc:sldLayoutMkLst>
        </pc:sldLayoutChg>
        <pc:sldLayoutChg chg="del">
          <pc:chgData name="한준 김" userId="7dd4edb89109a895" providerId="LiveId" clId="{1296541B-A483-4B86-9E56-F32887AE44E3}" dt="2024-09-27T06:44:22.884" v="5039" actId="2696"/>
          <pc:sldLayoutMkLst>
            <pc:docMk/>
            <pc:sldMasterMk cId="2363433056" sldId="2147485806"/>
            <pc:sldLayoutMk cId="2541782770" sldId="2147485815"/>
          </pc:sldLayoutMkLst>
        </pc:sldLayoutChg>
        <pc:sldLayoutChg chg="del">
          <pc:chgData name="한준 김" userId="7dd4edb89109a895" providerId="LiveId" clId="{1296541B-A483-4B86-9E56-F32887AE44E3}" dt="2024-09-27T06:44:22.884" v="5039" actId="2696"/>
          <pc:sldLayoutMkLst>
            <pc:docMk/>
            <pc:sldMasterMk cId="2363433056" sldId="2147485806"/>
            <pc:sldLayoutMk cId="2819084587" sldId="2147485816"/>
          </pc:sldLayoutMkLst>
        </pc:sldLayoutChg>
        <pc:sldLayoutChg chg="del">
          <pc:chgData name="한준 김" userId="7dd4edb89109a895" providerId="LiveId" clId="{1296541B-A483-4B86-9E56-F32887AE44E3}" dt="2024-09-27T06:44:22.884" v="5039" actId="2696"/>
          <pc:sldLayoutMkLst>
            <pc:docMk/>
            <pc:sldMasterMk cId="2363433056" sldId="2147485806"/>
            <pc:sldLayoutMk cId="2216562015" sldId="2147485817"/>
          </pc:sldLayoutMkLst>
        </pc:sldLayoutChg>
      </pc:sldMasterChg>
      <pc:sldMasterChg chg="del delSldLayout">
        <pc:chgData name="한준 김" userId="7dd4edb89109a895" providerId="LiveId" clId="{1296541B-A483-4B86-9E56-F32887AE44E3}" dt="2024-09-27T07:03:35.906" v="5504" actId="2696"/>
        <pc:sldMasterMkLst>
          <pc:docMk/>
          <pc:sldMasterMk cId="3788872206" sldId="2147485806"/>
        </pc:sldMasterMkLst>
        <pc:sldLayoutChg chg="del">
          <pc:chgData name="한준 김" userId="7dd4edb89109a895" providerId="LiveId" clId="{1296541B-A483-4B86-9E56-F32887AE44E3}" dt="2024-09-27T07:03:35.906" v="5504" actId="2696"/>
          <pc:sldLayoutMkLst>
            <pc:docMk/>
            <pc:sldMasterMk cId="3788872206" sldId="2147485806"/>
            <pc:sldLayoutMk cId="3657198307" sldId="2147485807"/>
          </pc:sldLayoutMkLst>
        </pc:sldLayoutChg>
        <pc:sldLayoutChg chg="del">
          <pc:chgData name="한준 김" userId="7dd4edb89109a895" providerId="LiveId" clId="{1296541B-A483-4B86-9E56-F32887AE44E3}" dt="2024-09-27T07:03:35.906" v="5504" actId="2696"/>
          <pc:sldLayoutMkLst>
            <pc:docMk/>
            <pc:sldMasterMk cId="3788872206" sldId="2147485806"/>
            <pc:sldLayoutMk cId="3866522254" sldId="2147485808"/>
          </pc:sldLayoutMkLst>
        </pc:sldLayoutChg>
        <pc:sldLayoutChg chg="del">
          <pc:chgData name="한준 김" userId="7dd4edb89109a895" providerId="LiveId" clId="{1296541B-A483-4B86-9E56-F32887AE44E3}" dt="2024-09-27T07:03:35.906" v="5504" actId="2696"/>
          <pc:sldLayoutMkLst>
            <pc:docMk/>
            <pc:sldMasterMk cId="3788872206" sldId="2147485806"/>
            <pc:sldLayoutMk cId="1038520642" sldId="2147485809"/>
          </pc:sldLayoutMkLst>
        </pc:sldLayoutChg>
        <pc:sldLayoutChg chg="del">
          <pc:chgData name="한준 김" userId="7dd4edb89109a895" providerId="LiveId" clId="{1296541B-A483-4B86-9E56-F32887AE44E3}" dt="2024-09-27T07:03:35.906" v="5504" actId="2696"/>
          <pc:sldLayoutMkLst>
            <pc:docMk/>
            <pc:sldMasterMk cId="3788872206" sldId="2147485806"/>
            <pc:sldLayoutMk cId="4195953113" sldId="2147485810"/>
          </pc:sldLayoutMkLst>
        </pc:sldLayoutChg>
        <pc:sldLayoutChg chg="del">
          <pc:chgData name="한준 김" userId="7dd4edb89109a895" providerId="LiveId" clId="{1296541B-A483-4B86-9E56-F32887AE44E3}" dt="2024-09-27T07:03:35.906" v="5504" actId="2696"/>
          <pc:sldLayoutMkLst>
            <pc:docMk/>
            <pc:sldMasterMk cId="3788872206" sldId="2147485806"/>
            <pc:sldLayoutMk cId="4192536540" sldId="2147485811"/>
          </pc:sldLayoutMkLst>
        </pc:sldLayoutChg>
        <pc:sldLayoutChg chg="del">
          <pc:chgData name="한준 김" userId="7dd4edb89109a895" providerId="LiveId" clId="{1296541B-A483-4B86-9E56-F32887AE44E3}" dt="2024-09-27T07:03:35.906" v="5504" actId="2696"/>
          <pc:sldLayoutMkLst>
            <pc:docMk/>
            <pc:sldMasterMk cId="3788872206" sldId="2147485806"/>
            <pc:sldLayoutMk cId="3690369717" sldId="2147485812"/>
          </pc:sldLayoutMkLst>
        </pc:sldLayoutChg>
        <pc:sldLayoutChg chg="del">
          <pc:chgData name="한준 김" userId="7dd4edb89109a895" providerId="LiveId" clId="{1296541B-A483-4B86-9E56-F32887AE44E3}" dt="2024-09-27T07:03:35.906" v="5504" actId="2696"/>
          <pc:sldLayoutMkLst>
            <pc:docMk/>
            <pc:sldMasterMk cId="3788872206" sldId="2147485806"/>
            <pc:sldLayoutMk cId="2986657735" sldId="2147485813"/>
          </pc:sldLayoutMkLst>
        </pc:sldLayoutChg>
        <pc:sldLayoutChg chg="del">
          <pc:chgData name="한준 김" userId="7dd4edb89109a895" providerId="LiveId" clId="{1296541B-A483-4B86-9E56-F32887AE44E3}" dt="2024-09-27T07:03:35.906" v="5504" actId="2696"/>
          <pc:sldLayoutMkLst>
            <pc:docMk/>
            <pc:sldMasterMk cId="3788872206" sldId="2147485806"/>
            <pc:sldLayoutMk cId="1583687428" sldId="2147485814"/>
          </pc:sldLayoutMkLst>
        </pc:sldLayoutChg>
        <pc:sldLayoutChg chg="del">
          <pc:chgData name="한준 김" userId="7dd4edb89109a895" providerId="LiveId" clId="{1296541B-A483-4B86-9E56-F32887AE44E3}" dt="2024-09-27T07:03:35.906" v="5504" actId="2696"/>
          <pc:sldLayoutMkLst>
            <pc:docMk/>
            <pc:sldMasterMk cId="3788872206" sldId="2147485806"/>
            <pc:sldLayoutMk cId="4143060288" sldId="2147485815"/>
          </pc:sldLayoutMkLst>
        </pc:sldLayoutChg>
        <pc:sldLayoutChg chg="del">
          <pc:chgData name="한준 김" userId="7dd4edb89109a895" providerId="LiveId" clId="{1296541B-A483-4B86-9E56-F32887AE44E3}" dt="2024-09-27T07:03:35.906" v="5504" actId="2696"/>
          <pc:sldLayoutMkLst>
            <pc:docMk/>
            <pc:sldMasterMk cId="3788872206" sldId="2147485806"/>
            <pc:sldLayoutMk cId="769755635" sldId="2147485816"/>
          </pc:sldLayoutMkLst>
        </pc:sldLayoutChg>
        <pc:sldLayoutChg chg="del">
          <pc:chgData name="한준 김" userId="7dd4edb89109a895" providerId="LiveId" clId="{1296541B-A483-4B86-9E56-F32887AE44E3}" dt="2024-09-27T07:03:35.906" v="5504" actId="2696"/>
          <pc:sldLayoutMkLst>
            <pc:docMk/>
            <pc:sldMasterMk cId="3788872206" sldId="2147485806"/>
            <pc:sldLayoutMk cId="3589356168" sldId="2147485817"/>
          </pc:sldLayoutMkLst>
        </pc:sldLayoutChg>
        <pc:sldLayoutChg chg="del">
          <pc:chgData name="한준 김" userId="7dd4edb89109a895" providerId="LiveId" clId="{1296541B-A483-4B86-9E56-F32887AE44E3}" dt="2024-09-27T07:03:35.906" v="5504" actId="2696"/>
          <pc:sldLayoutMkLst>
            <pc:docMk/>
            <pc:sldMasterMk cId="3788872206" sldId="2147485806"/>
            <pc:sldLayoutMk cId="4082555031" sldId="2147485818"/>
          </pc:sldLayoutMkLst>
        </pc:sldLayoutChg>
      </pc:sldMasterChg>
      <pc:sldMasterChg chg="del delSldLayout">
        <pc:chgData name="한준 김" userId="7dd4edb89109a895" providerId="LiveId" clId="{1296541B-A483-4B86-9E56-F32887AE44E3}" dt="2024-10-05T05:41:20.620" v="5747" actId="2696"/>
        <pc:sldMasterMkLst>
          <pc:docMk/>
          <pc:sldMasterMk cId="56859250" sldId="2147485807"/>
        </pc:sldMasterMkLst>
        <pc:sldLayoutChg chg="del">
          <pc:chgData name="한준 김" userId="7dd4edb89109a895" providerId="LiveId" clId="{1296541B-A483-4B86-9E56-F32887AE44E3}" dt="2024-10-05T05:41:20.620" v="5747" actId="2696"/>
          <pc:sldLayoutMkLst>
            <pc:docMk/>
            <pc:sldMasterMk cId="56859250" sldId="2147485807"/>
            <pc:sldLayoutMk cId="2121471703" sldId="2147485808"/>
          </pc:sldLayoutMkLst>
        </pc:sldLayoutChg>
        <pc:sldLayoutChg chg="del">
          <pc:chgData name="한준 김" userId="7dd4edb89109a895" providerId="LiveId" clId="{1296541B-A483-4B86-9E56-F32887AE44E3}" dt="2024-10-05T05:41:20.620" v="5747" actId="2696"/>
          <pc:sldLayoutMkLst>
            <pc:docMk/>
            <pc:sldMasterMk cId="56859250" sldId="2147485807"/>
            <pc:sldLayoutMk cId="3966873517" sldId="2147485809"/>
          </pc:sldLayoutMkLst>
        </pc:sldLayoutChg>
        <pc:sldLayoutChg chg="del">
          <pc:chgData name="한준 김" userId="7dd4edb89109a895" providerId="LiveId" clId="{1296541B-A483-4B86-9E56-F32887AE44E3}" dt="2024-10-05T05:41:20.620" v="5747" actId="2696"/>
          <pc:sldLayoutMkLst>
            <pc:docMk/>
            <pc:sldMasterMk cId="56859250" sldId="2147485807"/>
            <pc:sldLayoutMk cId="2421919110" sldId="2147485810"/>
          </pc:sldLayoutMkLst>
        </pc:sldLayoutChg>
        <pc:sldLayoutChg chg="del">
          <pc:chgData name="한준 김" userId="7dd4edb89109a895" providerId="LiveId" clId="{1296541B-A483-4B86-9E56-F32887AE44E3}" dt="2024-10-05T05:41:20.620" v="5747" actId="2696"/>
          <pc:sldLayoutMkLst>
            <pc:docMk/>
            <pc:sldMasterMk cId="56859250" sldId="2147485807"/>
            <pc:sldLayoutMk cId="1952216229" sldId="2147485811"/>
          </pc:sldLayoutMkLst>
        </pc:sldLayoutChg>
        <pc:sldLayoutChg chg="del">
          <pc:chgData name="한준 김" userId="7dd4edb89109a895" providerId="LiveId" clId="{1296541B-A483-4B86-9E56-F32887AE44E3}" dt="2024-10-05T05:41:20.620" v="5747" actId="2696"/>
          <pc:sldLayoutMkLst>
            <pc:docMk/>
            <pc:sldMasterMk cId="56859250" sldId="2147485807"/>
            <pc:sldLayoutMk cId="2917735279" sldId="2147485812"/>
          </pc:sldLayoutMkLst>
        </pc:sldLayoutChg>
        <pc:sldLayoutChg chg="del">
          <pc:chgData name="한준 김" userId="7dd4edb89109a895" providerId="LiveId" clId="{1296541B-A483-4B86-9E56-F32887AE44E3}" dt="2024-10-05T05:41:20.620" v="5747" actId="2696"/>
          <pc:sldLayoutMkLst>
            <pc:docMk/>
            <pc:sldMasterMk cId="56859250" sldId="2147485807"/>
            <pc:sldLayoutMk cId="2147580379" sldId="2147485813"/>
          </pc:sldLayoutMkLst>
        </pc:sldLayoutChg>
        <pc:sldLayoutChg chg="del">
          <pc:chgData name="한준 김" userId="7dd4edb89109a895" providerId="LiveId" clId="{1296541B-A483-4B86-9E56-F32887AE44E3}" dt="2024-10-05T05:41:20.620" v="5747" actId="2696"/>
          <pc:sldLayoutMkLst>
            <pc:docMk/>
            <pc:sldMasterMk cId="56859250" sldId="2147485807"/>
            <pc:sldLayoutMk cId="3512562563" sldId="2147485814"/>
          </pc:sldLayoutMkLst>
        </pc:sldLayoutChg>
        <pc:sldLayoutChg chg="del">
          <pc:chgData name="한준 김" userId="7dd4edb89109a895" providerId="LiveId" clId="{1296541B-A483-4B86-9E56-F32887AE44E3}" dt="2024-10-05T05:41:20.620" v="5747" actId="2696"/>
          <pc:sldLayoutMkLst>
            <pc:docMk/>
            <pc:sldMasterMk cId="56859250" sldId="2147485807"/>
            <pc:sldLayoutMk cId="70930639" sldId="2147485815"/>
          </pc:sldLayoutMkLst>
        </pc:sldLayoutChg>
        <pc:sldLayoutChg chg="del">
          <pc:chgData name="한준 김" userId="7dd4edb89109a895" providerId="LiveId" clId="{1296541B-A483-4B86-9E56-F32887AE44E3}" dt="2024-10-05T05:41:20.620" v="5747" actId="2696"/>
          <pc:sldLayoutMkLst>
            <pc:docMk/>
            <pc:sldMasterMk cId="56859250" sldId="2147485807"/>
            <pc:sldLayoutMk cId="1248811126" sldId="2147485816"/>
          </pc:sldLayoutMkLst>
        </pc:sldLayoutChg>
        <pc:sldLayoutChg chg="del">
          <pc:chgData name="한준 김" userId="7dd4edb89109a895" providerId="LiveId" clId="{1296541B-A483-4B86-9E56-F32887AE44E3}" dt="2024-10-05T05:41:20.620" v="5747" actId="2696"/>
          <pc:sldLayoutMkLst>
            <pc:docMk/>
            <pc:sldMasterMk cId="56859250" sldId="2147485807"/>
            <pc:sldLayoutMk cId="4054281712" sldId="2147485817"/>
          </pc:sldLayoutMkLst>
        </pc:sldLayoutChg>
        <pc:sldLayoutChg chg="del">
          <pc:chgData name="한준 김" userId="7dd4edb89109a895" providerId="LiveId" clId="{1296541B-A483-4B86-9E56-F32887AE44E3}" dt="2024-10-05T05:41:20.620" v="5747" actId="2696"/>
          <pc:sldLayoutMkLst>
            <pc:docMk/>
            <pc:sldMasterMk cId="56859250" sldId="2147485807"/>
            <pc:sldLayoutMk cId="261742279" sldId="2147485818"/>
          </pc:sldLayoutMkLst>
        </pc:sldLayoutChg>
      </pc:sldMasterChg>
      <pc:sldMasterChg chg="del delSldLayout">
        <pc:chgData name="한준 김" userId="7dd4edb89109a895" providerId="LiveId" clId="{1296541B-A483-4B86-9E56-F32887AE44E3}" dt="2024-10-05T07:48:49.638" v="5878" actId="2696"/>
        <pc:sldMasterMkLst>
          <pc:docMk/>
          <pc:sldMasterMk cId="3407029213" sldId="2147485819"/>
        </pc:sldMasterMkLst>
        <pc:sldLayoutChg chg="del">
          <pc:chgData name="한준 김" userId="7dd4edb89109a895" providerId="LiveId" clId="{1296541B-A483-4B86-9E56-F32887AE44E3}" dt="2024-10-05T07:48:49.638" v="5878" actId="2696"/>
          <pc:sldLayoutMkLst>
            <pc:docMk/>
            <pc:sldMasterMk cId="3407029213" sldId="2147485819"/>
            <pc:sldLayoutMk cId="3429920253" sldId="2147485820"/>
          </pc:sldLayoutMkLst>
        </pc:sldLayoutChg>
        <pc:sldLayoutChg chg="del">
          <pc:chgData name="한준 김" userId="7dd4edb89109a895" providerId="LiveId" clId="{1296541B-A483-4B86-9E56-F32887AE44E3}" dt="2024-10-05T07:48:49.638" v="5878" actId="2696"/>
          <pc:sldLayoutMkLst>
            <pc:docMk/>
            <pc:sldMasterMk cId="3407029213" sldId="2147485819"/>
            <pc:sldLayoutMk cId="641968833" sldId="2147485821"/>
          </pc:sldLayoutMkLst>
        </pc:sldLayoutChg>
        <pc:sldLayoutChg chg="del">
          <pc:chgData name="한준 김" userId="7dd4edb89109a895" providerId="LiveId" clId="{1296541B-A483-4B86-9E56-F32887AE44E3}" dt="2024-10-05T07:48:49.638" v="5878" actId="2696"/>
          <pc:sldLayoutMkLst>
            <pc:docMk/>
            <pc:sldMasterMk cId="3407029213" sldId="2147485819"/>
            <pc:sldLayoutMk cId="3520914145" sldId="2147485822"/>
          </pc:sldLayoutMkLst>
        </pc:sldLayoutChg>
        <pc:sldLayoutChg chg="del">
          <pc:chgData name="한준 김" userId="7dd4edb89109a895" providerId="LiveId" clId="{1296541B-A483-4B86-9E56-F32887AE44E3}" dt="2024-10-05T07:48:49.638" v="5878" actId="2696"/>
          <pc:sldLayoutMkLst>
            <pc:docMk/>
            <pc:sldMasterMk cId="3407029213" sldId="2147485819"/>
            <pc:sldLayoutMk cId="2005191564" sldId="2147485823"/>
          </pc:sldLayoutMkLst>
        </pc:sldLayoutChg>
        <pc:sldLayoutChg chg="del">
          <pc:chgData name="한준 김" userId="7dd4edb89109a895" providerId="LiveId" clId="{1296541B-A483-4B86-9E56-F32887AE44E3}" dt="2024-10-05T07:48:49.638" v="5878" actId="2696"/>
          <pc:sldLayoutMkLst>
            <pc:docMk/>
            <pc:sldMasterMk cId="3407029213" sldId="2147485819"/>
            <pc:sldLayoutMk cId="24905611" sldId="2147485824"/>
          </pc:sldLayoutMkLst>
        </pc:sldLayoutChg>
        <pc:sldLayoutChg chg="del">
          <pc:chgData name="한준 김" userId="7dd4edb89109a895" providerId="LiveId" clId="{1296541B-A483-4B86-9E56-F32887AE44E3}" dt="2024-10-05T07:48:49.638" v="5878" actId="2696"/>
          <pc:sldLayoutMkLst>
            <pc:docMk/>
            <pc:sldMasterMk cId="3407029213" sldId="2147485819"/>
            <pc:sldLayoutMk cId="3578533667" sldId="2147485825"/>
          </pc:sldLayoutMkLst>
        </pc:sldLayoutChg>
        <pc:sldLayoutChg chg="del">
          <pc:chgData name="한준 김" userId="7dd4edb89109a895" providerId="LiveId" clId="{1296541B-A483-4B86-9E56-F32887AE44E3}" dt="2024-10-05T07:48:49.638" v="5878" actId="2696"/>
          <pc:sldLayoutMkLst>
            <pc:docMk/>
            <pc:sldMasterMk cId="3407029213" sldId="2147485819"/>
            <pc:sldLayoutMk cId="377567914" sldId="2147485826"/>
          </pc:sldLayoutMkLst>
        </pc:sldLayoutChg>
        <pc:sldLayoutChg chg="del">
          <pc:chgData name="한준 김" userId="7dd4edb89109a895" providerId="LiveId" clId="{1296541B-A483-4B86-9E56-F32887AE44E3}" dt="2024-10-05T07:48:49.638" v="5878" actId="2696"/>
          <pc:sldLayoutMkLst>
            <pc:docMk/>
            <pc:sldMasterMk cId="3407029213" sldId="2147485819"/>
            <pc:sldLayoutMk cId="3167530870" sldId="2147485827"/>
          </pc:sldLayoutMkLst>
        </pc:sldLayoutChg>
        <pc:sldLayoutChg chg="del">
          <pc:chgData name="한준 김" userId="7dd4edb89109a895" providerId="LiveId" clId="{1296541B-A483-4B86-9E56-F32887AE44E3}" dt="2024-10-05T07:48:49.638" v="5878" actId="2696"/>
          <pc:sldLayoutMkLst>
            <pc:docMk/>
            <pc:sldMasterMk cId="3407029213" sldId="2147485819"/>
            <pc:sldLayoutMk cId="3691334970" sldId="2147485828"/>
          </pc:sldLayoutMkLst>
        </pc:sldLayoutChg>
        <pc:sldLayoutChg chg="del">
          <pc:chgData name="한준 김" userId="7dd4edb89109a895" providerId="LiveId" clId="{1296541B-A483-4B86-9E56-F32887AE44E3}" dt="2024-10-05T07:48:49.638" v="5878" actId="2696"/>
          <pc:sldLayoutMkLst>
            <pc:docMk/>
            <pc:sldMasterMk cId="3407029213" sldId="2147485819"/>
            <pc:sldLayoutMk cId="624851575" sldId="2147485829"/>
          </pc:sldLayoutMkLst>
        </pc:sldLayoutChg>
        <pc:sldLayoutChg chg="del">
          <pc:chgData name="한준 김" userId="7dd4edb89109a895" providerId="LiveId" clId="{1296541B-A483-4B86-9E56-F32887AE44E3}" dt="2024-10-05T07:48:49.638" v="5878" actId="2696"/>
          <pc:sldLayoutMkLst>
            <pc:docMk/>
            <pc:sldMasterMk cId="3407029213" sldId="2147485819"/>
            <pc:sldLayoutMk cId="3989971973" sldId="2147485830"/>
          </pc:sldLayoutMkLst>
        </pc:sldLayoutChg>
      </pc:sldMasterChg>
      <pc:sldMasterChg chg="del delSldLayout">
        <pc:chgData name="한준 김" userId="7dd4edb89109a895" providerId="LiveId" clId="{1296541B-A483-4B86-9E56-F32887AE44E3}" dt="2024-10-05T07:51:33.859" v="5885" actId="2696"/>
        <pc:sldMasterMkLst>
          <pc:docMk/>
          <pc:sldMasterMk cId="3416339471" sldId="2147485831"/>
        </pc:sldMasterMkLst>
        <pc:sldLayoutChg chg="del">
          <pc:chgData name="한준 김" userId="7dd4edb89109a895" providerId="LiveId" clId="{1296541B-A483-4B86-9E56-F32887AE44E3}" dt="2024-10-05T07:51:33.859" v="5885" actId="2696"/>
          <pc:sldLayoutMkLst>
            <pc:docMk/>
            <pc:sldMasterMk cId="3416339471" sldId="2147485831"/>
            <pc:sldLayoutMk cId="592454698" sldId="2147485832"/>
          </pc:sldLayoutMkLst>
        </pc:sldLayoutChg>
        <pc:sldLayoutChg chg="del">
          <pc:chgData name="한준 김" userId="7dd4edb89109a895" providerId="LiveId" clId="{1296541B-A483-4B86-9E56-F32887AE44E3}" dt="2024-10-05T07:51:33.859" v="5885" actId="2696"/>
          <pc:sldLayoutMkLst>
            <pc:docMk/>
            <pc:sldMasterMk cId="3416339471" sldId="2147485831"/>
            <pc:sldLayoutMk cId="1860837328" sldId="2147485833"/>
          </pc:sldLayoutMkLst>
        </pc:sldLayoutChg>
        <pc:sldLayoutChg chg="del">
          <pc:chgData name="한준 김" userId="7dd4edb89109a895" providerId="LiveId" clId="{1296541B-A483-4B86-9E56-F32887AE44E3}" dt="2024-10-05T07:51:33.859" v="5885" actId="2696"/>
          <pc:sldLayoutMkLst>
            <pc:docMk/>
            <pc:sldMasterMk cId="3416339471" sldId="2147485831"/>
            <pc:sldLayoutMk cId="3131259789" sldId="2147485834"/>
          </pc:sldLayoutMkLst>
        </pc:sldLayoutChg>
        <pc:sldLayoutChg chg="del">
          <pc:chgData name="한준 김" userId="7dd4edb89109a895" providerId="LiveId" clId="{1296541B-A483-4B86-9E56-F32887AE44E3}" dt="2024-10-05T07:51:33.859" v="5885" actId="2696"/>
          <pc:sldLayoutMkLst>
            <pc:docMk/>
            <pc:sldMasterMk cId="3416339471" sldId="2147485831"/>
            <pc:sldLayoutMk cId="2724117581" sldId="2147485835"/>
          </pc:sldLayoutMkLst>
        </pc:sldLayoutChg>
        <pc:sldLayoutChg chg="del">
          <pc:chgData name="한준 김" userId="7dd4edb89109a895" providerId="LiveId" clId="{1296541B-A483-4B86-9E56-F32887AE44E3}" dt="2024-10-05T07:51:33.859" v="5885" actId="2696"/>
          <pc:sldLayoutMkLst>
            <pc:docMk/>
            <pc:sldMasterMk cId="3416339471" sldId="2147485831"/>
            <pc:sldLayoutMk cId="3698731249" sldId="2147485836"/>
          </pc:sldLayoutMkLst>
        </pc:sldLayoutChg>
        <pc:sldLayoutChg chg="del">
          <pc:chgData name="한준 김" userId="7dd4edb89109a895" providerId="LiveId" clId="{1296541B-A483-4B86-9E56-F32887AE44E3}" dt="2024-10-05T07:51:33.859" v="5885" actId="2696"/>
          <pc:sldLayoutMkLst>
            <pc:docMk/>
            <pc:sldMasterMk cId="3416339471" sldId="2147485831"/>
            <pc:sldLayoutMk cId="949579636" sldId="2147485837"/>
          </pc:sldLayoutMkLst>
        </pc:sldLayoutChg>
        <pc:sldLayoutChg chg="del">
          <pc:chgData name="한준 김" userId="7dd4edb89109a895" providerId="LiveId" clId="{1296541B-A483-4B86-9E56-F32887AE44E3}" dt="2024-10-05T07:51:33.859" v="5885" actId="2696"/>
          <pc:sldLayoutMkLst>
            <pc:docMk/>
            <pc:sldMasterMk cId="3416339471" sldId="2147485831"/>
            <pc:sldLayoutMk cId="2971126780" sldId="2147485838"/>
          </pc:sldLayoutMkLst>
        </pc:sldLayoutChg>
        <pc:sldLayoutChg chg="del">
          <pc:chgData name="한준 김" userId="7dd4edb89109a895" providerId="LiveId" clId="{1296541B-A483-4B86-9E56-F32887AE44E3}" dt="2024-10-05T07:51:33.859" v="5885" actId="2696"/>
          <pc:sldLayoutMkLst>
            <pc:docMk/>
            <pc:sldMasterMk cId="3416339471" sldId="2147485831"/>
            <pc:sldLayoutMk cId="2751630384" sldId="2147485839"/>
          </pc:sldLayoutMkLst>
        </pc:sldLayoutChg>
        <pc:sldLayoutChg chg="del">
          <pc:chgData name="한준 김" userId="7dd4edb89109a895" providerId="LiveId" clId="{1296541B-A483-4B86-9E56-F32887AE44E3}" dt="2024-10-05T07:51:33.859" v="5885" actId="2696"/>
          <pc:sldLayoutMkLst>
            <pc:docMk/>
            <pc:sldMasterMk cId="3416339471" sldId="2147485831"/>
            <pc:sldLayoutMk cId="2913057505" sldId="2147485840"/>
          </pc:sldLayoutMkLst>
        </pc:sldLayoutChg>
        <pc:sldLayoutChg chg="del">
          <pc:chgData name="한준 김" userId="7dd4edb89109a895" providerId="LiveId" clId="{1296541B-A483-4B86-9E56-F32887AE44E3}" dt="2024-10-05T07:51:33.859" v="5885" actId="2696"/>
          <pc:sldLayoutMkLst>
            <pc:docMk/>
            <pc:sldMasterMk cId="3416339471" sldId="2147485831"/>
            <pc:sldLayoutMk cId="199834689" sldId="2147485841"/>
          </pc:sldLayoutMkLst>
        </pc:sldLayoutChg>
        <pc:sldLayoutChg chg="del">
          <pc:chgData name="한준 김" userId="7dd4edb89109a895" providerId="LiveId" clId="{1296541B-A483-4B86-9E56-F32887AE44E3}" dt="2024-10-05T07:51:33.859" v="5885" actId="2696"/>
          <pc:sldLayoutMkLst>
            <pc:docMk/>
            <pc:sldMasterMk cId="3416339471" sldId="2147485831"/>
            <pc:sldLayoutMk cId="3398567120" sldId="2147485842"/>
          </pc:sldLayoutMkLst>
        </pc:sldLayoutChg>
      </pc:sldMasterChg>
      <pc:sldMasterChg chg="del delSldLayout">
        <pc:chgData name="한준 김" userId="7dd4edb89109a895" providerId="LiveId" clId="{1296541B-A483-4B86-9E56-F32887AE44E3}" dt="2024-10-19T08:35:58.838" v="6825" actId="2696"/>
        <pc:sldMasterMkLst>
          <pc:docMk/>
          <pc:sldMasterMk cId="1932558909" sldId="2147485843"/>
        </pc:sldMasterMkLst>
        <pc:sldLayoutChg chg="del">
          <pc:chgData name="한준 김" userId="7dd4edb89109a895" providerId="LiveId" clId="{1296541B-A483-4B86-9E56-F32887AE44E3}" dt="2024-10-19T08:35:58.838" v="6825" actId="2696"/>
          <pc:sldLayoutMkLst>
            <pc:docMk/>
            <pc:sldMasterMk cId="1932558909" sldId="2147485843"/>
            <pc:sldLayoutMk cId="3428220908" sldId="2147485844"/>
          </pc:sldLayoutMkLst>
        </pc:sldLayoutChg>
        <pc:sldLayoutChg chg="del">
          <pc:chgData name="한준 김" userId="7dd4edb89109a895" providerId="LiveId" clId="{1296541B-A483-4B86-9E56-F32887AE44E3}" dt="2024-10-19T08:35:58.838" v="6825" actId="2696"/>
          <pc:sldLayoutMkLst>
            <pc:docMk/>
            <pc:sldMasterMk cId="1932558909" sldId="2147485843"/>
            <pc:sldLayoutMk cId="3427686683" sldId="2147485845"/>
          </pc:sldLayoutMkLst>
        </pc:sldLayoutChg>
        <pc:sldLayoutChg chg="del">
          <pc:chgData name="한준 김" userId="7dd4edb89109a895" providerId="LiveId" clId="{1296541B-A483-4B86-9E56-F32887AE44E3}" dt="2024-10-19T08:35:58.838" v="6825" actId="2696"/>
          <pc:sldLayoutMkLst>
            <pc:docMk/>
            <pc:sldMasterMk cId="1932558909" sldId="2147485843"/>
            <pc:sldLayoutMk cId="877024884" sldId="2147485846"/>
          </pc:sldLayoutMkLst>
        </pc:sldLayoutChg>
        <pc:sldLayoutChg chg="del">
          <pc:chgData name="한준 김" userId="7dd4edb89109a895" providerId="LiveId" clId="{1296541B-A483-4B86-9E56-F32887AE44E3}" dt="2024-10-19T08:35:58.838" v="6825" actId="2696"/>
          <pc:sldLayoutMkLst>
            <pc:docMk/>
            <pc:sldMasterMk cId="1932558909" sldId="2147485843"/>
            <pc:sldLayoutMk cId="2605807709" sldId="2147485847"/>
          </pc:sldLayoutMkLst>
        </pc:sldLayoutChg>
        <pc:sldLayoutChg chg="del">
          <pc:chgData name="한준 김" userId="7dd4edb89109a895" providerId="LiveId" clId="{1296541B-A483-4B86-9E56-F32887AE44E3}" dt="2024-10-19T08:35:58.838" v="6825" actId="2696"/>
          <pc:sldLayoutMkLst>
            <pc:docMk/>
            <pc:sldMasterMk cId="1932558909" sldId="2147485843"/>
            <pc:sldLayoutMk cId="1260440845" sldId="2147485848"/>
          </pc:sldLayoutMkLst>
        </pc:sldLayoutChg>
        <pc:sldLayoutChg chg="del">
          <pc:chgData name="한준 김" userId="7dd4edb89109a895" providerId="LiveId" clId="{1296541B-A483-4B86-9E56-F32887AE44E3}" dt="2024-10-19T08:35:58.838" v="6825" actId="2696"/>
          <pc:sldLayoutMkLst>
            <pc:docMk/>
            <pc:sldMasterMk cId="1932558909" sldId="2147485843"/>
            <pc:sldLayoutMk cId="2976754640" sldId="2147485849"/>
          </pc:sldLayoutMkLst>
        </pc:sldLayoutChg>
        <pc:sldLayoutChg chg="del">
          <pc:chgData name="한준 김" userId="7dd4edb89109a895" providerId="LiveId" clId="{1296541B-A483-4B86-9E56-F32887AE44E3}" dt="2024-10-19T08:35:58.838" v="6825" actId="2696"/>
          <pc:sldLayoutMkLst>
            <pc:docMk/>
            <pc:sldMasterMk cId="1932558909" sldId="2147485843"/>
            <pc:sldLayoutMk cId="2439382894" sldId="2147485850"/>
          </pc:sldLayoutMkLst>
        </pc:sldLayoutChg>
        <pc:sldLayoutChg chg="del">
          <pc:chgData name="한준 김" userId="7dd4edb89109a895" providerId="LiveId" clId="{1296541B-A483-4B86-9E56-F32887AE44E3}" dt="2024-10-19T08:35:58.838" v="6825" actId="2696"/>
          <pc:sldLayoutMkLst>
            <pc:docMk/>
            <pc:sldMasterMk cId="1932558909" sldId="2147485843"/>
            <pc:sldLayoutMk cId="3882308088" sldId="2147485851"/>
          </pc:sldLayoutMkLst>
        </pc:sldLayoutChg>
        <pc:sldLayoutChg chg="del">
          <pc:chgData name="한준 김" userId="7dd4edb89109a895" providerId="LiveId" clId="{1296541B-A483-4B86-9E56-F32887AE44E3}" dt="2024-10-19T08:35:58.838" v="6825" actId="2696"/>
          <pc:sldLayoutMkLst>
            <pc:docMk/>
            <pc:sldMasterMk cId="1932558909" sldId="2147485843"/>
            <pc:sldLayoutMk cId="3760113524" sldId="2147485852"/>
          </pc:sldLayoutMkLst>
        </pc:sldLayoutChg>
        <pc:sldLayoutChg chg="del">
          <pc:chgData name="한준 김" userId="7dd4edb89109a895" providerId="LiveId" clId="{1296541B-A483-4B86-9E56-F32887AE44E3}" dt="2024-10-19T08:35:58.838" v="6825" actId="2696"/>
          <pc:sldLayoutMkLst>
            <pc:docMk/>
            <pc:sldMasterMk cId="1932558909" sldId="2147485843"/>
            <pc:sldLayoutMk cId="2775602602" sldId="2147485853"/>
          </pc:sldLayoutMkLst>
        </pc:sldLayoutChg>
        <pc:sldLayoutChg chg="del">
          <pc:chgData name="한준 김" userId="7dd4edb89109a895" providerId="LiveId" clId="{1296541B-A483-4B86-9E56-F32887AE44E3}" dt="2024-10-19T08:35:58.838" v="6825" actId="2696"/>
          <pc:sldLayoutMkLst>
            <pc:docMk/>
            <pc:sldMasterMk cId="1932558909" sldId="2147485843"/>
            <pc:sldLayoutMk cId="1077467072" sldId="2147485854"/>
          </pc:sldLayoutMkLst>
        </pc:sldLayoutChg>
      </pc:sldMasterChg>
      <pc:sldMasterChg chg="del delSldLayout">
        <pc:chgData name="한준 김" userId="7dd4edb89109a895" providerId="LiveId" clId="{1296541B-A483-4B86-9E56-F32887AE44E3}" dt="2024-10-12T05:59:10.083" v="6111" actId="2696"/>
        <pc:sldMasterMkLst>
          <pc:docMk/>
          <pc:sldMasterMk cId="1436806540" sldId="2147485855"/>
        </pc:sldMasterMkLst>
        <pc:sldLayoutChg chg="del">
          <pc:chgData name="한준 김" userId="7dd4edb89109a895" providerId="LiveId" clId="{1296541B-A483-4B86-9E56-F32887AE44E3}" dt="2024-10-12T05:59:10.083" v="6111" actId="2696"/>
          <pc:sldLayoutMkLst>
            <pc:docMk/>
            <pc:sldMasterMk cId="1436806540" sldId="2147485855"/>
            <pc:sldLayoutMk cId="1187367825" sldId="2147485856"/>
          </pc:sldLayoutMkLst>
        </pc:sldLayoutChg>
        <pc:sldLayoutChg chg="del">
          <pc:chgData name="한준 김" userId="7dd4edb89109a895" providerId="LiveId" clId="{1296541B-A483-4B86-9E56-F32887AE44E3}" dt="2024-10-12T05:59:10.083" v="6111" actId="2696"/>
          <pc:sldLayoutMkLst>
            <pc:docMk/>
            <pc:sldMasterMk cId="1436806540" sldId="2147485855"/>
            <pc:sldLayoutMk cId="3277956690" sldId="2147485857"/>
          </pc:sldLayoutMkLst>
        </pc:sldLayoutChg>
        <pc:sldLayoutChg chg="del">
          <pc:chgData name="한준 김" userId="7dd4edb89109a895" providerId="LiveId" clId="{1296541B-A483-4B86-9E56-F32887AE44E3}" dt="2024-10-12T05:59:10.083" v="6111" actId="2696"/>
          <pc:sldLayoutMkLst>
            <pc:docMk/>
            <pc:sldMasterMk cId="1436806540" sldId="2147485855"/>
            <pc:sldLayoutMk cId="2847754153" sldId="2147485858"/>
          </pc:sldLayoutMkLst>
        </pc:sldLayoutChg>
        <pc:sldLayoutChg chg="del">
          <pc:chgData name="한준 김" userId="7dd4edb89109a895" providerId="LiveId" clId="{1296541B-A483-4B86-9E56-F32887AE44E3}" dt="2024-10-12T05:59:10.083" v="6111" actId="2696"/>
          <pc:sldLayoutMkLst>
            <pc:docMk/>
            <pc:sldMasterMk cId="1436806540" sldId="2147485855"/>
            <pc:sldLayoutMk cId="2194951257" sldId="2147485859"/>
          </pc:sldLayoutMkLst>
        </pc:sldLayoutChg>
        <pc:sldLayoutChg chg="del">
          <pc:chgData name="한준 김" userId="7dd4edb89109a895" providerId="LiveId" clId="{1296541B-A483-4B86-9E56-F32887AE44E3}" dt="2024-10-12T05:59:10.083" v="6111" actId="2696"/>
          <pc:sldLayoutMkLst>
            <pc:docMk/>
            <pc:sldMasterMk cId="1436806540" sldId="2147485855"/>
            <pc:sldLayoutMk cId="848444282" sldId="2147485860"/>
          </pc:sldLayoutMkLst>
        </pc:sldLayoutChg>
        <pc:sldLayoutChg chg="del">
          <pc:chgData name="한준 김" userId="7dd4edb89109a895" providerId="LiveId" clId="{1296541B-A483-4B86-9E56-F32887AE44E3}" dt="2024-10-12T05:59:10.083" v="6111" actId="2696"/>
          <pc:sldLayoutMkLst>
            <pc:docMk/>
            <pc:sldMasterMk cId="1436806540" sldId="2147485855"/>
            <pc:sldLayoutMk cId="2092453857" sldId="2147485861"/>
          </pc:sldLayoutMkLst>
        </pc:sldLayoutChg>
        <pc:sldLayoutChg chg="del">
          <pc:chgData name="한준 김" userId="7dd4edb89109a895" providerId="LiveId" clId="{1296541B-A483-4B86-9E56-F32887AE44E3}" dt="2024-10-12T05:59:10.083" v="6111" actId="2696"/>
          <pc:sldLayoutMkLst>
            <pc:docMk/>
            <pc:sldMasterMk cId="1436806540" sldId="2147485855"/>
            <pc:sldLayoutMk cId="1139481878" sldId="2147485862"/>
          </pc:sldLayoutMkLst>
        </pc:sldLayoutChg>
        <pc:sldLayoutChg chg="del">
          <pc:chgData name="한준 김" userId="7dd4edb89109a895" providerId="LiveId" clId="{1296541B-A483-4B86-9E56-F32887AE44E3}" dt="2024-10-12T05:59:10.083" v="6111" actId="2696"/>
          <pc:sldLayoutMkLst>
            <pc:docMk/>
            <pc:sldMasterMk cId="1436806540" sldId="2147485855"/>
            <pc:sldLayoutMk cId="1860359571" sldId="2147485863"/>
          </pc:sldLayoutMkLst>
        </pc:sldLayoutChg>
        <pc:sldLayoutChg chg="del">
          <pc:chgData name="한준 김" userId="7dd4edb89109a895" providerId="LiveId" clId="{1296541B-A483-4B86-9E56-F32887AE44E3}" dt="2024-10-12T05:59:10.083" v="6111" actId="2696"/>
          <pc:sldLayoutMkLst>
            <pc:docMk/>
            <pc:sldMasterMk cId="1436806540" sldId="2147485855"/>
            <pc:sldLayoutMk cId="4165258093" sldId="2147485864"/>
          </pc:sldLayoutMkLst>
        </pc:sldLayoutChg>
        <pc:sldLayoutChg chg="del">
          <pc:chgData name="한준 김" userId="7dd4edb89109a895" providerId="LiveId" clId="{1296541B-A483-4B86-9E56-F32887AE44E3}" dt="2024-10-12T05:59:10.083" v="6111" actId="2696"/>
          <pc:sldLayoutMkLst>
            <pc:docMk/>
            <pc:sldMasterMk cId="1436806540" sldId="2147485855"/>
            <pc:sldLayoutMk cId="804503012" sldId="2147485865"/>
          </pc:sldLayoutMkLst>
        </pc:sldLayoutChg>
        <pc:sldLayoutChg chg="del">
          <pc:chgData name="한준 김" userId="7dd4edb89109a895" providerId="LiveId" clId="{1296541B-A483-4B86-9E56-F32887AE44E3}" dt="2024-10-12T05:59:10.083" v="6111" actId="2696"/>
          <pc:sldLayoutMkLst>
            <pc:docMk/>
            <pc:sldMasterMk cId="1436806540" sldId="2147485855"/>
            <pc:sldLayoutMk cId="3926539828" sldId="2147485866"/>
          </pc:sldLayoutMkLst>
        </pc:sldLayoutChg>
      </pc:sldMasterChg>
      <pc:sldMasterChg chg="del delSldLayout">
        <pc:chgData name="한준 김" userId="7dd4edb89109a895" providerId="LiveId" clId="{1296541B-A483-4B86-9E56-F32887AE44E3}" dt="2024-10-17T04:51:41.710" v="6336" actId="2696"/>
        <pc:sldMasterMkLst>
          <pc:docMk/>
          <pc:sldMasterMk cId="1595305072" sldId="2147485867"/>
        </pc:sldMasterMkLst>
        <pc:sldLayoutChg chg="del">
          <pc:chgData name="한준 김" userId="7dd4edb89109a895" providerId="LiveId" clId="{1296541B-A483-4B86-9E56-F32887AE44E3}" dt="2024-10-17T04:51:41.710" v="6336" actId="2696"/>
          <pc:sldLayoutMkLst>
            <pc:docMk/>
            <pc:sldMasterMk cId="1595305072" sldId="2147485867"/>
            <pc:sldLayoutMk cId="59241781" sldId="2147485868"/>
          </pc:sldLayoutMkLst>
        </pc:sldLayoutChg>
        <pc:sldLayoutChg chg="del">
          <pc:chgData name="한준 김" userId="7dd4edb89109a895" providerId="LiveId" clId="{1296541B-A483-4B86-9E56-F32887AE44E3}" dt="2024-10-17T04:51:41.710" v="6336" actId="2696"/>
          <pc:sldLayoutMkLst>
            <pc:docMk/>
            <pc:sldMasterMk cId="1595305072" sldId="2147485867"/>
            <pc:sldLayoutMk cId="3316163040" sldId="2147485869"/>
          </pc:sldLayoutMkLst>
        </pc:sldLayoutChg>
        <pc:sldLayoutChg chg="del">
          <pc:chgData name="한준 김" userId="7dd4edb89109a895" providerId="LiveId" clId="{1296541B-A483-4B86-9E56-F32887AE44E3}" dt="2024-10-17T04:51:41.710" v="6336" actId="2696"/>
          <pc:sldLayoutMkLst>
            <pc:docMk/>
            <pc:sldMasterMk cId="1595305072" sldId="2147485867"/>
            <pc:sldLayoutMk cId="3140841984" sldId="2147485870"/>
          </pc:sldLayoutMkLst>
        </pc:sldLayoutChg>
        <pc:sldLayoutChg chg="del">
          <pc:chgData name="한준 김" userId="7dd4edb89109a895" providerId="LiveId" clId="{1296541B-A483-4B86-9E56-F32887AE44E3}" dt="2024-10-17T04:51:41.710" v="6336" actId="2696"/>
          <pc:sldLayoutMkLst>
            <pc:docMk/>
            <pc:sldMasterMk cId="1595305072" sldId="2147485867"/>
            <pc:sldLayoutMk cId="554606177" sldId="2147485871"/>
          </pc:sldLayoutMkLst>
        </pc:sldLayoutChg>
        <pc:sldLayoutChg chg="del">
          <pc:chgData name="한준 김" userId="7dd4edb89109a895" providerId="LiveId" clId="{1296541B-A483-4B86-9E56-F32887AE44E3}" dt="2024-10-17T04:51:41.710" v="6336" actId="2696"/>
          <pc:sldLayoutMkLst>
            <pc:docMk/>
            <pc:sldMasterMk cId="1595305072" sldId="2147485867"/>
            <pc:sldLayoutMk cId="642104526" sldId="2147485872"/>
          </pc:sldLayoutMkLst>
        </pc:sldLayoutChg>
        <pc:sldLayoutChg chg="del">
          <pc:chgData name="한준 김" userId="7dd4edb89109a895" providerId="LiveId" clId="{1296541B-A483-4B86-9E56-F32887AE44E3}" dt="2024-10-17T04:51:41.710" v="6336" actId="2696"/>
          <pc:sldLayoutMkLst>
            <pc:docMk/>
            <pc:sldMasterMk cId="1595305072" sldId="2147485867"/>
            <pc:sldLayoutMk cId="3682606004" sldId="2147485873"/>
          </pc:sldLayoutMkLst>
        </pc:sldLayoutChg>
        <pc:sldLayoutChg chg="del">
          <pc:chgData name="한준 김" userId="7dd4edb89109a895" providerId="LiveId" clId="{1296541B-A483-4B86-9E56-F32887AE44E3}" dt="2024-10-17T04:51:41.710" v="6336" actId="2696"/>
          <pc:sldLayoutMkLst>
            <pc:docMk/>
            <pc:sldMasterMk cId="1595305072" sldId="2147485867"/>
            <pc:sldLayoutMk cId="3407235576" sldId="2147485874"/>
          </pc:sldLayoutMkLst>
        </pc:sldLayoutChg>
        <pc:sldLayoutChg chg="del">
          <pc:chgData name="한준 김" userId="7dd4edb89109a895" providerId="LiveId" clId="{1296541B-A483-4B86-9E56-F32887AE44E3}" dt="2024-10-17T04:51:41.710" v="6336" actId="2696"/>
          <pc:sldLayoutMkLst>
            <pc:docMk/>
            <pc:sldMasterMk cId="1595305072" sldId="2147485867"/>
            <pc:sldLayoutMk cId="388900985" sldId="2147485875"/>
          </pc:sldLayoutMkLst>
        </pc:sldLayoutChg>
        <pc:sldLayoutChg chg="del">
          <pc:chgData name="한준 김" userId="7dd4edb89109a895" providerId="LiveId" clId="{1296541B-A483-4B86-9E56-F32887AE44E3}" dt="2024-10-17T04:51:41.710" v="6336" actId="2696"/>
          <pc:sldLayoutMkLst>
            <pc:docMk/>
            <pc:sldMasterMk cId="1595305072" sldId="2147485867"/>
            <pc:sldLayoutMk cId="4056310837" sldId="2147485876"/>
          </pc:sldLayoutMkLst>
        </pc:sldLayoutChg>
        <pc:sldLayoutChg chg="del">
          <pc:chgData name="한준 김" userId="7dd4edb89109a895" providerId="LiveId" clId="{1296541B-A483-4B86-9E56-F32887AE44E3}" dt="2024-10-17T04:51:41.710" v="6336" actId="2696"/>
          <pc:sldLayoutMkLst>
            <pc:docMk/>
            <pc:sldMasterMk cId="1595305072" sldId="2147485867"/>
            <pc:sldLayoutMk cId="1924697114" sldId="2147485877"/>
          </pc:sldLayoutMkLst>
        </pc:sldLayoutChg>
        <pc:sldLayoutChg chg="del">
          <pc:chgData name="한준 김" userId="7dd4edb89109a895" providerId="LiveId" clId="{1296541B-A483-4B86-9E56-F32887AE44E3}" dt="2024-10-17T04:51:41.710" v="6336" actId="2696"/>
          <pc:sldLayoutMkLst>
            <pc:docMk/>
            <pc:sldMasterMk cId="1595305072" sldId="2147485867"/>
            <pc:sldLayoutMk cId="3552568592" sldId="2147485878"/>
          </pc:sldLayoutMkLst>
        </pc:sldLayoutChg>
        <pc:sldLayoutChg chg="del">
          <pc:chgData name="한준 김" userId="7dd4edb89109a895" providerId="LiveId" clId="{1296541B-A483-4B86-9E56-F32887AE44E3}" dt="2024-10-12T05:59:10.083" v="6111" actId="2696"/>
          <pc:sldLayoutMkLst>
            <pc:docMk/>
            <pc:sldMasterMk cId="1595305072" sldId="2147485867"/>
            <pc:sldLayoutMk cId="1028353663" sldId="2147485879"/>
          </pc:sldLayoutMkLst>
        </pc:sldLayoutChg>
      </pc:sldMasterChg>
      <pc:sldMasterChg chg="add del addSldLayout delSldLayout">
        <pc:chgData name="한준 김" userId="7dd4edb89109a895" providerId="LiveId" clId="{1296541B-A483-4B86-9E56-F32887AE44E3}" dt="2024-10-12T07:02:42.287" v="6327" actId="2696"/>
        <pc:sldMasterMkLst>
          <pc:docMk/>
          <pc:sldMasterMk cId="3650542364" sldId="2147485880"/>
        </pc:sldMasterMkLst>
        <pc:sldLayoutChg chg="add del">
          <pc:chgData name="한준 김" userId="7dd4edb89109a895" providerId="LiveId" clId="{1296541B-A483-4B86-9E56-F32887AE44E3}" dt="2024-10-12T07:02:42.287" v="6327" actId="2696"/>
          <pc:sldLayoutMkLst>
            <pc:docMk/>
            <pc:sldMasterMk cId="3650542364" sldId="2147485880"/>
            <pc:sldLayoutMk cId="532101574" sldId="2147485881"/>
          </pc:sldLayoutMkLst>
        </pc:sldLayoutChg>
      </pc:sldMasterChg>
      <pc:sldMasterChg chg="add del addSldLayout delSldLayout">
        <pc:chgData name="한준 김" userId="7dd4edb89109a895" providerId="LiveId" clId="{1296541B-A483-4B86-9E56-F32887AE44E3}" dt="2024-10-12T07:06:19.622" v="6335" actId="2696"/>
        <pc:sldMasterMkLst>
          <pc:docMk/>
          <pc:sldMasterMk cId="1309656641" sldId="2147485882"/>
        </pc:sldMasterMkLst>
        <pc:sldLayoutChg chg="add del">
          <pc:chgData name="한준 김" userId="7dd4edb89109a895" providerId="LiveId" clId="{1296541B-A483-4B86-9E56-F32887AE44E3}" dt="2024-10-12T07:06:19.622" v="6335" actId="2696"/>
          <pc:sldLayoutMkLst>
            <pc:docMk/>
            <pc:sldMasterMk cId="1309656641" sldId="2147485882"/>
            <pc:sldLayoutMk cId="1475189299" sldId="2147485883"/>
          </pc:sldLayoutMkLst>
        </pc:sldLayoutChg>
        <pc:sldLayoutChg chg="add del">
          <pc:chgData name="한준 김" userId="7dd4edb89109a895" providerId="LiveId" clId="{1296541B-A483-4B86-9E56-F32887AE44E3}" dt="2024-10-12T07:06:19.622" v="6335" actId="2696"/>
          <pc:sldLayoutMkLst>
            <pc:docMk/>
            <pc:sldMasterMk cId="1309656641" sldId="2147485882"/>
            <pc:sldLayoutMk cId="963082391" sldId="2147485884"/>
          </pc:sldLayoutMkLst>
        </pc:sldLayoutChg>
        <pc:sldLayoutChg chg="add del">
          <pc:chgData name="한준 김" userId="7dd4edb89109a895" providerId="LiveId" clId="{1296541B-A483-4B86-9E56-F32887AE44E3}" dt="2024-10-12T07:06:19.622" v="6335" actId="2696"/>
          <pc:sldLayoutMkLst>
            <pc:docMk/>
            <pc:sldMasterMk cId="1309656641" sldId="2147485882"/>
            <pc:sldLayoutMk cId="2827694486" sldId="2147485885"/>
          </pc:sldLayoutMkLst>
        </pc:sldLayoutChg>
        <pc:sldLayoutChg chg="add del">
          <pc:chgData name="한준 김" userId="7dd4edb89109a895" providerId="LiveId" clId="{1296541B-A483-4B86-9E56-F32887AE44E3}" dt="2024-10-12T07:06:19.622" v="6335" actId="2696"/>
          <pc:sldLayoutMkLst>
            <pc:docMk/>
            <pc:sldMasterMk cId="1309656641" sldId="2147485882"/>
            <pc:sldLayoutMk cId="1787882461" sldId="2147485886"/>
          </pc:sldLayoutMkLst>
        </pc:sldLayoutChg>
        <pc:sldLayoutChg chg="add del">
          <pc:chgData name="한준 김" userId="7dd4edb89109a895" providerId="LiveId" clId="{1296541B-A483-4B86-9E56-F32887AE44E3}" dt="2024-10-12T07:06:19.622" v="6335" actId="2696"/>
          <pc:sldLayoutMkLst>
            <pc:docMk/>
            <pc:sldMasterMk cId="1309656641" sldId="2147485882"/>
            <pc:sldLayoutMk cId="919205675" sldId="2147485887"/>
          </pc:sldLayoutMkLst>
        </pc:sldLayoutChg>
        <pc:sldLayoutChg chg="add del">
          <pc:chgData name="한준 김" userId="7dd4edb89109a895" providerId="LiveId" clId="{1296541B-A483-4B86-9E56-F32887AE44E3}" dt="2024-10-12T07:06:19.622" v="6335" actId="2696"/>
          <pc:sldLayoutMkLst>
            <pc:docMk/>
            <pc:sldMasterMk cId="1309656641" sldId="2147485882"/>
            <pc:sldLayoutMk cId="1356520793" sldId="2147485888"/>
          </pc:sldLayoutMkLst>
        </pc:sldLayoutChg>
        <pc:sldLayoutChg chg="add del">
          <pc:chgData name="한준 김" userId="7dd4edb89109a895" providerId="LiveId" clId="{1296541B-A483-4B86-9E56-F32887AE44E3}" dt="2024-10-12T07:06:19.622" v="6335" actId="2696"/>
          <pc:sldLayoutMkLst>
            <pc:docMk/>
            <pc:sldMasterMk cId="1309656641" sldId="2147485882"/>
            <pc:sldLayoutMk cId="3006740248" sldId="2147485889"/>
          </pc:sldLayoutMkLst>
        </pc:sldLayoutChg>
        <pc:sldLayoutChg chg="add del">
          <pc:chgData name="한준 김" userId="7dd4edb89109a895" providerId="LiveId" clId="{1296541B-A483-4B86-9E56-F32887AE44E3}" dt="2024-10-12T07:06:19.622" v="6335" actId="2696"/>
          <pc:sldLayoutMkLst>
            <pc:docMk/>
            <pc:sldMasterMk cId="1309656641" sldId="2147485882"/>
            <pc:sldLayoutMk cId="2907248613" sldId="2147485890"/>
          </pc:sldLayoutMkLst>
        </pc:sldLayoutChg>
        <pc:sldLayoutChg chg="add del">
          <pc:chgData name="한준 김" userId="7dd4edb89109a895" providerId="LiveId" clId="{1296541B-A483-4B86-9E56-F32887AE44E3}" dt="2024-10-12T07:06:19.622" v="6335" actId="2696"/>
          <pc:sldLayoutMkLst>
            <pc:docMk/>
            <pc:sldMasterMk cId="1309656641" sldId="2147485882"/>
            <pc:sldLayoutMk cId="2205657322" sldId="2147485891"/>
          </pc:sldLayoutMkLst>
        </pc:sldLayoutChg>
        <pc:sldLayoutChg chg="add del">
          <pc:chgData name="한준 김" userId="7dd4edb89109a895" providerId="LiveId" clId="{1296541B-A483-4B86-9E56-F32887AE44E3}" dt="2024-10-12T07:06:19.622" v="6335" actId="2696"/>
          <pc:sldLayoutMkLst>
            <pc:docMk/>
            <pc:sldMasterMk cId="1309656641" sldId="2147485882"/>
            <pc:sldLayoutMk cId="1098031733" sldId="2147485892"/>
          </pc:sldLayoutMkLst>
        </pc:sldLayoutChg>
        <pc:sldLayoutChg chg="add del">
          <pc:chgData name="한준 김" userId="7dd4edb89109a895" providerId="LiveId" clId="{1296541B-A483-4B86-9E56-F32887AE44E3}" dt="2024-10-12T07:06:19.622" v="6335" actId="2696"/>
          <pc:sldLayoutMkLst>
            <pc:docMk/>
            <pc:sldMasterMk cId="1309656641" sldId="2147485882"/>
            <pc:sldLayoutMk cId="328357822" sldId="2147485893"/>
          </pc:sldLayoutMkLst>
        </pc:sldLayoutChg>
      </pc:sldMasterChg>
      <pc:sldMasterChg chg="del delSldLayout">
        <pc:chgData name="한준 김" userId="7dd4edb89109a895" providerId="LiveId" clId="{1296541B-A483-4B86-9E56-F32887AE44E3}" dt="2024-11-02T05:56:35.962" v="7740" actId="2696"/>
        <pc:sldMasterMkLst>
          <pc:docMk/>
          <pc:sldMasterMk cId="2055568689" sldId="2147485894"/>
        </pc:sldMasterMkLst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2055568689" sldId="2147485894"/>
            <pc:sldLayoutMk cId="892718532" sldId="2147485895"/>
          </pc:sldLayoutMkLst>
        </pc:sldLayoutChg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2055568689" sldId="2147485894"/>
            <pc:sldLayoutMk cId="2537524520" sldId="2147485896"/>
          </pc:sldLayoutMkLst>
        </pc:sldLayoutChg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2055568689" sldId="2147485894"/>
            <pc:sldLayoutMk cId="3693511522" sldId="2147485897"/>
          </pc:sldLayoutMkLst>
        </pc:sldLayoutChg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2055568689" sldId="2147485894"/>
            <pc:sldLayoutMk cId="1488979263" sldId="2147485898"/>
          </pc:sldLayoutMkLst>
        </pc:sldLayoutChg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2055568689" sldId="2147485894"/>
            <pc:sldLayoutMk cId="1354841806" sldId="2147485899"/>
          </pc:sldLayoutMkLst>
        </pc:sldLayoutChg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2055568689" sldId="2147485894"/>
            <pc:sldLayoutMk cId="1605998413" sldId="2147485900"/>
          </pc:sldLayoutMkLst>
        </pc:sldLayoutChg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2055568689" sldId="2147485894"/>
            <pc:sldLayoutMk cId="1048161287" sldId="2147485901"/>
          </pc:sldLayoutMkLst>
        </pc:sldLayoutChg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2055568689" sldId="2147485894"/>
            <pc:sldLayoutMk cId="871437506" sldId="2147485902"/>
          </pc:sldLayoutMkLst>
        </pc:sldLayoutChg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2055568689" sldId="2147485894"/>
            <pc:sldLayoutMk cId="4276097905" sldId="2147485903"/>
          </pc:sldLayoutMkLst>
        </pc:sldLayoutChg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2055568689" sldId="2147485894"/>
            <pc:sldLayoutMk cId="442879423" sldId="2147485904"/>
          </pc:sldLayoutMkLst>
        </pc:sldLayoutChg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2055568689" sldId="2147485894"/>
            <pc:sldLayoutMk cId="2970890082" sldId="2147485905"/>
          </pc:sldLayoutMkLst>
        </pc:sldLayoutChg>
      </pc:sldMasterChg>
      <pc:sldMasterChg chg="del delSldLayout">
        <pc:chgData name="한준 김" userId="7dd4edb89109a895" providerId="LiveId" clId="{1296541B-A483-4B86-9E56-F32887AE44E3}" dt="2024-10-17T04:52:27.503" v="6340" actId="2696"/>
        <pc:sldMasterMkLst>
          <pc:docMk/>
          <pc:sldMasterMk cId="2627069489" sldId="2147485906"/>
        </pc:sldMasterMkLst>
        <pc:sldLayoutChg chg="del">
          <pc:chgData name="한준 김" userId="7dd4edb89109a895" providerId="LiveId" clId="{1296541B-A483-4B86-9E56-F32887AE44E3}" dt="2024-10-17T04:52:27.503" v="6340" actId="2696"/>
          <pc:sldLayoutMkLst>
            <pc:docMk/>
            <pc:sldMasterMk cId="2627069489" sldId="2147485906"/>
            <pc:sldLayoutMk cId="3615223384" sldId="2147485907"/>
          </pc:sldLayoutMkLst>
        </pc:sldLayoutChg>
        <pc:sldLayoutChg chg="del">
          <pc:chgData name="한준 김" userId="7dd4edb89109a895" providerId="LiveId" clId="{1296541B-A483-4B86-9E56-F32887AE44E3}" dt="2024-10-17T04:52:27.503" v="6340" actId="2696"/>
          <pc:sldLayoutMkLst>
            <pc:docMk/>
            <pc:sldMasterMk cId="2627069489" sldId="2147485906"/>
            <pc:sldLayoutMk cId="3091441107" sldId="2147485908"/>
          </pc:sldLayoutMkLst>
        </pc:sldLayoutChg>
        <pc:sldLayoutChg chg="del">
          <pc:chgData name="한준 김" userId="7dd4edb89109a895" providerId="LiveId" clId="{1296541B-A483-4B86-9E56-F32887AE44E3}" dt="2024-10-17T04:52:27.503" v="6340" actId="2696"/>
          <pc:sldLayoutMkLst>
            <pc:docMk/>
            <pc:sldMasterMk cId="2627069489" sldId="2147485906"/>
            <pc:sldLayoutMk cId="3102647536" sldId="2147485909"/>
          </pc:sldLayoutMkLst>
        </pc:sldLayoutChg>
        <pc:sldLayoutChg chg="del">
          <pc:chgData name="한준 김" userId="7dd4edb89109a895" providerId="LiveId" clId="{1296541B-A483-4B86-9E56-F32887AE44E3}" dt="2024-10-17T04:52:27.503" v="6340" actId="2696"/>
          <pc:sldLayoutMkLst>
            <pc:docMk/>
            <pc:sldMasterMk cId="2627069489" sldId="2147485906"/>
            <pc:sldLayoutMk cId="619135471" sldId="2147485910"/>
          </pc:sldLayoutMkLst>
        </pc:sldLayoutChg>
        <pc:sldLayoutChg chg="del">
          <pc:chgData name="한준 김" userId="7dd4edb89109a895" providerId="LiveId" clId="{1296541B-A483-4B86-9E56-F32887AE44E3}" dt="2024-10-17T04:52:27.503" v="6340" actId="2696"/>
          <pc:sldLayoutMkLst>
            <pc:docMk/>
            <pc:sldMasterMk cId="2627069489" sldId="2147485906"/>
            <pc:sldLayoutMk cId="797842089" sldId="2147485911"/>
          </pc:sldLayoutMkLst>
        </pc:sldLayoutChg>
        <pc:sldLayoutChg chg="del">
          <pc:chgData name="한준 김" userId="7dd4edb89109a895" providerId="LiveId" clId="{1296541B-A483-4B86-9E56-F32887AE44E3}" dt="2024-10-17T04:52:27.503" v="6340" actId="2696"/>
          <pc:sldLayoutMkLst>
            <pc:docMk/>
            <pc:sldMasterMk cId="2627069489" sldId="2147485906"/>
            <pc:sldLayoutMk cId="2162059829" sldId="2147485912"/>
          </pc:sldLayoutMkLst>
        </pc:sldLayoutChg>
        <pc:sldLayoutChg chg="del">
          <pc:chgData name="한준 김" userId="7dd4edb89109a895" providerId="LiveId" clId="{1296541B-A483-4B86-9E56-F32887AE44E3}" dt="2024-10-17T04:52:27.503" v="6340" actId="2696"/>
          <pc:sldLayoutMkLst>
            <pc:docMk/>
            <pc:sldMasterMk cId="2627069489" sldId="2147485906"/>
            <pc:sldLayoutMk cId="3382262095" sldId="2147485913"/>
          </pc:sldLayoutMkLst>
        </pc:sldLayoutChg>
        <pc:sldLayoutChg chg="del">
          <pc:chgData name="한준 김" userId="7dd4edb89109a895" providerId="LiveId" clId="{1296541B-A483-4B86-9E56-F32887AE44E3}" dt="2024-10-17T04:52:27.503" v="6340" actId="2696"/>
          <pc:sldLayoutMkLst>
            <pc:docMk/>
            <pc:sldMasterMk cId="2627069489" sldId="2147485906"/>
            <pc:sldLayoutMk cId="4121540836" sldId="2147485914"/>
          </pc:sldLayoutMkLst>
        </pc:sldLayoutChg>
        <pc:sldLayoutChg chg="del">
          <pc:chgData name="한준 김" userId="7dd4edb89109a895" providerId="LiveId" clId="{1296541B-A483-4B86-9E56-F32887AE44E3}" dt="2024-10-17T04:52:27.503" v="6340" actId="2696"/>
          <pc:sldLayoutMkLst>
            <pc:docMk/>
            <pc:sldMasterMk cId="2627069489" sldId="2147485906"/>
            <pc:sldLayoutMk cId="387057216" sldId="2147485915"/>
          </pc:sldLayoutMkLst>
        </pc:sldLayoutChg>
        <pc:sldLayoutChg chg="del">
          <pc:chgData name="한준 김" userId="7dd4edb89109a895" providerId="LiveId" clId="{1296541B-A483-4B86-9E56-F32887AE44E3}" dt="2024-10-17T04:52:27.503" v="6340" actId="2696"/>
          <pc:sldLayoutMkLst>
            <pc:docMk/>
            <pc:sldMasterMk cId="2627069489" sldId="2147485906"/>
            <pc:sldLayoutMk cId="2920162037" sldId="2147485916"/>
          </pc:sldLayoutMkLst>
        </pc:sldLayoutChg>
        <pc:sldLayoutChg chg="del">
          <pc:chgData name="한준 김" userId="7dd4edb89109a895" providerId="LiveId" clId="{1296541B-A483-4B86-9E56-F32887AE44E3}" dt="2024-10-17T04:52:27.503" v="6340" actId="2696"/>
          <pc:sldLayoutMkLst>
            <pc:docMk/>
            <pc:sldMasterMk cId="2627069489" sldId="2147485906"/>
            <pc:sldLayoutMk cId="4014519964" sldId="2147485917"/>
          </pc:sldLayoutMkLst>
        </pc:sldLayoutChg>
      </pc:sldMasterChg>
      <pc:sldMasterChg chg="del delSldLayout">
        <pc:chgData name="한준 김" userId="7dd4edb89109a895" providerId="LiveId" clId="{1296541B-A483-4B86-9E56-F32887AE44E3}" dt="2024-10-12T06:01:03.630" v="6118" actId="47"/>
        <pc:sldMasterMkLst>
          <pc:docMk/>
          <pc:sldMasterMk cId="4246095691" sldId="2147485918"/>
        </pc:sldMasterMkLst>
        <pc:sldLayoutChg chg="del">
          <pc:chgData name="한준 김" userId="7dd4edb89109a895" providerId="LiveId" clId="{1296541B-A483-4B86-9E56-F32887AE44E3}" dt="2024-10-12T06:01:03.630" v="6118" actId="47"/>
          <pc:sldLayoutMkLst>
            <pc:docMk/>
            <pc:sldMasterMk cId="4246095691" sldId="2147485918"/>
            <pc:sldLayoutMk cId="3326810438" sldId="2147485919"/>
          </pc:sldLayoutMkLst>
        </pc:sldLayoutChg>
        <pc:sldLayoutChg chg="del">
          <pc:chgData name="한준 김" userId="7dd4edb89109a895" providerId="LiveId" clId="{1296541B-A483-4B86-9E56-F32887AE44E3}" dt="2024-10-12T06:01:03.630" v="6118" actId="47"/>
          <pc:sldLayoutMkLst>
            <pc:docMk/>
            <pc:sldMasterMk cId="4246095691" sldId="2147485918"/>
            <pc:sldLayoutMk cId="1466399400" sldId="2147485920"/>
          </pc:sldLayoutMkLst>
        </pc:sldLayoutChg>
        <pc:sldLayoutChg chg="del">
          <pc:chgData name="한준 김" userId="7dd4edb89109a895" providerId="LiveId" clId="{1296541B-A483-4B86-9E56-F32887AE44E3}" dt="2024-10-12T06:01:03.630" v="6118" actId="47"/>
          <pc:sldLayoutMkLst>
            <pc:docMk/>
            <pc:sldMasterMk cId="4246095691" sldId="2147485918"/>
            <pc:sldLayoutMk cId="2462285583" sldId="2147485921"/>
          </pc:sldLayoutMkLst>
        </pc:sldLayoutChg>
        <pc:sldLayoutChg chg="del">
          <pc:chgData name="한준 김" userId="7dd4edb89109a895" providerId="LiveId" clId="{1296541B-A483-4B86-9E56-F32887AE44E3}" dt="2024-10-12T06:01:03.630" v="6118" actId="47"/>
          <pc:sldLayoutMkLst>
            <pc:docMk/>
            <pc:sldMasterMk cId="4246095691" sldId="2147485918"/>
            <pc:sldLayoutMk cId="767169859" sldId="2147485922"/>
          </pc:sldLayoutMkLst>
        </pc:sldLayoutChg>
        <pc:sldLayoutChg chg="del">
          <pc:chgData name="한준 김" userId="7dd4edb89109a895" providerId="LiveId" clId="{1296541B-A483-4B86-9E56-F32887AE44E3}" dt="2024-10-12T06:01:03.630" v="6118" actId="47"/>
          <pc:sldLayoutMkLst>
            <pc:docMk/>
            <pc:sldMasterMk cId="4246095691" sldId="2147485918"/>
            <pc:sldLayoutMk cId="1100281162" sldId="2147485923"/>
          </pc:sldLayoutMkLst>
        </pc:sldLayoutChg>
        <pc:sldLayoutChg chg="del">
          <pc:chgData name="한준 김" userId="7dd4edb89109a895" providerId="LiveId" clId="{1296541B-A483-4B86-9E56-F32887AE44E3}" dt="2024-10-12T06:01:03.630" v="6118" actId="47"/>
          <pc:sldLayoutMkLst>
            <pc:docMk/>
            <pc:sldMasterMk cId="4246095691" sldId="2147485918"/>
            <pc:sldLayoutMk cId="2433526346" sldId="2147485924"/>
          </pc:sldLayoutMkLst>
        </pc:sldLayoutChg>
        <pc:sldLayoutChg chg="del">
          <pc:chgData name="한준 김" userId="7dd4edb89109a895" providerId="LiveId" clId="{1296541B-A483-4B86-9E56-F32887AE44E3}" dt="2024-10-12T06:01:03.630" v="6118" actId="47"/>
          <pc:sldLayoutMkLst>
            <pc:docMk/>
            <pc:sldMasterMk cId="4246095691" sldId="2147485918"/>
            <pc:sldLayoutMk cId="2837849727" sldId="2147485925"/>
          </pc:sldLayoutMkLst>
        </pc:sldLayoutChg>
        <pc:sldLayoutChg chg="del">
          <pc:chgData name="한준 김" userId="7dd4edb89109a895" providerId="LiveId" clId="{1296541B-A483-4B86-9E56-F32887AE44E3}" dt="2024-10-12T06:01:03.630" v="6118" actId="47"/>
          <pc:sldLayoutMkLst>
            <pc:docMk/>
            <pc:sldMasterMk cId="4246095691" sldId="2147485918"/>
            <pc:sldLayoutMk cId="483800601" sldId="2147485926"/>
          </pc:sldLayoutMkLst>
        </pc:sldLayoutChg>
        <pc:sldLayoutChg chg="del">
          <pc:chgData name="한준 김" userId="7dd4edb89109a895" providerId="LiveId" clId="{1296541B-A483-4B86-9E56-F32887AE44E3}" dt="2024-10-12T06:01:03.630" v="6118" actId="47"/>
          <pc:sldLayoutMkLst>
            <pc:docMk/>
            <pc:sldMasterMk cId="4246095691" sldId="2147485918"/>
            <pc:sldLayoutMk cId="2042164093" sldId="2147485927"/>
          </pc:sldLayoutMkLst>
        </pc:sldLayoutChg>
        <pc:sldLayoutChg chg="del">
          <pc:chgData name="한준 김" userId="7dd4edb89109a895" providerId="LiveId" clId="{1296541B-A483-4B86-9E56-F32887AE44E3}" dt="2024-10-12T06:01:03.630" v="6118" actId="47"/>
          <pc:sldLayoutMkLst>
            <pc:docMk/>
            <pc:sldMasterMk cId="4246095691" sldId="2147485918"/>
            <pc:sldLayoutMk cId="2415135788" sldId="2147485928"/>
          </pc:sldLayoutMkLst>
        </pc:sldLayoutChg>
        <pc:sldLayoutChg chg="del">
          <pc:chgData name="한준 김" userId="7dd4edb89109a895" providerId="LiveId" clId="{1296541B-A483-4B86-9E56-F32887AE44E3}" dt="2024-10-12T06:01:03.630" v="6118" actId="47"/>
          <pc:sldLayoutMkLst>
            <pc:docMk/>
            <pc:sldMasterMk cId="4246095691" sldId="2147485918"/>
            <pc:sldLayoutMk cId="883283491" sldId="2147485929"/>
          </pc:sldLayoutMkLst>
        </pc:sldLayoutChg>
        <pc:sldLayoutChg chg="del">
          <pc:chgData name="한준 김" userId="7dd4edb89109a895" providerId="LiveId" clId="{1296541B-A483-4B86-9E56-F32887AE44E3}" dt="2024-10-12T06:01:03.630" v="6118" actId="47"/>
          <pc:sldLayoutMkLst>
            <pc:docMk/>
            <pc:sldMasterMk cId="4246095691" sldId="2147485918"/>
            <pc:sldLayoutMk cId="1788322534" sldId="2147485930"/>
          </pc:sldLayoutMkLst>
        </pc:sldLayoutChg>
      </pc:sldMasterChg>
      <pc:sldMasterChg chg="del delSldLayout">
        <pc:chgData name="한준 김" userId="7dd4edb89109a895" providerId="LiveId" clId="{1296541B-A483-4B86-9E56-F32887AE44E3}" dt="2024-10-17T04:52:27.503" v="6340" actId="2696"/>
        <pc:sldMasterMkLst>
          <pc:docMk/>
          <pc:sldMasterMk cId="4246726814" sldId="2147485918"/>
        </pc:sldMasterMkLst>
        <pc:sldLayoutChg chg="del">
          <pc:chgData name="한준 김" userId="7dd4edb89109a895" providerId="LiveId" clId="{1296541B-A483-4B86-9E56-F32887AE44E3}" dt="2024-10-17T04:52:27.503" v="6340" actId="2696"/>
          <pc:sldLayoutMkLst>
            <pc:docMk/>
            <pc:sldMasterMk cId="4246726814" sldId="2147485918"/>
            <pc:sldLayoutMk cId="3564331312" sldId="2147485919"/>
          </pc:sldLayoutMkLst>
        </pc:sldLayoutChg>
        <pc:sldLayoutChg chg="del">
          <pc:chgData name="한준 김" userId="7dd4edb89109a895" providerId="LiveId" clId="{1296541B-A483-4B86-9E56-F32887AE44E3}" dt="2024-10-17T04:52:27.503" v="6340" actId="2696"/>
          <pc:sldLayoutMkLst>
            <pc:docMk/>
            <pc:sldMasterMk cId="4246726814" sldId="2147485918"/>
            <pc:sldLayoutMk cId="2826736839" sldId="2147485920"/>
          </pc:sldLayoutMkLst>
        </pc:sldLayoutChg>
        <pc:sldLayoutChg chg="del">
          <pc:chgData name="한준 김" userId="7dd4edb89109a895" providerId="LiveId" clId="{1296541B-A483-4B86-9E56-F32887AE44E3}" dt="2024-10-17T04:52:27.503" v="6340" actId="2696"/>
          <pc:sldLayoutMkLst>
            <pc:docMk/>
            <pc:sldMasterMk cId="4246726814" sldId="2147485918"/>
            <pc:sldLayoutMk cId="694987259" sldId="2147485921"/>
          </pc:sldLayoutMkLst>
        </pc:sldLayoutChg>
        <pc:sldLayoutChg chg="del">
          <pc:chgData name="한준 김" userId="7dd4edb89109a895" providerId="LiveId" clId="{1296541B-A483-4B86-9E56-F32887AE44E3}" dt="2024-10-17T04:52:27.503" v="6340" actId="2696"/>
          <pc:sldLayoutMkLst>
            <pc:docMk/>
            <pc:sldMasterMk cId="4246726814" sldId="2147485918"/>
            <pc:sldLayoutMk cId="2106792258" sldId="2147485922"/>
          </pc:sldLayoutMkLst>
        </pc:sldLayoutChg>
        <pc:sldLayoutChg chg="del">
          <pc:chgData name="한준 김" userId="7dd4edb89109a895" providerId="LiveId" clId="{1296541B-A483-4B86-9E56-F32887AE44E3}" dt="2024-10-17T04:52:27.503" v="6340" actId="2696"/>
          <pc:sldLayoutMkLst>
            <pc:docMk/>
            <pc:sldMasterMk cId="4246726814" sldId="2147485918"/>
            <pc:sldLayoutMk cId="623534941" sldId="2147485923"/>
          </pc:sldLayoutMkLst>
        </pc:sldLayoutChg>
        <pc:sldLayoutChg chg="del">
          <pc:chgData name="한준 김" userId="7dd4edb89109a895" providerId="LiveId" clId="{1296541B-A483-4B86-9E56-F32887AE44E3}" dt="2024-10-17T04:52:27.503" v="6340" actId="2696"/>
          <pc:sldLayoutMkLst>
            <pc:docMk/>
            <pc:sldMasterMk cId="4246726814" sldId="2147485918"/>
            <pc:sldLayoutMk cId="3119223965" sldId="2147485924"/>
          </pc:sldLayoutMkLst>
        </pc:sldLayoutChg>
        <pc:sldLayoutChg chg="del">
          <pc:chgData name="한준 김" userId="7dd4edb89109a895" providerId="LiveId" clId="{1296541B-A483-4B86-9E56-F32887AE44E3}" dt="2024-10-17T04:52:27.503" v="6340" actId="2696"/>
          <pc:sldLayoutMkLst>
            <pc:docMk/>
            <pc:sldMasterMk cId="4246726814" sldId="2147485918"/>
            <pc:sldLayoutMk cId="2275224888" sldId="2147485925"/>
          </pc:sldLayoutMkLst>
        </pc:sldLayoutChg>
        <pc:sldLayoutChg chg="del">
          <pc:chgData name="한준 김" userId="7dd4edb89109a895" providerId="LiveId" clId="{1296541B-A483-4B86-9E56-F32887AE44E3}" dt="2024-10-17T04:52:27.503" v="6340" actId="2696"/>
          <pc:sldLayoutMkLst>
            <pc:docMk/>
            <pc:sldMasterMk cId="4246726814" sldId="2147485918"/>
            <pc:sldLayoutMk cId="2738135662" sldId="2147485926"/>
          </pc:sldLayoutMkLst>
        </pc:sldLayoutChg>
        <pc:sldLayoutChg chg="del">
          <pc:chgData name="한준 김" userId="7dd4edb89109a895" providerId="LiveId" clId="{1296541B-A483-4B86-9E56-F32887AE44E3}" dt="2024-10-17T04:52:27.503" v="6340" actId="2696"/>
          <pc:sldLayoutMkLst>
            <pc:docMk/>
            <pc:sldMasterMk cId="4246726814" sldId="2147485918"/>
            <pc:sldLayoutMk cId="3725129058" sldId="2147485927"/>
          </pc:sldLayoutMkLst>
        </pc:sldLayoutChg>
        <pc:sldLayoutChg chg="del">
          <pc:chgData name="한준 김" userId="7dd4edb89109a895" providerId="LiveId" clId="{1296541B-A483-4B86-9E56-F32887AE44E3}" dt="2024-10-17T04:52:27.503" v="6340" actId="2696"/>
          <pc:sldLayoutMkLst>
            <pc:docMk/>
            <pc:sldMasterMk cId="4246726814" sldId="2147485918"/>
            <pc:sldLayoutMk cId="2093236585" sldId="2147485928"/>
          </pc:sldLayoutMkLst>
        </pc:sldLayoutChg>
        <pc:sldLayoutChg chg="del">
          <pc:chgData name="한준 김" userId="7dd4edb89109a895" providerId="LiveId" clId="{1296541B-A483-4B86-9E56-F32887AE44E3}" dt="2024-10-17T04:52:27.503" v="6340" actId="2696"/>
          <pc:sldLayoutMkLst>
            <pc:docMk/>
            <pc:sldMasterMk cId="4246726814" sldId="2147485918"/>
            <pc:sldLayoutMk cId="4173871325" sldId="2147485929"/>
          </pc:sldLayoutMkLst>
        </pc:sldLayoutChg>
        <pc:sldLayoutChg chg="del">
          <pc:chgData name="한준 김" userId="7dd4edb89109a895" providerId="LiveId" clId="{1296541B-A483-4B86-9E56-F32887AE44E3}" dt="2024-10-17T04:52:27.503" v="6340" actId="2696"/>
          <pc:sldLayoutMkLst>
            <pc:docMk/>
            <pc:sldMasterMk cId="4246726814" sldId="2147485918"/>
            <pc:sldLayoutMk cId="160051943" sldId="2147485930"/>
          </pc:sldLayoutMkLst>
        </pc:sldLayoutChg>
      </pc:sldMasterChg>
      <pc:sldMasterChg chg="del delSldLayout">
        <pc:chgData name="한준 김" userId="7dd4edb89109a895" providerId="LiveId" clId="{1296541B-A483-4B86-9E56-F32887AE44E3}" dt="2024-10-19T08:35:58.838" v="6825" actId="2696"/>
        <pc:sldMasterMkLst>
          <pc:docMk/>
          <pc:sldMasterMk cId="3298315492" sldId="2147485931"/>
        </pc:sldMasterMkLst>
        <pc:sldLayoutChg chg="del">
          <pc:chgData name="한준 김" userId="7dd4edb89109a895" providerId="LiveId" clId="{1296541B-A483-4B86-9E56-F32887AE44E3}" dt="2024-10-19T08:35:58.838" v="6825" actId="2696"/>
          <pc:sldLayoutMkLst>
            <pc:docMk/>
            <pc:sldMasterMk cId="3298315492" sldId="2147485931"/>
            <pc:sldLayoutMk cId="1951126297" sldId="2147485932"/>
          </pc:sldLayoutMkLst>
        </pc:sldLayoutChg>
        <pc:sldLayoutChg chg="del">
          <pc:chgData name="한준 김" userId="7dd4edb89109a895" providerId="LiveId" clId="{1296541B-A483-4B86-9E56-F32887AE44E3}" dt="2024-10-19T08:35:58.838" v="6825" actId="2696"/>
          <pc:sldLayoutMkLst>
            <pc:docMk/>
            <pc:sldMasterMk cId="3298315492" sldId="2147485931"/>
            <pc:sldLayoutMk cId="976950150" sldId="2147485933"/>
          </pc:sldLayoutMkLst>
        </pc:sldLayoutChg>
        <pc:sldLayoutChg chg="del">
          <pc:chgData name="한준 김" userId="7dd4edb89109a895" providerId="LiveId" clId="{1296541B-A483-4B86-9E56-F32887AE44E3}" dt="2024-10-19T08:35:58.838" v="6825" actId="2696"/>
          <pc:sldLayoutMkLst>
            <pc:docMk/>
            <pc:sldMasterMk cId="3298315492" sldId="2147485931"/>
            <pc:sldLayoutMk cId="185775182" sldId="2147485934"/>
          </pc:sldLayoutMkLst>
        </pc:sldLayoutChg>
        <pc:sldLayoutChg chg="del">
          <pc:chgData name="한준 김" userId="7dd4edb89109a895" providerId="LiveId" clId="{1296541B-A483-4B86-9E56-F32887AE44E3}" dt="2024-10-19T08:35:58.838" v="6825" actId="2696"/>
          <pc:sldLayoutMkLst>
            <pc:docMk/>
            <pc:sldMasterMk cId="3298315492" sldId="2147485931"/>
            <pc:sldLayoutMk cId="498097550" sldId="2147485935"/>
          </pc:sldLayoutMkLst>
        </pc:sldLayoutChg>
        <pc:sldLayoutChg chg="del">
          <pc:chgData name="한준 김" userId="7dd4edb89109a895" providerId="LiveId" clId="{1296541B-A483-4B86-9E56-F32887AE44E3}" dt="2024-10-19T08:35:58.838" v="6825" actId="2696"/>
          <pc:sldLayoutMkLst>
            <pc:docMk/>
            <pc:sldMasterMk cId="3298315492" sldId="2147485931"/>
            <pc:sldLayoutMk cId="3265026150" sldId="2147485936"/>
          </pc:sldLayoutMkLst>
        </pc:sldLayoutChg>
        <pc:sldLayoutChg chg="del">
          <pc:chgData name="한준 김" userId="7dd4edb89109a895" providerId="LiveId" clId="{1296541B-A483-4B86-9E56-F32887AE44E3}" dt="2024-10-19T08:35:58.838" v="6825" actId="2696"/>
          <pc:sldLayoutMkLst>
            <pc:docMk/>
            <pc:sldMasterMk cId="3298315492" sldId="2147485931"/>
            <pc:sldLayoutMk cId="362909553" sldId="2147485937"/>
          </pc:sldLayoutMkLst>
        </pc:sldLayoutChg>
        <pc:sldLayoutChg chg="del">
          <pc:chgData name="한준 김" userId="7dd4edb89109a895" providerId="LiveId" clId="{1296541B-A483-4B86-9E56-F32887AE44E3}" dt="2024-10-19T08:35:58.838" v="6825" actId="2696"/>
          <pc:sldLayoutMkLst>
            <pc:docMk/>
            <pc:sldMasterMk cId="3298315492" sldId="2147485931"/>
            <pc:sldLayoutMk cId="2358793933" sldId="2147485938"/>
          </pc:sldLayoutMkLst>
        </pc:sldLayoutChg>
        <pc:sldLayoutChg chg="del">
          <pc:chgData name="한준 김" userId="7dd4edb89109a895" providerId="LiveId" clId="{1296541B-A483-4B86-9E56-F32887AE44E3}" dt="2024-10-19T08:35:58.838" v="6825" actId="2696"/>
          <pc:sldLayoutMkLst>
            <pc:docMk/>
            <pc:sldMasterMk cId="3298315492" sldId="2147485931"/>
            <pc:sldLayoutMk cId="2572394346" sldId="2147485939"/>
          </pc:sldLayoutMkLst>
        </pc:sldLayoutChg>
        <pc:sldLayoutChg chg="del">
          <pc:chgData name="한준 김" userId="7dd4edb89109a895" providerId="LiveId" clId="{1296541B-A483-4B86-9E56-F32887AE44E3}" dt="2024-10-19T08:35:58.838" v="6825" actId="2696"/>
          <pc:sldLayoutMkLst>
            <pc:docMk/>
            <pc:sldMasterMk cId="3298315492" sldId="2147485931"/>
            <pc:sldLayoutMk cId="617291877" sldId="2147485940"/>
          </pc:sldLayoutMkLst>
        </pc:sldLayoutChg>
        <pc:sldLayoutChg chg="del">
          <pc:chgData name="한준 김" userId="7dd4edb89109a895" providerId="LiveId" clId="{1296541B-A483-4B86-9E56-F32887AE44E3}" dt="2024-10-19T08:35:58.838" v="6825" actId="2696"/>
          <pc:sldLayoutMkLst>
            <pc:docMk/>
            <pc:sldMasterMk cId="3298315492" sldId="2147485931"/>
            <pc:sldLayoutMk cId="2859112902" sldId="2147485941"/>
          </pc:sldLayoutMkLst>
        </pc:sldLayoutChg>
        <pc:sldLayoutChg chg="del">
          <pc:chgData name="한준 김" userId="7dd4edb89109a895" providerId="LiveId" clId="{1296541B-A483-4B86-9E56-F32887AE44E3}" dt="2024-10-19T08:35:58.838" v="6825" actId="2696"/>
          <pc:sldLayoutMkLst>
            <pc:docMk/>
            <pc:sldMasterMk cId="3298315492" sldId="2147485931"/>
            <pc:sldLayoutMk cId="2354986410" sldId="2147485942"/>
          </pc:sldLayoutMkLst>
        </pc:sldLayoutChg>
      </pc:sldMasterChg>
      <pc:sldMasterChg chg="del delSldLayout">
        <pc:chgData name="한준 김" userId="7dd4edb89109a895" providerId="LiveId" clId="{1296541B-A483-4B86-9E56-F32887AE44E3}" dt="2024-10-19T08:35:58.838" v="6825" actId="2696"/>
        <pc:sldMasterMkLst>
          <pc:docMk/>
          <pc:sldMasterMk cId="1010703355" sldId="2147485943"/>
        </pc:sldMasterMkLst>
        <pc:sldLayoutChg chg="del">
          <pc:chgData name="한준 김" userId="7dd4edb89109a895" providerId="LiveId" clId="{1296541B-A483-4B86-9E56-F32887AE44E3}" dt="2024-10-19T08:35:58.838" v="6825" actId="2696"/>
          <pc:sldLayoutMkLst>
            <pc:docMk/>
            <pc:sldMasterMk cId="1010703355" sldId="2147485943"/>
            <pc:sldLayoutMk cId="2821884781" sldId="2147485944"/>
          </pc:sldLayoutMkLst>
        </pc:sldLayoutChg>
        <pc:sldLayoutChg chg="del">
          <pc:chgData name="한준 김" userId="7dd4edb89109a895" providerId="LiveId" clId="{1296541B-A483-4B86-9E56-F32887AE44E3}" dt="2024-10-19T08:35:58.838" v="6825" actId="2696"/>
          <pc:sldLayoutMkLst>
            <pc:docMk/>
            <pc:sldMasterMk cId="1010703355" sldId="2147485943"/>
            <pc:sldLayoutMk cId="54896128" sldId="2147485945"/>
          </pc:sldLayoutMkLst>
        </pc:sldLayoutChg>
        <pc:sldLayoutChg chg="del">
          <pc:chgData name="한준 김" userId="7dd4edb89109a895" providerId="LiveId" clId="{1296541B-A483-4B86-9E56-F32887AE44E3}" dt="2024-10-19T08:35:58.838" v="6825" actId="2696"/>
          <pc:sldLayoutMkLst>
            <pc:docMk/>
            <pc:sldMasterMk cId="1010703355" sldId="2147485943"/>
            <pc:sldLayoutMk cId="192573622" sldId="2147485946"/>
          </pc:sldLayoutMkLst>
        </pc:sldLayoutChg>
        <pc:sldLayoutChg chg="del">
          <pc:chgData name="한준 김" userId="7dd4edb89109a895" providerId="LiveId" clId="{1296541B-A483-4B86-9E56-F32887AE44E3}" dt="2024-10-19T08:35:58.838" v="6825" actId="2696"/>
          <pc:sldLayoutMkLst>
            <pc:docMk/>
            <pc:sldMasterMk cId="1010703355" sldId="2147485943"/>
            <pc:sldLayoutMk cId="3326558150" sldId="2147485947"/>
          </pc:sldLayoutMkLst>
        </pc:sldLayoutChg>
        <pc:sldLayoutChg chg="del">
          <pc:chgData name="한준 김" userId="7dd4edb89109a895" providerId="LiveId" clId="{1296541B-A483-4B86-9E56-F32887AE44E3}" dt="2024-10-19T08:35:58.838" v="6825" actId="2696"/>
          <pc:sldLayoutMkLst>
            <pc:docMk/>
            <pc:sldMasterMk cId="1010703355" sldId="2147485943"/>
            <pc:sldLayoutMk cId="1268247090" sldId="2147485948"/>
          </pc:sldLayoutMkLst>
        </pc:sldLayoutChg>
        <pc:sldLayoutChg chg="del">
          <pc:chgData name="한준 김" userId="7dd4edb89109a895" providerId="LiveId" clId="{1296541B-A483-4B86-9E56-F32887AE44E3}" dt="2024-10-19T08:35:58.838" v="6825" actId="2696"/>
          <pc:sldLayoutMkLst>
            <pc:docMk/>
            <pc:sldMasterMk cId="1010703355" sldId="2147485943"/>
            <pc:sldLayoutMk cId="4034705174" sldId="2147485949"/>
          </pc:sldLayoutMkLst>
        </pc:sldLayoutChg>
        <pc:sldLayoutChg chg="del">
          <pc:chgData name="한준 김" userId="7dd4edb89109a895" providerId="LiveId" clId="{1296541B-A483-4B86-9E56-F32887AE44E3}" dt="2024-10-19T08:35:58.838" v="6825" actId="2696"/>
          <pc:sldLayoutMkLst>
            <pc:docMk/>
            <pc:sldMasterMk cId="1010703355" sldId="2147485943"/>
            <pc:sldLayoutMk cId="3470786449" sldId="2147485950"/>
          </pc:sldLayoutMkLst>
        </pc:sldLayoutChg>
        <pc:sldLayoutChg chg="del">
          <pc:chgData name="한준 김" userId="7dd4edb89109a895" providerId="LiveId" clId="{1296541B-A483-4B86-9E56-F32887AE44E3}" dt="2024-10-19T08:35:58.838" v="6825" actId="2696"/>
          <pc:sldLayoutMkLst>
            <pc:docMk/>
            <pc:sldMasterMk cId="1010703355" sldId="2147485943"/>
            <pc:sldLayoutMk cId="3509411216" sldId="2147485951"/>
          </pc:sldLayoutMkLst>
        </pc:sldLayoutChg>
        <pc:sldLayoutChg chg="del">
          <pc:chgData name="한준 김" userId="7dd4edb89109a895" providerId="LiveId" clId="{1296541B-A483-4B86-9E56-F32887AE44E3}" dt="2024-10-19T08:35:58.838" v="6825" actId="2696"/>
          <pc:sldLayoutMkLst>
            <pc:docMk/>
            <pc:sldMasterMk cId="1010703355" sldId="2147485943"/>
            <pc:sldLayoutMk cId="36772200" sldId="2147485952"/>
          </pc:sldLayoutMkLst>
        </pc:sldLayoutChg>
        <pc:sldLayoutChg chg="del">
          <pc:chgData name="한준 김" userId="7dd4edb89109a895" providerId="LiveId" clId="{1296541B-A483-4B86-9E56-F32887AE44E3}" dt="2024-10-19T08:35:58.838" v="6825" actId="2696"/>
          <pc:sldLayoutMkLst>
            <pc:docMk/>
            <pc:sldMasterMk cId="1010703355" sldId="2147485943"/>
            <pc:sldLayoutMk cId="3168008265" sldId="2147485953"/>
          </pc:sldLayoutMkLst>
        </pc:sldLayoutChg>
        <pc:sldLayoutChg chg="del">
          <pc:chgData name="한준 김" userId="7dd4edb89109a895" providerId="LiveId" clId="{1296541B-A483-4B86-9E56-F32887AE44E3}" dt="2024-10-19T08:35:58.838" v="6825" actId="2696"/>
          <pc:sldLayoutMkLst>
            <pc:docMk/>
            <pc:sldMasterMk cId="1010703355" sldId="2147485943"/>
            <pc:sldLayoutMk cId="2935131718" sldId="2147485954"/>
          </pc:sldLayoutMkLst>
        </pc:sldLayoutChg>
      </pc:sldMasterChg>
      <pc:sldMasterChg chg="del delSldLayout">
        <pc:chgData name="한준 김" userId="7dd4edb89109a895" providerId="LiveId" clId="{1296541B-A483-4B86-9E56-F32887AE44E3}" dt="2024-10-25T09:13:46.892" v="6942" actId="2696"/>
        <pc:sldMasterMkLst>
          <pc:docMk/>
          <pc:sldMasterMk cId="3886093499" sldId="2147485955"/>
        </pc:sldMasterMkLst>
        <pc:sldLayoutChg chg="del">
          <pc:chgData name="한준 김" userId="7dd4edb89109a895" providerId="LiveId" clId="{1296541B-A483-4B86-9E56-F32887AE44E3}" dt="2024-10-25T09:13:46.892" v="6942" actId="2696"/>
          <pc:sldLayoutMkLst>
            <pc:docMk/>
            <pc:sldMasterMk cId="3886093499" sldId="2147485955"/>
            <pc:sldLayoutMk cId="4175782928" sldId="2147485956"/>
          </pc:sldLayoutMkLst>
        </pc:sldLayoutChg>
        <pc:sldLayoutChg chg="del">
          <pc:chgData name="한준 김" userId="7dd4edb89109a895" providerId="LiveId" clId="{1296541B-A483-4B86-9E56-F32887AE44E3}" dt="2024-10-25T09:13:46.892" v="6942" actId="2696"/>
          <pc:sldLayoutMkLst>
            <pc:docMk/>
            <pc:sldMasterMk cId="3886093499" sldId="2147485955"/>
            <pc:sldLayoutMk cId="1123557365" sldId="2147485957"/>
          </pc:sldLayoutMkLst>
        </pc:sldLayoutChg>
        <pc:sldLayoutChg chg="del">
          <pc:chgData name="한준 김" userId="7dd4edb89109a895" providerId="LiveId" clId="{1296541B-A483-4B86-9E56-F32887AE44E3}" dt="2024-10-25T09:13:46.892" v="6942" actId="2696"/>
          <pc:sldLayoutMkLst>
            <pc:docMk/>
            <pc:sldMasterMk cId="3886093499" sldId="2147485955"/>
            <pc:sldLayoutMk cId="1977565970" sldId="2147485958"/>
          </pc:sldLayoutMkLst>
        </pc:sldLayoutChg>
        <pc:sldLayoutChg chg="del">
          <pc:chgData name="한준 김" userId="7dd4edb89109a895" providerId="LiveId" clId="{1296541B-A483-4B86-9E56-F32887AE44E3}" dt="2024-10-25T09:13:46.892" v="6942" actId="2696"/>
          <pc:sldLayoutMkLst>
            <pc:docMk/>
            <pc:sldMasterMk cId="3886093499" sldId="2147485955"/>
            <pc:sldLayoutMk cId="3875429916" sldId="2147485959"/>
          </pc:sldLayoutMkLst>
        </pc:sldLayoutChg>
        <pc:sldLayoutChg chg="del">
          <pc:chgData name="한준 김" userId="7dd4edb89109a895" providerId="LiveId" clId="{1296541B-A483-4B86-9E56-F32887AE44E3}" dt="2024-10-25T09:13:46.892" v="6942" actId="2696"/>
          <pc:sldLayoutMkLst>
            <pc:docMk/>
            <pc:sldMasterMk cId="3886093499" sldId="2147485955"/>
            <pc:sldLayoutMk cId="2287614690" sldId="2147485960"/>
          </pc:sldLayoutMkLst>
        </pc:sldLayoutChg>
        <pc:sldLayoutChg chg="del">
          <pc:chgData name="한준 김" userId="7dd4edb89109a895" providerId="LiveId" clId="{1296541B-A483-4B86-9E56-F32887AE44E3}" dt="2024-10-25T09:13:46.892" v="6942" actId="2696"/>
          <pc:sldLayoutMkLst>
            <pc:docMk/>
            <pc:sldMasterMk cId="3886093499" sldId="2147485955"/>
            <pc:sldLayoutMk cId="906394514" sldId="2147485961"/>
          </pc:sldLayoutMkLst>
        </pc:sldLayoutChg>
        <pc:sldLayoutChg chg="del">
          <pc:chgData name="한준 김" userId="7dd4edb89109a895" providerId="LiveId" clId="{1296541B-A483-4B86-9E56-F32887AE44E3}" dt="2024-10-25T09:13:46.892" v="6942" actId="2696"/>
          <pc:sldLayoutMkLst>
            <pc:docMk/>
            <pc:sldMasterMk cId="3886093499" sldId="2147485955"/>
            <pc:sldLayoutMk cId="1391021797" sldId="2147485962"/>
          </pc:sldLayoutMkLst>
        </pc:sldLayoutChg>
        <pc:sldLayoutChg chg="del">
          <pc:chgData name="한준 김" userId="7dd4edb89109a895" providerId="LiveId" clId="{1296541B-A483-4B86-9E56-F32887AE44E3}" dt="2024-10-25T09:13:46.892" v="6942" actId="2696"/>
          <pc:sldLayoutMkLst>
            <pc:docMk/>
            <pc:sldMasterMk cId="3886093499" sldId="2147485955"/>
            <pc:sldLayoutMk cId="3386300818" sldId="2147485963"/>
          </pc:sldLayoutMkLst>
        </pc:sldLayoutChg>
        <pc:sldLayoutChg chg="del">
          <pc:chgData name="한준 김" userId="7dd4edb89109a895" providerId="LiveId" clId="{1296541B-A483-4B86-9E56-F32887AE44E3}" dt="2024-10-25T09:13:46.892" v="6942" actId="2696"/>
          <pc:sldLayoutMkLst>
            <pc:docMk/>
            <pc:sldMasterMk cId="3886093499" sldId="2147485955"/>
            <pc:sldLayoutMk cId="3241219248" sldId="2147485964"/>
          </pc:sldLayoutMkLst>
        </pc:sldLayoutChg>
        <pc:sldLayoutChg chg="del">
          <pc:chgData name="한준 김" userId="7dd4edb89109a895" providerId="LiveId" clId="{1296541B-A483-4B86-9E56-F32887AE44E3}" dt="2024-10-25T09:13:46.892" v="6942" actId="2696"/>
          <pc:sldLayoutMkLst>
            <pc:docMk/>
            <pc:sldMasterMk cId="3886093499" sldId="2147485955"/>
            <pc:sldLayoutMk cId="105258016" sldId="2147485965"/>
          </pc:sldLayoutMkLst>
        </pc:sldLayoutChg>
        <pc:sldLayoutChg chg="del">
          <pc:chgData name="한준 김" userId="7dd4edb89109a895" providerId="LiveId" clId="{1296541B-A483-4B86-9E56-F32887AE44E3}" dt="2024-10-25T09:13:46.892" v="6942" actId="2696"/>
          <pc:sldLayoutMkLst>
            <pc:docMk/>
            <pc:sldMasterMk cId="3886093499" sldId="2147485955"/>
            <pc:sldLayoutMk cId="1875281208" sldId="2147485966"/>
          </pc:sldLayoutMkLst>
        </pc:sldLayoutChg>
      </pc:sldMasterChg>
      <pc:sldMasterChg chg="del delSldLayout">
        <pc:chgData name="한준 김" userId="7dd4edb89109a895" providerId="LiveId" clId="{1296541B-A483-4B86-9E56-F32887AE44E3}" dt="2024-10-25T09:16:48.451" v="7148" actId="2696"/>
        <pc:sldMasterMkLst>
          <pc:docMk/>
          <pc:sldMasterMk cId="2210703864" sldId="2147485967"/>
        </pc:sldMasterMkLst>
        <pc:sldLayoutChg chg="del">
          <pc:chgData name="한준 김" userId="7dd4edb89109a895" providerId="LiveId" clId="{1296541B-A483-4B86-9E56-F32887AE44E3}" dt="2024-10-25T09:16:48.451" v="7148" actId="2696"/>
          <pc:sldLayoutMkLst>
            <pc:docMk/>
            <pc:sldMasterMk cId="2210703864" sldId="2147485967"/>
            <pc:sldLayoutMk cId="1988118163" sldId="2147485968"/>
          </pc:sldLayoutMkLst>
        </pc:sldLayoutChg>
        <pc:sldLayoutChg chg="del">
          <pc:chgData name="한준 김" userId="7dd4edb89109a895" providerId="LiveId" clId="{1296541B-A483-4B86-9E56-F32887AE44E3}" dt="2024-10-25T09:16:48.451" v="7148" actId="2696"/>
          <pc:sldLayoutMkLst>
            <pc:docMk/>
            <pc:sldMasterMk cId="2210703864" sldId="2147485967"/>
            <pc:sldLayoutMk cId="2862097863" sldId="2147485969"/>
          </pc:sldLayoutMkLst>
        </pc:sldLayoutChg>
        <pc:sldLayoutChg chg="del">
          <pc:chgData name="한준 김" userId="7dd4edb89109a895" providerId="LiveId" clId="{1296541B-A483-4B86-9E56-F32887AE44E3}" dt="2024-10-25T09:16:48.451" v="7148" actId="2696"/>
          <pc:sldLayoutMkLst>
            <pc:docMk/>
            <pc:sldMasterMk cId="2210703864" sldId="2147485967"/>
            <pc:sldLayoutMk cId="2808656078" sldId="2147485970"/>
          </pc:sldLayoutMkLst>
        </pc:sldLayoutChg>
        <pc:sldLayoutChg chg="del">
          <pc:chgData name="한준 김" userId="7dd4edb89109a895" providerId="LiveId" clId="{1296541B-A483-4B86-9E56-F32887AE44E3}" dt="2024-10-25T09:16:48.451" v="7148" actId="2696"/>
          <pc:sldLayoutMkLst>
            <pc:docMk/>
            <pc:sldMasterMk cId="2210703864" sldId="2147485967"/>
            <pc:sldLayoutMk cId="1849131787" sldId="2147485971"/>
          </pc:sldLayoutMkLst>
        </pc:sldLayoutChg>
        <pc:sldLayoutChg chg="del">
          <pc:chgData name="한준 김" userId="7dd4edb89109a895" providerId="LiveId" clId="{1296541B-A483-4B86-9E56-F32887AE44E3}" dt="2024-10-25T09:16:48.451" v="7148" actId="2696"/>
          <pc:sldLayoutMkLst>
            <pc:docMk/>
            <pc:sldMasterMk cId="2210703864" sldId="2147485967"/>
            <pc:sldLayoutMk cId="1032138643" sldId="2147485972"/>
          </pc:sldLayoutMkLst>
        </pc:sldLayoutChg>
        <pc:sldLayoutChg chg="del">
          <pc:chgData name="한준 김" userId="7dd4edb89109a895" providerId="LiveId" clId="{1296541B-A483-4B86-9E56-F32887AE44E3}" dt="2024-10-25T09:16:48.451" v="7148" actId="2696"/>
          <pc:sldLayoutMkLst>
            <pc:docMk/>
            <pc:sldMasterMk cId="2210703864" sldId="2147485967"/>
            <pc:sldLayoutMk cId="4099254809" sldId="2147485973"/>
          </pc:sldLayoutMkLst>
        </pc:sldLayoutChg>
        <pc:sldLayoutChg chg="del">
          <pc:chgData name="한준 김" userId="7dd4edb89109a895" providerId="LiveId" clId="{1296541B-A483-4B86-9E56-F32887AE44E3}" dt="2024-10-25T09:16:48.451" v="7148" actId="2696"/>
          <pc:sldLayoutMkLst>
            <pc:docMk/>
            <pc:sldMasterMk cId="2210703864" sldId="2147485967"/>
            <pc:sldLayoutMk cId="131224727" sldId="2147485974"/>
          </pc:sldLayoutMkLst>
        </pc:sldLayoutChg>
        <pc:sldLayoutChg chg="del">
          <pc:chgData name="한준 김" userId="7dd4edb89109a895" providerId="LiveId" clId="{1296541B-A483-4B86-9E56-F32887AE44E3}" dt="2024-10-25T09:16:48.451" v="7148" actId="2696"/>
          <pc:sldLayoutMkLst>
            <pc:docMk/>
            <pc:sldMasterMk cId="2210703864" sldId="2147485967"/>
            <pc:sldLayoutMk cId="2754068140" sldId="2147485975"/>
          </pc:sldLayoutMkLst>
        </pc:sldLayoutChg>
        <pc:sldLayoutChg chg="del">
          <pc:chgData name="한준 김" userId="7dd4edb89109a895" providerId="LiveId" clId="{1296541B-A483-4B86-9E56-F32887AE44E3}" dt="2024-10-25T09:16:48.451" v="7148" actId="2696"/>
          <pc:sldLayoutMkLst>
            <pc:docMk/>
            <pc:sldMasterMk cId="2210703864" sldId="2147485967"/>
            <pc:sldLayoutMk cId="1082383884" sldId="2147485976"/>
          </pc:sldLayoutMkLst>
        </pc:sldLayoutChg>
        <pc:sldLayoutChg chg="del">
          <pc:chgData name="한준 김" userId="7dd4edb89109a895" providerId="LiveId" clId="{1296541B-A483-4B86-9E56-F32887AE44E3}" dt="2024-10-25T09:16:48.451" v="7148" actId="2696"/>
          <pc:sldLayoutMkLst>
            <pc:docMk/>
            <pc:sldMasterMk cId="2210703864" sldId="2147485967"/>
            <pc:sldLayoutMk cId="893265702" sldId="2147485977"/>
          </pc:sldLayoutMkLst>
        </pc:sldLayoutChg>
        <pc:sldLayoutChg chg="del">
          <pc:chgData name="한준 김" userId="7dd4edb89109a895" providerId="LiveId" clId="{1296541B-A483-4B86-9E56-F32887AE44E3}" dt="2024-10-25T09:16:48.451" v="7148" actId="2696"/>
          <pc:sldLayoutMkLst>
            <pc:docMk/>
            <pc:sldMasterMk cId="2210703864" sldId="2147485967"/>
            <pc:sldLayoutMk cId="1215339287" sldId="2147485978"/>
          </pc:sldLayoutMkLst>
        </pc:sldLayoutChg>
      </pc:sldMasterChg>
      <pc:sldMasterChg chg="del delSldLayout">
        <pc:chgData name="한준 김" userId="7dd4edb89109a895" providerId="LiveId" clId="{1296541B-A483-4B86-9E56-F32887AE44E3}" dt="2024-10-25T09:16:48.451" v="7148" actId="2696"/>
        <pc:sldMasterMkLst>
          <pc:docMk/>
          <pc:sldMasterMk cId="3568326175" sldId="2147485979"/>
        </pc:sldMasterMkLst>
        <pc:sldLayoutChg chg="del">
          <pc:chgData name="한준 김" userId="7dd4edb89109a895" providerId="LiveId" clId="{1296541B-A483-4B86-9E56-F32887AE44E3}" dt="2024-10-25T09:16:48.451" v="7148" actId="2696"/>
          <pc:sldLayoutMkLst>
            <pc:docMk/>
            <pc:sldMasterMk cId="3568326175" sldId="2147485979"/>
            <pc:sldLayoutMk cId="2085813059" sldId="2147485980"/>
          </pc:sldLayoutMkLst>
        </pc:sldLayoutChg>
        <pc:sldLayoutChg chg="del">
          <pc:chgData name="한준 김" userId="7dd4edb89109a895" providerId="LiveId" clId="{1296541B-A483-4B86-9E56-F32887AE44E3}" dt="2024-10-25T09:16:48.451" v="7148" actId="2696"/>
          <pc:sldLayoutMkLst>
            <pc:docMk/>
            <pc:sldMasterMk cId="3568326175" sldId="2147485979"/>
            <pc:sldLayoutMk cId="4129852826" sldId="2147485981"/>
          </pc:sldLayoutMkLst>
        </pc:sldLayoutChg>
        <pc:sldLayoutChg chg="del">
          <pc:chgData name="한준 김" userId="7dd4edb89109a895" providerId="LiveId" clId="{1296541B-A483-4B86-9E56-F32887AE44E3}" dt="2024-10-25T09:16:48.451" v="7148" actId="2696"/>
          <pc:sldLayoutMkLst>
            <pc:docMk/>
            <pc:sldMasterMk cId="3568326175" sldId="2147485979"/>
            <pc:sldLayoutMk cId="294007821" sldId="2147485982"/>
          </pc:sldLayoutMkLst>
        </pc:sldLayoutChg>
        <pc:sldLayoutChg chg="del">
          <pc:chgData name="한준 김" userId="7dd4edb89109a895" providerId="LiveId" clId="{1296541B-A483-4B86-9E56-F32887AE44E3}" dt="2024-10-25T09:16:48.451" v="7148" actId="2696"/>
          <pc:sldLayoutMkLst>
            <pc:docMk/>
            <pc:sldMasterMk cId="3568326175" sldId="2147485979"/>
            <pc:sldLayoutMk cId="1438887981" sldId="2147485983"/>
          </pc:sldLayoutMkLst>
        </pc:sldLayoutChg>
        <pc:sldLayoutChg chg="del">
          <pc:chgData name="한준 김" userId="7dd4edb89109a895" providerId="LiveId" clId="{1296541B-A483-4B86-9E56-F32887AE44E3}" dt="2024-10-25T09:16:48.451" v="7148" actId="2696"/>
          <pc:sldLayoutMkLst>
            <pc:docMk/>
            <pc:sldMasterMk cId="3568326175" sldId="2147485979"/>
            <pc:sldLayoutMk cId="2536747218" sldId="2147485984"/>
          </pc:sldLayoutMkLst>
        </pc:sldLayoutChg>
        <pc:sldLayoutChg chg="del">
          <pc:chgData name="한준 김" userId="7dd4edb89109a895" providerId="LiveId" clId="{1296541B-A483-4B86-9E56-F32887AE44E3}" dt="2024-10-25T09:16:48.451" v="7148" actId="2696"/>
          <pc:sldLayoutMkLst>
            <pc:docMk/>
            <pc:sldMasterMk cId="3568326175" sldId="2147485979"/>
            <pc:sldLayoutMk cId="3957053493" sldId="2147485985"/>
          </pc:sldLayoutMkLst>
        </pc:sldLayoutChg>
        <pc:sldLayoutChg chg="del">
          <pc:chgData name="한준 김" userId="7dd4edb89109a895" providerId="LiveId" clId="{1296541B-A483-4B86-9E56-F32887AE44E3}" dt="2024-10-25T09:16:48.451" v="7148" actId="2696"/>
          <pc:sldLayoutMkLst>
            <pc:docMk/>
            <pc:sldMasterMk cId="3568326175" sldId="2147485979"/>
            <pc:sldLayoutMk cId="1471952111" sldId="2147485986"/>
          </pc:sldLayoutMkLst>
        </pc:sldLayoutChg>
        <pc:sldLayoutChg chg="del">
          <pc:chgData name="한준 김" userId="7dd4edb89109a895" providerId="LiveId" clId="{1296541B-A483-4B86-9E56-F32887AE44E3}" dt="2024-10-25T09:16:48.451" v="7148" actId="2696"/>
          <pc:sldLayoutMkLst>
            <pc:docMk/>
            <pc:sldMasterMk cId="3568326175" sldId="2147485979"/>
            <pc:sldLayoutMk cId="3076438423" sldId="2147485987"/>
          </pc:sldLayoutMkLst>
        </pc:sldLayoutChg>
        <pc:sldLayoutChg chg="del">
          <pc:chgData name="한준 김" userId="7dd4edb89109a895" providerId="LiveId" clId="{1296541B-A483-4B86-9E56-F32887AE44E3}" dt="2024-10-25T09:16:48.451" v="7148" actId="2696"/>
          <pc:sldLayoutMkLst>
            <pc:docMk/>
            <pc:sldMasterMk cId="3568326175" sldId="2147485979"/>
            <pc:sldLayoutMk cId="107474849" sldId="2147485988"/>
          </pc:sldLayoutMkLst>
        </pc:sldLayoutChg>
        <pc:sldLayoutChg chg="del">
          <pc:chgData name="한준 김" userId="7dd4edb89109a895" providerId="LiveId" clId="{1296541B-A483-4B86-9E56-F32887AE44E3}" dt="2024-10-25T09:16:48.451" v="7148" actId="2696"/>
          <pc:sldLayoutMkLst>
            <pc:docMk/>
            <pc:sldMasterMk cId="3568326175" sldId="2147485979"/>
            <pc:sldLayoutMk cId="1884688986" sldId="2147485989"/>
          </pc:sldLayoutMkLst>
        </pc:sldLayoutChg>
        <pc:sldLayoutChg chg="del">
          <pc:chgData name="한준 김" userId="7dd4edb89109a895" providerId="LiveId" clId="{1296541B-A483-4B86-9E56-F32887AE44E3}" dt="2024-10-25T09:16:48.451" v="7148" actId="2696"/>
          <pc:sldLayoutMkLst>
            <pc:docMk/>
            <pc:sldMasterMk cId="3568326175" sldId="2147485979"/>
            <pc:sldLayoutMk cId="895349969" sldId="2147485990"/>
          </pc:sldLayoutMkLst>
        </pc:sldLayoutChg>
        <pc:sldLayoutChg chg="del">
          <pc:chgData name="한준 김" userId="7dd4edb89109a895" providerId="LiveId" clId="{1296541B-A483-4B86-9E56-F32887AE44E3}" dt="2024-10-25T09:16:48.451" v="7148" actId="2696"/>
          <pc:sldLayoutMkLst>
            <pc:docMk/>
            <pc:sldMasterMk cId="3568326175" sldId="2147485979"/>
            <pc:sldLayoutMk cId="799774055" sldId="2147485991"/>
          </pc:sldLayoutMkLst>
        </pc:sldLayoutChg>
      </pc:sldMasterChg>
      <pc:sldMasterChg chg="del delSldLayout">
        <pc:chgData name="한준 김" userId="7dd4edb89109a895" providerId="LiveId" clId="{1296541B-A483-4B86-9E56-F32887AE44E3}" dt="2024-10-26T04:21:44.580" v="7366" actId="2696"/>
        <pc:sldMasterMkLst>
          <pc:docMk/>
          <pc:sldMasterMk cId="894620004" sldId="2147485992"/>
        </pc:sldMasterMkLst>
        <pc:sldLayoutChg chg="del">
          <pc:chgData name="한준 김" userId="7dd4edb89109a895" providerId="LiveId" clId="{1296541B-A483-4B86-9E56-F32887AE44E3}" dt="2024-10-26T04:21:44.580" v="7366" actId="2696"/>
          <pc:sldLayoutMkLst>
            <pc:docMk/>
            <pc:sldMasterMk cId="894620004" sldId="2147485992"/>
            <pc:sldLayoutMk cId="888383084" sldId="2147485993"/>
          </pc:sldLayoutMkLst>
        </pc:sldLayoutChg>
        <pc:sldLayoutChg chg="del">
          <pc:chgData name="한준 김" userId="7dd4edb89109a895" providerId="LiveId" clId="{1296541B-A483-4B86-9E56-F32887AE44E3}" dt="2024-10-26T04:21:44.580" v="7366" actId="2696"/>
          <pc:sldLayoutMkLst>
            <pc:docMk/>
            <pc:sldMasterMk cId="894620004" sldId="2147485992"/>
            <pc:sldLayoutMk cId="838640762" sldId="2147485994"/>
          </pc:sldLayoutMkLst>
        </pc:sldLayoutChg>
        <pc:sldLayoutChg chg="del">
          <pc:chgData name="한준 김" userId="7dd4edb89109a895" providerId="LiveId" clId="{1296541B-A483-4B86-9E56-F32887AE44E3}" dt="2024-10-26T04:21:44.580" v="7366" actId="2696"/>
          <pc:sldLayoutMkLst>
            <pc:docMk/>
            <pc:sldMasterMk cId="894620004" sldId="2147485992"/>
            <pc:sldLayoutMk cId="3411569376" sldId="2147485995"/>
          </pc:sldLayoutMkLst>
        </pc:sldLayoutChg>
        <pc:sldLayoutChg chg="del">
          <pc:chgData name="한준 김" userId="7dd4edb89109a895" providerId="LiveId" clId="{1296541B-A483-4B86-9E56-F32887AE44E3}" dt="2024-10-26T04:21:44.580" v="7366" actId="2696"/>
          <pc:sldLayoutMkLst>
            <pc:docMk/>
            <pc:sldMasterMk cId="894620004" sldId="2147485992"/>
            <pc:sldLayoutMk cId="2389058504" sldId="2147485996"/>
          </pc:sldLayoutMkLst>
        </pc:sldLayoutChg>
        <pc:sldLayoutChg chg="del">
          <pc:chgData name="한준 김" userId="7dd4edb89109a895" providerId="LiveId" clId="{1296541B-A483-4B86-9E56-F32887AE44E3}" dt="2024-10-26T04:21:44.580" v="7366" actId="2696"/>
          <pc:sldLayoutMkLst>
            <pc:docMk/>
            <pc:sldMasterMk cId="894620004" sldId="2147485992"/>
            <pc:sldLayoutMk cId="88583288" sldId="2147485997"/>
          </pc:sldLayoutMkLst>
        </pc:sldLayoutChg>
        <pc:sldLayoutChg chg="del">
          <pc:chgData name="한준 김" userId="7dd4edb89109a895" providerId="LiveId" clId="{1296541B-A483-4B86-9E56-F32887AE44E3}" dt="2024-10-26T04:21:44.580" v="7366" actId="2696"/>
          <pc:sldLayoutMkLst>
            <pc:docMk/>
            <pc:sldMasterMk cId="894620004" sldId="2147485992"/>
            <pc:sldLayoutMk cId="2275512971" sldId="2147485998"/>
          </pc:sldLayoutMkLst>
        </pc:sldLayoutChg>
        <pc:sldLayoutChg chg="del">
          <pc:chgData name="한준 김" userId="7dd4edb89109a895" providerId="LiveId" clId="{1296541B-A483-4B86-9E56-F32887AE44E3}" dt="2024-10-26T04:21:44.580" v="7366" actId="2696"/>
          <pc:sldLayoutMkLst>
            <pc:docMk/>
            <pc:sldMasterMk cId="894620004" sldId="2147485992"/>
            <pc:sldLayoutMk cId="4254345348" sldId="2147485999"/>
          </pc:sldLayoutMkLst>
        </pc:sldLayoutChg>
        <pc:sldLayoutChg chg="del">
          <pc:chgData name="한준 김" userId="7dd4edb89109a895" providerId="LiveId" clId="{1296541B-A483-4B86-9E56-F32887AE44E3}" dt="2024-10-26T04:21:44.580" v="7366" actId="2696"/>
          <pc:sldLayoutMkLst>
            <pc:docMk/>
            <pc:sldMasterMk cId="894620004" sldId="2147485992"/>
            <pc:sldLayoutMk cId="3170412399" sldId="2147486000"/>
          </pc:sldLayoutMkLst>
        </pc:sldLayoutChg>
        <pc:sldLayoutChg chg="del">
          <pc:chgData name="한준 김" userId="7dd4edb89109a895" providerId="LiveId" clId="{1296541B-A483-4B86-9E56-F32887AE44E3}" dt="2024-10-26T04:21:44.580" v="7366" actId="2696"/>
          <pc:sldLayoutMkLst>
            <pc:docMk/>
            <pc:sldMasterMk cId="894620004" sldId="2147485992"/>
            <pc:sldLayoutMk cId="3838167472" sldId="2147486001"/>
          </pc:sldLayoutMkLst>
        </pc:sldLayoutChg>
        <pc:sldLayoutChg chg="del">
          <pc:chgData name="한준 김" userId="7dd4edb89109a895" providerId="LiveId" clId="{1296541B-A483-4B86-9E56-F32887AE44E3}" dt="2024-10-26T04:21:44.580" v="7366" actId="2696"/>
          <pc:sldLayoutMkLst>
            <pc:docMk/>
            <pc:sldMasterMk cId="894620004" sldId="2147485992"/>
            <pc:sldLayoutMk cId="1259769508" sldId="2147486002"/>
          </pc:sldLayoutMkLst>
        </pc:sldLayoutChg>
        <pc:sldLayoutChg chg="del">
          <pc:chgData name="한준 김" userId="7dd4edb89109a895" providerId="LiveId" clId="{1296541B-A483-4B86-9E56-F32887AE44E3}" dt="2024-10-26T04:21:44.580" v="7366" actId="2696"/>
          <pc:sldLayoutMkLst>
            <pc:docMk/>
            <pc:sldMasterMk cId="894620004" sldId="2147485992"/>
            <pc:sldLayoutMk cId="1147941577" sldId="2147486003"/>
          </pc:sldLayoutMkLst>
        </pc:sldLayoutChg>
      </pc:sldMasterChg>
      <pc:sldMasterChg chg="del delSldLayout">
        <pc:chgData name="한준 김" userId="7dd4edb89109a895" providerId="LiveId" clId="{1296541B-A483-4B86-9E56-F32887AE44E3}" dt="2024-10-26T04:21:44.580" v="7366" actId="2696"/>
        <pc:sldMasterMkLst>
          <pc:docMk/>
          <pc:sldMasterMk cId="264931614" sldId="2147486004"/>
        </pc:sldMasterMkLst>
        <pc:sldLayoutChg chg="del">
          <pc:chgData name="한준 김" userId="7dd4edb89109a895" providerId="LiveId" clId="{1296541B-A483-4B86-9E56-F32887AE44E3}" dt="2024-10-26T04:21:44.580" v="7366" actId="2696"/>
          <pc:sldLayoutMkLst>
            <pc:docMk/>
            <pc:sldMasterMk cId="264931614" sldId="2147486004"/>
            <pc:sldLayoutMk cId="2332463907" sldId="2147486005"/>
          </pc:sldLayoutMkLst>
        </pc:sldLayoutChg>
        <pc:sldLayoutChg chg="del">
          <pc:chgData name="한준 김" userId="7dd4edb89109a895" providerId="LiveId" clId="{1296541B-A483-4B86-9E56-F32887AE44E3}" dt="2024-10-26T04:21:44.580" v="7366" actId="2696"/>
          <pc:sldLayoutMkLst>
            <pc:docMk/>
            <pc:sldMasterMk cId="264931614" sldId="2147486004"/>
            <pc:sldLayoutMk cId="2692701776" sldId="2147486006"/>
          </pc:sldLayoutMkLst>
        </pc:sldLayoutChg>
        <pc:sldLayoutChg chg="del">
          <pc:chgData name="한준 김" userId="7dd4edb89109a895" providerId="LiveId" clId="{1296541B-A483-4B86-9E56-F32887AE44E3}" dt="2024-10-26T04:21:44.580" v="7366" actId="2696"/>
          <pc:sldLayoutMkLst>
            <pc:docMk/>
            <pc:sldMasterMk cId="264931614" sldId="2147486004"/>
            <pc:sldLayoutMk cId="1562610061" sldId="2147486007"/>
          </pc:sldLayoutMkLst>
        </pc:sldLayoutChg>
        <pc:sldLayoutChg chg="del">
          <pc:chgData name="한준 김" userId="7dd4edb89109a895" providerId="LiveId" clId="{1296541B-A483-4B86-9E56-F32887AE44E3}" dt="2024-10-26T04:21:44.580" v="7366" actId="2696"/>
          <pc:sldLayoutMkLst>
            <pc:docMk/>
            <pc:sldMasterMk cId="264931614" sldId="2147486004"/>
            <pc:sldLayoutMk cId="3911000590" sldId="2147486008"/>
          </pc:sldLayoutMkLst>
        </pc:sldLayoutChg>
        <pc:sldLayoutChg chg="del">
          <pc:chgData name="한준 김" userId="7dd4edb89109a895" providerId="LiveId" clId="{1296541B-A483-4B86-9E56-F32887AE44E3}" dt="2024-10-26T04:21:44.580" v="7366" actId="2696"/>
          <pc:sldLayoutMkLst>
            <pc:docMk/>
            <pc:sldMasterMk cId="264931614" sldId="2147486004"/>
            <pc:sldLayoutMk cId="1677698939" sldId="2147486009"/>
          </pc:sldLayoutMkLst>
        </pc:sldLayoutChg>
        <pc:sldLayoutChg chg="del">
          <pc:chgData name="한준 김" userId="7dd4edb89109a895" providerId="LiveId" clId="{1296541B-A483-4B86-9E56-F32887AE44E3}" dt="2024-10-26T04:21:44.580" v="7366" actId="2696"/>
          <pc:sldLayoutMkLst>
            <pc:docMk/>
            <pc:sldMasterMk cId="264931614" sldId="2147486004"/>
            <pc:sldLayoutMk cId="2429686270" sldId="2147486010"/>
          </pc:sldLayoutMkLst>
        </pc:sldLayoutChg>
        <pc:sldLayoutChg chg="del">
          <pc:chgData name="한준 김" userId="7dd4edb89109a895" providerId="LiveId" clId="{1296541B-A483-4B86-9E56-F32887AE44E3}" dt="2024-10-26T04:21:44.580" v="7366" actId="2696"/>
          <pc:sldLayoutMkLst>
            <pc:docMk/>
            <pc:sldMasterMk cId="264931614" sldId="2147486004"/>
            <pc:sldLayoutMk cId="514497677" sldId="2147486011"/>
          </pc:sldLayoutMkLst>
        </pc:sldLayoutChg>
        <pc:sldLayoutChg chg="del">
          <pc:chgData name="한준 김" userId="7dd4edb89109a895" providerId="LiveId" clId="{1296541B-A483-4B86-9E56-F32887AE44E3}" dt="2024-10-26T04:21:44.580" v="7366" actId="2696"/>
          <pc:sldLayoutMkLst>
            <pc:docMk/>
            <pc:sldMasterMk cId="264931614" sldId="2147486004"/>
            <pc:sldLayoutMk cId="3978590115" sldId="2147486012"/>
          </pc:sldLayoutMkLst>
        </pc:sldLayoutChg>
        <pc:sldLayoutChg chg="del">
          <pc:chgData name="한준 김" userId="7dd4edb89109a895" providerId="LiveId" clId="{1296541B-A483-4B86-9E56-F32887AE44E3}" dt="2024-10-26T04:21:44.580" v="7366" actId="2696"/>
          <pc:sldLayoutMkLst>
            <pc:docMk/>
            <pc:sldMasterMk cId="264931614" sldId="2147486004"/>
            <pc:sldLayoutMk cId="276307304" sldId="2147486013"/>
          </pc:sldLayoutMkLst>
        </pc:sldLayoutChg>
        <pc:sldLayoutChg chg="del">
          <pc:chgData name="한준 김" userId="7dd4edb89109a895" providerId="LiveId" clId="{1296541B-A483-4B86-9E56-F32887AE44E3}" dt="2024-10-26T04:21:44.580" v="7366" actId="2696"/>
          <pc:sldLayoutMkLst>
            <pc:docMk/>
            <pc:sldMasterMk cId="264931614" sldId="2147486004"/>
            <pc:sldLayoutMk cId="800559225" sldId="2147486014"/>
          </pc:sldLayoutMkLst>
        </pc:sldLayoutChg>
        <pc:sldLayoutChg chg="del">
          <pc:chgData name="한준 김" userId="7dd4edb89109a895" providerId="LiveId" clId="{1296541B-A483-4B86-9E56-F32887AE44E3}" dt="2024-10-26T04:21:44.580" v="7366" actId="2696"/>
          <pc:sldLayoutMkLst>
            <pc:docMk/>
            <pc:sldMasterMk cId="264931614" sldId="2147486004"/>
            <pc:sldLayoutMk cId="1754100477" sldId="2147486015"/>
          </pc:sldLayoutMkLst>
        </pc:sldLayoutChg>
      </pc:sldMasterChg>
      <pc:sldMasterChg chg="del delSldLayout">
        <pc:chgData name="한준 김" userId="7dd4edb89109a895" providerId="LiveId" clId="{1296541B-A483-4B86-9E56-F32887AE44E3}" dt="2024-10-26T04:21:44.580" v="7366" actId="2696"/>
        <pc:sldMasterMkLst>
          <pc:docMk/>
          <pc:sldMasterMk cId="3699620095" sldId="2147486016"/>
        </pc:sldMasterMkLst>
        <pc:sldLayoutChg chg="del">
          <pc:chgData name="한준 김" userId="7dd4edb89109a895" providerId="LiveId" clId="{1296541B-A483-4B86-9E56-F32887AE44E3}" dt="2024-10-26T04:21:44.580" v="7366" actId="2696"/>
          <pc:sldLayoutMkLst>
            <pc:docMk/>
            <pc:sldMasterMk cId="3699620095" sldId="2147486016"/>
            <pc:sldLayoutMk cId="909309316" sldId="2147486017"/>
          </pc:sldLayoutMkLst>
        </pc:sldLayoutChg>
        <pc:sldLayoutChg chg="del">
          <pc:chgData name="한준 김" userId="7dd4edb89109a895" providerId="LiveId" clId="{1296541B-A483-4B86-9E56-F32887AE44E3}" dt="2024-10-26T04:21:44.580" v="7366" actId="2696"/>
          <pc:sldLayoutMkLst>
            <pc:docMk/>
            <pc:sldMasterMk cId="3699620095" sldId="2147486016"/>
            <pc:sldLayoutMk cId="2551572068" sldId="2147486018"/>
          </pc:sldLayoutMkLst>
        </pc:sldLayoutChg>
        <pc:sldLayoutChg chg="del">
          <pc:chgData name="한준 김" userId="7dd4edb89109a895" providerId="LiveId" clId="{1296541B-A483-4B86-9E56-F32887AE44E3}" dt="2024-10-26T04:21:44.580" v="7366" actId="2696"/>
          <pc:sldLayoutMkLst>
            <pc:docMk/>
            <pc:sldMasterMk cId="3699620095" sldId="2147486016"/>
            <pc:sldLayoutMk cId="3683490695" sldId="2147486019"/>
          </pc:sldLayoutMkLst>
        </pc:sldLayoutChg>
        <pc:sldLayoutChg chg="del">
          <pc:chgData name="한준 김" userId="7dd4edb89109a895" providerId="LiveId" clId="{1296541B-A483-4B86-9E56-F32887AE44E3}" dt="2024-10-26T04:21:44.580" v="7366" actId="2696"/>
          <pc:sldLayoutMkLst>
            <pc:docMk/>
            <pc:sldMasterMk cId="3699620095" sldId="2147486016"/>
            <pc:sldLayoutMk cId="4093429255" sldId="2147486020"/>
          </pc:sldLayoutMkLst>
        </pc:sldLayoutChg>
        <pc:sldLayoutChg chg="del">
          <pc:chgData name="한준 김" userId="7dd4edb89109a895" providerId="LiveId" clId="{1296541B-A483-4B86-9E56-F32887AE44E3}" dt="2024-10-26T04:21:44.580" v="7366" actId="2696"/>
          <pc:sldLayoutMkLst>
            <pc:docMk/>
            <pc:sldMasterMk cId="3699620095" sldId="2147486016"/>
            <pc:sldLayoutMk cId="2331372707" sldId="2147486021"/>
          </pc:sldLayoutMkLst>
        </pc:sldLayoutChg>
        <pc:sldLayoutChg chg="del">
          <pc:chgData name="한준 김" userId="7dd4edb89109a895" providerId="LiveId" clId="{1296541B-A483-4B86-9E56-F32887AE44E3}" dt="2024-10-26T04:21:44.580" v="7366" actId="2696"/>
          <pc:sldLayoutMkLst>
            <pc:docMk/>
            <pc:sldMasterMk cId="3699620095" sldId="2147486016"/>
            <pc:sldLayoutMk cId="4219817473" sldId="2147486022"/>
          </pc:sldLayoutMkLst>
        </pc:sldLayoutChg>
        <pc:sldLayoutChg chg="del">
          <pc:chgData name="한준 김" userId="7dd4edb89109a895" providerId="LiveId" clId="{1296541B-A483-4B86-9E56-F32887AE44E3}" dt="2024-10-26T04:21:44.580" v="7366" actId="2696"/>
          <pc:sldLayoutMkLst>
            <pc:docMk/>
            <pc:sldMasterMk cId="3699620095" sldId="2147486016"/>
            <pc:sldLayoutMk cId="677928310" sldId="2147486023"/>
          </pc:sldLayoutMkLst>
        </pc:sldLayoutChg>
        <pc:sldLayoutChg chg="del">
          <pc:chgData name="한준 김" userId="7dd4edb89109a895" providerId="LiveId" clId="{1296541B-A483-4B86-9E56-F32887AE44E3}" dt="2024-10-26T04:21:44.580" v="7366" actId="2696"/>
          <pc:sldLayoutMkLst>
            <pc:docMk/>
            <pc:sldMasterMk cId="3699620095" sldId="2147486016"/>
            <pc:sldLayoutMk cId="17441391" sldId="2147486024"/>
          </pc:sldLayoutMkLst>
        </pc:sldLayoutChg>
        <pc:sldLayoutChg chg="del">
          <pc:chgData name="한준 김" userId="7dd4edb89109a895" providerId="LiveId" clId="{1296541B-A483-4B86-9E56-F32887AE44E3}" dt="2024-10-26T04:21:44.580" v="7366" actId="2696"/>
          <pc:sldLayoutMkLst>
            <pc:docMk/>
            <pc:sldMasterMk cId="3699620095" sldId="2147486016"/>
            <pc:sldLayoutMk cId="3607145207" sldId="2147486025"/>
          </pc:sldLayoutMkLst>
        </pc:sldLayoutChg>
        <pc:sldLayoutChg chg="del">
          <pc:chgData name="한준 김" userId="7dd4edb89109a895" providerId="LiveId" clId="{1296541B-A483-4B86-9E56-F32887AE44E3}" dt="2024-10-26T04:21:44.580" v="7366" actId="2696"/>
          <pc:sldLayoutMkLst>
            <pc:docMk/>
            <pc:sldMasterMk cId="3699620095" sldId="2147486016"/>
            <pc:sldLayoutMk cId="3482562703" sldId="2147486026"/>
          </pc:sldLayoutMkLst>
        </pc:sldLayoutChg>
        <pc:sldLayoutChg chg="del">
          <pc:chgData name="한준 김" userId="7dd4edb89109a895" providerId="LiveId" clId="{1296541B-A483-4B86-9E56-F32887AE44E3}" dt="2024-10-26T04:21:44.580" v="7366" actId="2696"/>
          <pc:sldLayoutMkLst>
            <pc:docMk/>
            <pc:sldMasterMk cId="3699620095" sldId="2147486016"/>
            <pc:sldLayoutMk cId="3600184127" sldId="2147486027"/>
          </pc:sldLayoutMkLst>
        </pc:sldLayoutChg>
      </pc:sldMasterChg>
      <pc:sldMasterChg chg="del delSldLayout">
        <pc:chgData name="한준 김" userId="7dd4edb89109a895" providerId="LiveId" clId="{1296541B-A483-4B86-9E56-F32887AE44E3}" dt="2024-10-31T07:45:45.571" v="7434" actId="2696"/>
        <pc:sldMasterMkLst>
          <pc:docMk/>
          <pc:sldMasterMk cId="528782265" sldId="2147486028"/>
        </pc:sldMasterMkLst>
        <pc:sldLayoutChg chg="del">
          <pc:chgData name="한준 김" userId="7dd4edb89109a895" providerId="LiveId" clId="{1296541B-A483-4B86-9E56-F32887AE44E3}" dt="2024-10-31T07:45:45.571" v="7434" actId="2696"/>
          <pc:sldLayoutMkLst>
            <pc:docMk/>
            <pc:sldMasterMk cId="528782265" sldId="2147486028"/>
            <pc:sldLayoutMk cId="1407323110" sldId="2147486029"/>
          </pc:sldLayoutMkLst>
        </pc:sldLayoutChg>
        <pc:sldLayoutChg chg="del">
          <pc:chgData name="한준 김" userId="7dd4edb89109a895" providerId="LiveId" clId="{1296541B-A483-4B86-9E56-F32887AE44E3}" dt="2024-10-31T07:45:45.571" v="7434" actId="2696"/>
          <pc:sldLayoutMkLst>
            <pc:docMk/>
            <pc:sldMasterMk cId="528782265" sldId="2147486028"/>
            <pc:sldLayoutMk cId="298697131" sldId="2147486030"/>
          </pc:sldLayoutMkLst>
        </pc:sldLayoutChg>
        <pc:sldLayoutChg chg="del">
          <pc:chgData name="한준 김" userId="7dd4edb89109a895" providerId="LiveId" clId="{1296541B-A483-4B86-9E56-F32887AE44E3}" dt="2024-10-31T07:45:45.571" v="7434" actId="2696"/>
          <pc:sldLayoutMkLst>
            <pc:docMk/>
            <pc:sldMasterMk cId="528782265" sldId="2147486028"/>
            <pc:sldLayoutMk cId="3130695487" sldId="2147486031"/>
          </pc:sldLayoutMkLst>
        </pc:sldLayoutChg>
        <pc:sldLayoutChg chg="del">
          <pc:chgData name="한준 김" userId="7dd4edb89109a895" providerId="LiveId" clId="{1296541B-A483-4B86-9E56-F32887AE44E3}" dt="2024-10-31T07:45:45.571" v="7434" actId="2696"/>
          <pc:sldLayoutMkLst>
            <pc:docMk/>
            <pc:sldMasterMk cId="528782265" sldId="2147486028"/>
            <pc:sldLayoutMk cId="2721162959" sldId="2147486032"/>
          </pc:sldLayoutMkLst>
        </pc:sldLayoutChg>
        <pc:sldLayoutChg chg="del">
          <pc:chgData name="한준 김" userId="7dd4edb89109a895" providerId="LiveId" clId="{1296541B-A483-4B86-9E56-F32887AE44E3}" dt="2024-10-31T07:45:45.571" v="7434" actId="2696"/>
          <pc:sldLayoutMkLst>
            <pc:docMk/>
            <pc:sldMasterMk cId="528782265" sldId="2147486028"/>
            <pc:sldLayoutMk cId="1210093355" sldId="2147486033"/>
          </pc:sldLayoutMkLst>
        </pc:sldLayoutChg>
        <pc:sldLayoutChg chg="del">
          <pc:chgData name="한준 김" userId="7dd4edb89109a895" providerId="LiveId" clId="{1296541B-A483-4B86-9E56-F32887AE44E3}" dt="2024-10-31T07:45:45.571" v="7434" actId="2696"/>
          <pc:sldLayoutMkLst>
            <pc:docMk/>
            <pc:sldMasterMk cId="528782265" sldId="2147486028"/>
            <pc:sldLayoutMk cId="1076538843" sldId="2147486034"/>
          </pc:sldLayoutMkLst>
        </pc:sldLayoutChg>
        <pc:sldLayoutChg chg="del">
          <pc:chgData name="한준 김" userId="7dd4edb89109a895" providerId="LiveId" clId="{1296541B-A483-4B86-9E56-F32887AE44E3}" dt="2024-10-31T07:45:45.571" v="7434" actId="2696"/>
          <pc:sldLayoutMkLst>
            <pc:docMk/>
            <pc:sldMasterMk cId="528782265" sldId="2147486028"/>
            <pc:sldLayoutMk cId="3629108855" sldId="2147486035"/>
          </pc:sldLayoutMkLst>
        </pc:sldLayoutChg>
        <pc:sldLayoutChg chg="del">
          <pc:chgData name="한준 김" userId="7dd4edb89109a895" providerId="LiveId" clId="{1296541B-A483-4B86-9E56-F32887AE44E3}" dt="2024-10-31T07:45:45.571" v="7434" actId="2696"/>
          <pc:sldLayoutMkLst>
            <pc:docMk/>
            <pc:sldMasterMk cId="528782265" sldId="2147486028"/>
            <pc:sldLayoutMk cId="1870056675" sldId="2147486036"/>
          </pc:sldLayoutMkLst>
        </pc:sldLayoutChg>
        <pc:sldLayoutChg chg="del">
          <pc:chgData name="한준 김" userId="7dd4edb89109a895" providerId="LiveId" clId="{1296541B-A483-4B86-9E56-F32887AE44E3}" dt="2024-10-31T07:45:45.571" v="7434" actId="2696"/>
          <pc:sldLayoutMkLst>
            <pc:docMk/>
            <pc:sldMasterMk cId="528782265" sldId="2147486028"/>
            <pc:sldLayoutMk cId="45803823" sldId="2147486037"/>
          </pc:sldLayoutMkLst>
        </pc:sldLayoutChg>
        <pc:sldLayoutChg chg="del">
          <pc:chgData name="한준 김" userId="7dd4edb89109a895" providerId="LiveId" clId="{1296541B-A483-4B86-9E56-F32887AE44E3}" dt="2024-10-31T07:45:45.571" v="7434" actId="2696"/>
          <pc:sldLayoutMkLst>
            <pc:docMk/>
            <pc:sldMasterMk cId="528782265" sldId="2147486028"/>
            <pc:sldLayoutMk cId="3555695175" sldId="2147486038"/>
          </pc:sldLayoutMkLst>
        </pc:sldLayoutChg>
        <pc:sldLayoutChg chg="del">
          <pc:chgData name="한준 김" userId="7dd4edb89109a895" providerId="LiveId" clId="{1296541B-A483-4B86-9E56-F32887AE44E3}" dt="2024-10-31T07:45:45.571" v="7434" actId="2696"/>
          <pc:sldLayoutMkLst>
            <pc:docMk/>
            <pc:sldMasterMk cId="528782265" sldId="2147486028"/>
            <pc:sldLayoutMk cId="313470538" sldId="2147486039"/>
          </pc:sldLayoutMkLst>
        </pc:sldLayoutChg>
        <pc:sldLayoutChg chg="del">
          <pc:chgData name="한준 김" userId="7dd4edb89109a895" providerId="LiveId" clId="{1296541B-A483-4B86-9E56-F32887AE44E3}" dt="2024-10-31T07:45:45.571" v="7434" actId="2696"/>
          <pc:sldLayoutMkLst>
            <pc:docMk/>
            <pc:sldMasterMk cId="528782265" sldId="2147486028"/>
            <pc:sldLayoutMk cId="3750146395" sldId="2147486040"/>
          </pc:sldLayoutMkLst>
        </pc:sldLayoutChg>
      </pc:sldMasterChg>
      <pc:sldMasterChg chg="del delSldLayout">
        <pc:chgData name="한준 김" userId="7dd4edb89109a895" providerId="LiveId" clId="{1296541B-A483-4B86-9E56-F32887AE44E3}" dt="2024-11-02T05:56:35.962" v="7740" actId="2696"/>
        <pc:sldMasterMkLst>
          <pc:docMk/>
          <pc:sldMasterMk cId="1876547118" sldId="2147486041"/>
        </pc:sldMasterMkLst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1876547118" sldId="2147486041"/>
            <pc:sldLayoutMk cId="2338686402" sldId="2147486042"/>
          </pc:sldLayoutMkLst>
        </pc:sldLayoutChg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1876547118" sldId="2147486041"/>
            <pc:sldLayoutMk cId="4066175469" sldId="2147486043"/>
          </pc:sldLayoutMkLst>
        </pc:sldLayoutChg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1876547118" sldId="2147486041"/>
            <pc:sldLayoutMk cId="3534345348" sldId="2147486044"/>
          </pc:sldLayoutMkLst>
        </pc:sldLayoutChg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1876547118" sldId="2147486041"/>
            <pc:sldLayoutMk cId="741629972" sldId="2147486045"/>
          </pc:sldLayoutMkLst>
        </pc:sldLayoutChg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1876547118" sldId="2147486041"/>
            <pc:sldLayoutMk cId="849392147" sldId="2147486046"/>
          </pc:sldLayoutMkLst>
        </pc:sldLayoutChg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1876547118" sldId="2147486041"/>
            <pc:sldLayoutMk cId="2862082130" sldId="2147486047"/>
          </pc:sldLayoutMkLst>
        </pc:sldLayoutChg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1876547118" sldId="2147486041"/>
            <pc:sldLayoutMk cId="1673420617" sldId="2147486048"/>
          </pc:sldLayoutMkLst>
        </pc:sldLayoutChg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1876547118" sldId="2147486041"/>
            <pc:sldLayoutMk cId="3348334905" sldId="2147486049"/>
          </pc:sldLayoutMkLst>
        </pc:sldLayoutChg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1876547118" sldId="2147486041"/>
            <pc:sldLayoutMk cId="2853225928" sldId="2147486050"/>
          </pc:sldLayoutMkLst>
        </pc:sldLayoutChg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1876547118" sldId="2147486041"/>
            <pc:sldLayoutMk cId="402142752" sldId="2147486051"/>
          </pc:sldLayoutMkLst>
        </pc:sldLayoutChg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1876547118" sldId="2147486041"/>
            <pc:sldLayoutMk cId="1553227523" sldId="2147486052"/>
          </pc:sldLayoutMkLst>
        </pc:sldLayoutChg>
      </pc:sldMasterChg>
      <pc:sldMasterChg chg="del delSldLayout">
        <pc:chgData name="한준 김" userId="7dd4edb89109a895" providerId="LiveId" clId="{1296541B-A483-4B86-9E56-F32887AE44E3}" dt="2024-11-02T05:56:35.962" v="7740" actId="2696"/>
        <pc:sldMasterMkLst>
          <pc:docMk/>
          <pc:sldMasterMk cId="4154225886" sldId="2147486053"/>
        </pc:sldMasterMkLst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4154225886" sldId="2147486053"/>
            <pc:sldLayoutMk cId="94396493" sldId="2147486054"/>
          </pc:sldLayoutMkLst>
        </pc:sldLayoutChg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4154225886" sldId="2147486053"/>
            <pc:sldLayoutMk cId="2713336015" sldId="2147486055"/>
          </pc:sldLayoutMkLst>
        </pc:sldLayoutChg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4154225886" sldId="2147486053"/>
            <pc:sldLayoutMk cId="2616932442" sldId="2147486056"/>
          </pc:sldLayoutMkLst>
        </pc:sldLayoutChg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4154225886" sldId="2147486053"/>
            <pc:sldLayoutMk cId="1310713724" sldId="2147486057"/>
          </pc:sldLayoutMkLst>
        </pc:sldLayoutChg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4154225886" sldId="2147486053"/>
            <pc:sldLayoutMk cId="2750022896" sldId="2147486058"/>
          </pc:sldLayoutMkLst>
        </pc:sldLayoutChg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4154225886" sldId="2147486053"/>
            <pc:sldLayoutMk cId="1161489739" sldId="2147486059"/>
          </pc:sldLayoutMkLst>
        </pc:sldLayoutChg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4154225886" sldId="2147486053"/>
            <pc:sldLayoutMk cId="2163709703" sldId="2147486060"/>
          </pc:sldLayoutMkLst>
        </pc:sldLayoutChg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4154225886" sldId="2147486053"/>
            <pc:sldLayoutMk cId="1110831639" sldId="2147486061"/>
          </pc:sldLayoutMkLst>
        </pc:sldLayoutChg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4154225886" sldId="2147486053"/>
            <pc:sldLayoutMk cId="2752683637" sldId="2147486062"/>
          </pc:sldLayoutMkLst>
        </pc:sldLayoutChg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4154225886" sldId="2147486053"/>
            <pc:sldLayoutMk cId="2043674163" sldId="2147486063"/>
          </pc:sldLayoutMkLst>
        </pc:sldLayoutChg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4154225886" sldId="2147486053"/>
            <pc:sldLayoutMk cId="1103767640" sldId="2147486064"/>
          </pc:sldLayoutMkLst>
        </pc:sldLayoutChg>
      </pc:sldMasterChg>
      <pc:sldMasterChg chg="del delSldLayout">
        <pc:chgData name="한준 김" userId="7dd4edb89109a895" providerId="LiveId" clId="{1296541B-A483-4B86-9E56-F32887AE44E3}" dt="2024-11-02T05:56:35.962" v="7740" actId="2696"/>
        <pc:sldMasterMkLst>
          <pc:docMk/>
          <pc:sldMasterMk cId="4125676614" sldId="2147486065"/>
        </pc:sldMasterMkLst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4125676614" sldId="2147486065"/>
            <pc:sldLayoutMk cId="1474951439" sldId="2147486066"/>
          </pc:sldLayoutMkLst>
        </pc:sldLayoutChg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4125676614" sldId="2147486065"/>
            <pc:sldLayoutMk cId="3696933389" sldId="2147486067"/>
          </pc:sldLayoutMkLst>
        </pc:sldLayoutChg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4125676614" sldId="2147486065"/>
            <pc:sldLayoutMk cId="548851316" sldId="2147486068"/>
          </pc:sldLayoutMkLst>
        </pc:sldLayoutChg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4125676614" sldId="2147486065"/>
            <pc:sldLayoutMk cId="521125747" sldId="2147486069"/>
          </pc:sldLayoutMkLst>
        </pc:sldLayoutChg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4125676614" sldId="2147486065"/>
            <pc:sldLayoutMk cId="3678554586" sldId="2147486070"/>
          </pc:sldLayoutMkLst>
        </pc:sldLayoutChg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4125676614" sldId="2147486065"/>
            <pc:sldLayoutMk cId="38481838" sldId="2147486071"/>
          </pc:sldLayoutMkLst>
        </pc:sldLayoutChg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4125676614" sldId="2147486065"/>
            <pc:sldLayoutMk cId="2069835297" sldId="2147486072"/>
          </pc:sldLayoutMkLst>
        </pc:sldLayoutChg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4125676614" sldId="2147486065"/>
            <pc:sldLayoutMk cId="619659708" sldId="2147486073"/>
          </pc:sldLayoutMkLst>
        </pc:sldLayoutChg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4125676614" sldId="2147486065"/>
            <pc:sldLayoutMk cId="1860858751" sldId="2147486074"/>
          </pc:sldLayoutMkLst>
        </pc:sldLayoutChg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4125676614" sldId="2147486065"/>
            <pc:sldLayoutMk cId="1418074735" sldId="2147486075"/>
          </pc:sldLayoutMkLst>
        </pc:sldLayoutChg>
        <pc:sldLayoutChg chg="del">
          <pc:chgData name="한준 김" userId="7dd4edb89109a895" providerId="LiveId" clId="{1296541B-A483-4B86-9E56-F32887AE44E3}" dt="2024-11-02T05:56:35.962" v="7740" actId="2696"/>
          <pc:sldLayoutMkLst>
            <pc:docMk/>
            <pc:sldMasterMk cId="4125676614" sldId="2147486065"/>
            <pc:sldLayoutMk cId="4160901583" sldId="2147486076"/>
          </pc:sldLayoutMkLst>
        </pc:sldLayoutChg>
      </pc:sldMasterChg>
      <pc:sldMasterChg chg="del delSldLayout">
        <pc:chgData name="한준 김" userId="7dd4edb89109a895" providerId="LiveId" clId="{1296541B-A483-4B86-9E56-F32887AE44E3}" dt="2024-11-08T06:48:00.510" v="7765" actId="2696"/>
        <pc:sldMasterMkLst>
          <pc:docMk/>
          <pc:sldMasterMk cId="2127587051" sldId="2147486077"/>
        </pc:sldMasterMkLst>
        <pc:sldLayoutChg chg="del">
          <pc:chgData name="한준 김" userId="7dd4edb89109a895" providerId="LiveId" clId="{1296541B-A483-4B86-9E56-F32887AE44E3}" dt="2024-11-08T06:48:00.510" v="7765" actId="2696"/>
          <pc:sldLayoutMkLst>
            <pc:docMk/>
            <pc:sldMasterMk cId="2127587051" sldId="2147486077"/>
            <pc:sldLayoutMk cId="1394572449" sldId="2147486078"/>
          </pc:sldLayoutMkLst>
        </pc:sldLayoutChg>
        <pc:sldLayoutChg chg="del">
          <pc:chgData name="한준 김" userId="7dd4edb89109a895" providerId="LiveId" clId="{1296541B-A483-4B86-9E56-F32887AE44E3}" dt="2024-11-08T06:48:00.510" v="7765" actId="2696"/>
          <pc:sldLayoutMkLst>
            <pc:docMk/>
            <pc:sldMasterMk cId="2127587051" sldId="2147486077"/>
            <pc:sldLayoutMk cId="2334794748" sldId="2147486079"/>
          </pc:sldLayoutMkLst>
        </pc:sldLayoutChg>
        <pc:sldLayoutChg chg="del">
          <pc:chgData name="한준 김" userId="7dd4edb89109a895" providerId="LiveId" clId="{1296541B-A483-4B86-9E56-F32887AE44E3}" dt="2024-11-08T06:48:00.510" v="7765" actId="2696"/>
          <pc:sldLayoutMkLst>
            <pc:docMk/>
            <pc:sldMasterMk cId="2127587051" sldId="2147486077"/>
            <pc:sldLayoutMk cId="2370202712" sldId="2147486080"/>
          </pc:sldLayoutMkLst>
        </pc:sldLayoutChg>
        <pc:sldLayoutChg chg="del">
          <pc:chgData name="한준 김" userId="7dd4edb89109a895" providerId="LiveId" clId="{1296541B-A483-4B86-9E56-F32887AE44E3}" dt="2024-11-08T06:48:00.510" v="7765" actId="2696"/>
          <pc:sldLayoutMkLst>
            <pc:docMk/>
            <pc:sldMasterMk cId="2127587051" sldId="2147486077"/>
            <pc:sldLayoutMk cId="6434957" sldId="2147486081"/>
          </pc:sldLayoutMkLst>
        </pc:sldLayoutChg>
        <pc:sldLayoutChg chg="del">
          <pc:chgData name="한준 김" userId="7dd4edb89109a895" providerId="LiveId" clId="{1296541B-A483-4B86-9E56-F32887AE44E3}" dt="2024-11-08T06:48:00.510" v="7765" actId="2696"/>
          <pc:sldLayoutMkLst>
            <pc:docMk/>
            <pc:sldMasterMk cId="2127587051" sldId="2147486077"/>
            <pc:sldLayoutMk cId="1570385350" sldId="2147486082"/>
          </pc:sldLayoutMkLst>
        </pc:sldLayoutChg>
        <pc:sldLayoutChg chg="del">
          <pc:chgData name="한준 김" userId="7dd4edb89109a895" providerId="LiveId" clId="{1296541B-A483-4B86-9E56-F32887AE44E3}" dt="2024-11-08T06:48:00.510" v="7765" actId="2696"/>
          <pc:sldLayoutMkLst>
            <pc:docMk/>
            <pc:sldMasterMk cId="2127587051" sldId="2147486077"/>
            <pc:sldLayoutMk cId="69756490" sldId="2147486083"/>
          </pc:sldLayoutMkLst>
        </pc:sldLayoutChg>
        <pc:sldLayoutChg chg="del">
          <pc:chgData name="한준 김" userId="7dd4edb89109a895" providerId="LiveId" clId="{1296541B-A483-4B86-9E56-F32887AE44E3}" dt="2024-11-08T06:48:00.510" v="7765" actId="2696"/>
          <pc:sldLayoutMkLst>
            <pc:docMk/>
            <pc:sldMasterMk cId="2127587051" sldId="2147486077"/>
            <pc:sldLayoutMk cId="172898866" sldId="2147486084"/>
          </pc:sldLayoutMkLst>
        </pc:sldLayoutChg>
        <pc:sldLayoutChg chg="del">
          <pc:chgData name="한준 김" userId="7dd4edb89109a895" providerId="LiveId" clId="{1296541B-A483-4B86-9E56-F32887AE44E3}" dt="2024-11-08T06:48:00.510" v="7765" actId="2696"/>
          <pc:sldLayoutMkLst>
            <pc:docMk/>
            <pc:sldMasterMk cId="2127587051" sldId="2147486077"/>
            <pc:sldLayoutMk cId="2600074907" sldId="2147486085"/>
          </pc:sldLayoutMkLst>
        </pc:sldLayoutChg>
        <pc:sldLayoutChg chg="del">
          <pc:chgData name="한준 김" userId="7dd4edb89109a895" providerId="LiveId" clId="{1296541B-A483-4B86-9E56-F32887AE44E3}" dt="2024-11-08T06:48:00.510" v="7765" actId="2696"/>
          <pc:sldLayoutMkLst>
            <pc:docMk/>
            <pc:sldMasterMk cId="2127587051" sldId="2147486077"/>
            <pc:sldLayoutMk cId="3986799340" sldId="2147486086"/>
          </pc:sldLayoutMkLst>
        </pc:sldLayoutChg>
        <pc:sldLayoutChg chg="del">
          <pc:chgData name="한준 김" userId="7dd4edb89109a895" providerId="LiveId" clId="{1296541B-A483-4B86-9E56-F32887AE44E3}" dt="2024-11-08T06:48:00.510" v="7765" actId="2696"/>
          <pc:sldLayoutMkLst>
            <pc:docMk/>
            <pc:sldMasterMk cId="2127587051" sldId="2147486077"/>
            <pc:sldLayoutMk cId="719226320" sldId="2147486087"/>
          </pc:sldLayoutMkLst>
        </pc:sldLayoutChg>
        <pc:sldLayoutChg chg="del">
          <pc:chgData name="한준 김" userId="7dd4edb89109a895" providerId="LiveId" clId="{1296541B-A483-4B86-9E56-F32887AE44E3}" dt="2024-11-08T06:48:00.510" v="7765" actId="2696"/>
          <pc:sldLayoutMkLst>
            <pc:docMk/>
            <pc:sldMasterMk cId="2127587051" sldId="2147486077"/>
            <pc:sldLayoutMk cId="2389394897" sldId="2147486088"/>
          </pc:sldLayoutMkLst>
        </pc:sldLayoutChg>
      </pc:sldMasterChg>
      <pc:sldMasterChg chg="del delSldLayout">
        <pc:chgData name="한준 김" userId="7dd4edb89109a895" providerId="LiveId" clId="{1296541B-A483-4B86-9E56-F32887AE44E3}" dt="2024-11-08T07:34:46.615" v="8309" actId="2696"/>
        <pc:sldMasterMkLst>
          <pc:docMk/>
          <pc:sldMasterMk cId="2522433934" sldId="2147486089"/>
        </pc:sldMasterMkLst>
        <pc:sldLayoutChg chg="del">
          <pc:chgData name="한준 김" userId="7dd4edb89109a895" providerId="LiveId" clId="{1296541B-A483-4B86-9E56-F32887AE44E3}" dt="2024-11-08T07:34:46.615" v="8309" actId="2696"/>
          <pc:sldLayoutMkLst>
            <pc:docMk/>
            <pc:sldMasterMk cId="2522433934" sldId="2147486089"/>
            <pc:sldLayoutMk cId="1955012902" sldId="2147486090"/>
          </pc:sldLayoutMkLst>
        </pc:sldLayoutChg>
        <pc:sldLayoutChg chg="del">
          <pc:chgData name="한준 김" userId="7dd4edb89109a895" providerId="LiveId" clId="{1296541B-A483-4B86-9E56-F32887AE44E3}" dt="2024-11-08T07:34:46.615" v="8309" actId="2696"/>
          <pc:sldLayoutMkLst>
            <pc:docMk/>
            <pc:sldMasterMk cId="2522433934" sldId="2147486089"/>
            <pc:sldLayoutMk cId="1977177092" sldId="2147486091"/>
          </pc:sldLayoutMkLst>
        </pc:sldLayoutChg>
        <pc:sldLayoutChg chg="del">
          <pc:chgData name="한준 김" userId="7dd4edb89109a895" providerId="LiveId" clId="{1296541B-A483-4B86-9E56-F32887AE44E3}" dt="2024-11-08T07:34:46.615" v="8309" actId="2696"/>
          <pc:sldLayoutMkLst>
            <pc:docMk/>
            <pc:sldMasterMk cId="2522433934" sldId="2147486089"/>
            <pc:sldLayoutMk cId="4002597916" sldId="2147486092"/>
          </pc:sldLayoutMkLst>
        </pc:sldLayoutChg>
        <pc:sldLayoutChg chg="del">
          <pc:chgData name="한준 김" userId="7dd4edb89109a895" providerId="LiveId" clId="{1296541B-A483-4B86-9E56-F32887AE44E3}" dt="2024-11-08T07:34:46.615" v="8309" actId="2696"/>
          <pc:sldLayoutMkLst>
            <pc:docMk/>
            <pc:sldMasterMk cId="2522433934" sldId="2147486089"/>
            <pc:sldLayoutMk cId="1557970458" sldId="2147486093"/>
          </pc:sldLayoutMkLst>
        </pc:sldLayoutChg>
        <pc:sldLayoutChg chg="del">
          <pc:chgData name="한준 김" userId="7dd4edb89109a895" providerId="LiveId" clId="{1296541B-A483-4B86-9E56-F32887AE44E3}" dt="2024-11-08T07:34:46.615" v="8309" actId="2696"/>
          <pc:sldLayoutMkLst>
            <pc:docMk/>
            <pc:sldMasterMk cId="2522433934" sldId="2147486089"/>
            <pc:sldLayoutMk cId="304312922" sldId="2147486094"/>
          </pc:sldLayoutMkLst>
        </pc:sldLayoutChg>
        <pc:sldLayoutChg chg="del">
          <pc:chgData name="한준 김" userId="7dd4edb89109a895" providerId="LiveId" clId="{1296541B-A483-4B86-9E56-F32887AE44E3}" dt="2024-11-08T07:34:46.615" v="8309" actId="2696"/>
          <pc:sldLayoutMkLst>
            <pc:docMk/>
            <pc:sldMasterMk cId="2522433934" sldId="2147486089"/>
            <pc:sldLayoutMk cId="2595886656" sldId="2147486095"/>
          </pc:sldLayoutMkLst>
        </pc:sldLayoutChg>
        <pc:sldLayoutChg chg="del">
          <pc:chgData name="한준 김" userId="7dd4edb89109a895" providerId="LiveId" clId="{1296541B-A483-4B86-9E56-F32887AE44E3}" dt="2024-11-08T07:34:46.615" v="8309" actId="2696"/>
          <pc:sldLayoutMkLst>
            <pc:docMk/>
            <pc:sldMasterMk cId="2522433934" sldId="2147486089"/>
            <pc:sldLayoutMk cId="934877792" sldId="2147486096"/>
          </pc:sldLayoutMkLst>
        </pc:sldLayoutChg>
        <pc:sldLayoutChg chg="del">
          <pc:chgData name="한준 김" userId="7dd4edb89109a895" providerId="LiveId" clId="{1296541B-A483-4B86-9E56-F32887AE44E3}" dt="2024-11-08T07:34:46.615" v="8309" actId="2696"/>
          <pc:sldLayoutMkLst>
            <pc:docMk/>
            <pc:sldMasterMk cId="2522433934" sldId="2147486089"/>
            <pc:sldLayoutMk cId="278152414" sldId="2147486097"/>
          </pc:sldLayoutMkLst>
        </pc:sldLayoutChg>
        <pc:sldLayoutChg chg="del">
          <pc:chgData name="한준 김" userId="7dd4edb89109a895" providerId="LiveId" clId="{1296541B-A483-4B86-9E56-F32887AE44E3}" dt="2024-11-08T07:34:46.615" v="8309" actId="2696"/>
          <pc:sldLayoutMkLst>
            <pc:docMk/>
            <pc:sldMasterMk cId="2522433934" sldId="2147486089"/>
            <pc:sldLayoutMk cId="1483984232" sldId="2147486098"/>
          </pc:sldLayoutMkLst>
        </pc:sldLayoutChg>
        <pc:sldLayoutChg chg="del">
          <pc:chgData name="한준 김" userId="7dd4edb89109a895" providerId="LiveId" clId="{1296541B-A483-4B86-9E56-F32887AE44E3}" dt="2024-11-08T07:34:46.615" v="8309" actId="2696"/>
          <pc:sldLayoutMkLst>
            <pc:docMk/>
            <pc:sldMasterMk cId="2522433934" sldId="2147486089"/>
            <pc:sldLayoutMk cId="3533124132" sldId="2147486099"/>
          </pc:sldLayoutMkLst>
        </pc:sldLayoutChg>
        <pc:sldLayoutChg chg="del">
          <pc:chgData name="한준 김" userId="7dd4edb89109a895" providerId="LiveId" clId="{1296541B-A483-4B86-9E56-F32887AE44E3}" dt="2024-11-08T07:34:46.615" v="8309" actId="2696"/>
          <pc:sldLayoutMkLst>
            <pc:docMk/>
            <pc:sldMasterMk cId="2522433934" sldId="2147486089"/>
            <pc:sldLayoutMk cId="4201254571" sldId="2147486100"/>
          </pc:sldLayoutMkLst>
        </pc:sldLayoutChg>
      </pc:sldMasterChg>
      <pc:sldMasterChg chg="add del addSldLayout delSldLayout">
        <pc:chgData name="한준 김" userId="7dd4edb89109a895" providerId="LiveId" clId="{1296541B-A483-4B86-9E56-F32887AE44E3}" dt="2024-12-07T01:33:17.491" v="10682" actId="2696"/>
        <pc:sldMasterMkLst>
          <pc:docMk/>
          <pc:sldMasterMk cId="3957398769" sldId="2147486101"/>
        </pc:sldMasterMkLst>
        <pc:sldLayoutChg chg="add del">
          <pc:chgData name="한준 김" userId="7dd4edb89109a895" providerId="LiveId" clId="{1296541B-A483-4B86-9E56-F32887AE44E3}" dt="2024-12-07T01:33:17.491" v="10682" actId="2696"/>
          <pc:sldLayoutMkLst>
            <pc:docMk/>
            <pc:sldMasterMk cId="3957398769" sldId="2147486101"/>
            <pc:sldLayoutMk cId="1255469812" sldId="2147486102"/>
          </pc:sldLayoutMkLst>
        </pc:sldLayoutChg>
        <pc:sldLayoutChg chg="add del">
          <pc:chgData name="한준 김" userId="7dd4edb89109a895" providerId="LiveId" clId="{1296541B-A483-4B86-9E56-F32887AE44E3}" dt="2024-12-07T01:33:17.491" v="10682" actId="2696"/>
          <pc:sldLayoutMkLst>
            <pc:docMk/>
            <pc:sldMasterMk cId="3957398769" sldId="2147486101"/>
            <pc:sldLayoutMk cId="1655280174" sldId="2147486103"/>
          </pc:sldLayoutMkLst>
        </pc:sldLayoutChg>
        <pc:sldLayoutChg chg="add del">
          <pc:chgData name="한준 김" userId="7dd4edb89109a895" providerId="LiveId" clId="{1296541B-A483-4B86-9E56-F32887AE44E3}" dt="2024-12-07T01:33:17.491" v="10682" actId="2696"/>
          <pc:sldLayoutMkLst>
            <pc:docMk/>
            <pc:sldMasterMk cId="3957398769" sldId="2147486101"/>
            <pc:sldLayoutMk cId="621464215" sldId="2147486104"/>
          </pc:sldLayoutMkLst>
        </pc:sldLayoutChg>
        <pc:sldLayoutChg chg="add del">
          <pc:chgData name="한준 김" userId="7dd4edb89109a895" providerId="LiveId" clId="{1296541B-A483-4B86-9E56-F32887AE44E3}" dt="2024-12-07T01:33:17.491" v="10682" actId="2696"/>
          <pc:sldLayoutMkLst>
            <pc:docMk/>
            <pc:sldMasterMk cId="3957398769" sldId="2147486101"/>
            <pc:sldLayoutMk cId="927488111" sldId="2147486105"/>
          </pc:sldLayoutMkLst>
        </pc:sldLayoutChg>
        <pc:sldLayoutChg chg="add del">
          <pc:chgData name="한준 김" userId="7dd4edb89109a895" providerId="LiveId" clId="{1296541B-A483-4B86-9E56-F32887AE44E3}" dt="2024-12-07T01:33:17.491" v="10682" actId="2696"/>
          <pc:sldLayoutMkLst>
            <pc:docMk/>
            <pc:sldMasterMk cId="3957398769" sldId="2147486101"/>
            <pc:sldLayoutMk cId="468931585" sldId="2147486106"/>
          </pc:sldLayoutMkLst>
        </pc:sldLayoutChg>
        <pc:sldLayoutChg chg="add del">
          <pc:chgData name="한준 김" userId="7dd4edb89109a895" providerId="LiveId" clId="{1296541B-A483-4B86-9E56-F32887AE44E3}" dt="2024-12-07T01:33:17.491" v="10682" actId="2696"/>
          <pc:sldLayoutMkLst>
            <pc:docMk/>
            <pc:sldMasterMk cId="3957398769" sldId="2147486101"/>
            <pc:sldLayoutMk cId="183845280" sldId="2147486107"/>
          </pc:sldLayoutMkLst>
        </pc:sldLayoutChg>
        <pc:sldLayoutChg chg="add del">
          <pc:chgData name="한준 김" userId="7dd4edb89109a895" providerId="LiveId" clId="{1296541B-A483-4B86-9E56-F32887AE44E3}" dt="2024-12-07T01:33:17.491" v="10682" actId="2696"/>
          <pc:sldLayoutMkLst>
            <pc:docMk/>
            <pc:sldMasterMk cId="3957398769" sldId="2147486101"/>
            <pc:sldLayoutMk cId="525644967" sldId="2147486108"/>
          </pc:sldLayoutMkLst>
        </pc:sldLayoutChg>
        <pc:sldLayoutChg chg="add del">
          <pc:chgData name="한준 김" userId="7dd4edb89109a895" providerId="LiveId" clId="{1296541B-A483-4B86-9E56-F32887AE44E3}" dt="2024-12-07T01:33:17.491" v="10682" actId="2696"/>
          <pc:sldLayoutMkLst>
            <pc:docMk/>
            <pc:sldMasterMk cId="3957398769" sldId="2147486101"/>
            <pc:sldLayoutMk cId="2923220561" sldId="2147486109"/>
          </pc:sldLayoutMkLst>
        </pc:sldLayoutChg>
        <pc:sldLayoutChg chg="add del">
          <pc:chgData name="한준 김" userId="7dd4edb89109a895" providerId="LiveId" clId="{1296541B-A483-4B86-9E56-F32887AE44E3}" dt="2024-12-07T01:33:17.491" v="10682" actId="2696"/>
          <pc:sldLayoutMkLst>
            <pc:docMk/>
            <pc:sldMasterMk cId="3957398769" sldId="2147486101"/>
            <pc:sldLayoutMk cId="4174788946" sldId="2147486110"/>
          </pc:sldLayoutMkLst>
        </pc:sldLayoutChg>
        <pc:sldLayoutChg chg="add del">
          <pc:chgData name="한준 김" userId="7dd4edb89109a895" providerId="LiveId" clId="{1296541B-A483-4B86-9E56-F32887AE44E3}" dt="2024-12-07T01:33:17.491" v="10682" actId="2696"/>
          <pc:sldLayoutMkLst>
            <pc:docMk/>
            <pc:sldMasterMk cId="3957398769" sldId="2147486101"/>
            <pc:sldLayoutMk cId="4068891130" sldId="2147486111"/>
          </pc:sldLayoutMkLst>
        </pc:sldLayoutChg>
        <pc:sldLayoutChg chg="add del">
          <pc:chgData name="한준 김" userId="7dd4edb89109a895" providerId="LiveId" clId="{1296541B-A483-4B86-9E56-F32887AE44E3}" dt="2024-12-07T01:33:17.491" v="10682" actId="2696"/>
          <pc:sldLayoutMkLst>
            <pc:docMk/>
            <pc:sldMasterMk cId="3957398769" sldId="2147486101"/>
            <pc:sldLayoutMk cId="2444328216" sldId="2147486112"/>
          </pc:sldLayoutMkLst>
        </pc:sldLayoutChg>
      </pc:sldMasterChg>
      <pc:sldMasterChg chg="del delSldLayout">
        <pc:chgData name="한준 김" userId="7dd4edb89109a895" providerId="LiveId" clId="{1296541B-A483-4B86-9E56-F32887AE44E3}" dt="2024-11-09T07:58:50.536" v="8772" actId="2696"/>
        <pc:sldMasterMkLst>
          <pc:docMk/>
          <pc:sldMasterMk cId="2434210647" sldId="2147486113"/>
        </pc:sldMasterMkLst>
        <pc:sldLayoutChg chg="del">
          <pc:chgData name="한준 김" userId="7dd4edb89109a895" providerId="LiveId" clId="{1296541B-A483-4B86-9E56-F32887AE44E3}" dt="2024-11-09T07:58:50.536" v="8772" actId="2696"/>
          <pc:sldLayoutMkLst>
            <pc:docMk/>
            <pc:sldMasterMk cId="2434210647" sldId="2147486113"/>
            <pc:sldLayoutMk cId="727837176" sldId="2147486114"/>
          </pc:sldLayoutMkLst>
        </pc:sldLayoutChg>
        <pc:sldLayoutChg chg="del">
          <pc:chgData name="한준 김" userId="7dd4edb89109a895" providerId="LiveId" clId="{1296541B-A483-4B86-9E56-F32887AE44E3}" dt="2024-11-09T07:58:50.536" v="8772" actId="2696"/>
          <pc:sldLayoutMkLst>
            <pc:docMk/>
            <pc:sldMasterMk cId="2434210647" sldId="2147486113"/>
            <pc:sldLayoutMk cId="1450125001" sldId="2147486115"/>
          </pc:sldLayoutMkLst>
        </pc:sldLayoutChg>
        <pc:sldLayoutChg chg="del">
          <pc:chgData name="한준 김" userId="7dd4edb89109a895" providerId="LiveId" clId="{1296541B-A483-4B86-9E56-F32887AE44E3}" dt="2024-11-09T07:58:50.536" v="8772" actId="2696"/>
          <pc:sldLayoutMkLst>
            <pc:docMk/>
            <pc:sldMasterMk cId="2434210647" sldId="2147486113"/>
            <pc:sldLayoutMk cId="1322470764" sldId="2147486116"/>
          </pc:sldLayoutMkLst>
        </pc:sldLayoutChg>
        <pc:sldLayoutChg chg="del">
          <pc:chgData name="한준 김" userId="7dd4edb89109a895" providerId="LiveId" clId="{1296541B-A483-4B86-9E56-F32887AE44E3}" dt="2024-11-09T07:58:50.536" v="8772" actId="2696"/>
          <pc:sldLayoutMkLst>
            <pc:docMk/>
            <pc:sldMasterMk cId="2434210647" sldId="2147486113"/>
            <pc:sldLayoutMk cId="2505527996" sldId="2147486117"/>
          </pc:sldLayoutMkLst>
        </pc:sldLayoutChg>
        <pc:sldLayoutChg chg="del">
          <pc:chgData name="한준 김" userId="7dd4edb89109a895" providerId="LiveId" clId="{1296541B-A483-4B86-9E56-F32887AE44E3}" dt="2024-11-09T07:58:50.536" v="8772" actId="2696"/>
          <pc:sldLayoutMkLst>
            <pc:docMk/>
            <pc:sldMasterMk cId="2434210647" sldId="2147486113"/>
            <pc:sldLayoutMk cId="372421446" sldId="2147486118"/>
          </pc:sldLayoutMkLst>
        </pc:sldLayoutChg>
        <pc:sldLayoutChg chg="del">
          <pc:chgData name="한준 김" userId="7dd4edb89109a895" providerId="LiveId" clId="{1296541B-A483-4B86-9E56-F32887AE44E3}" dt="2024-11-09T07:58:50.536" v="8772" actId="2696"/>
          <pc:sldLayoutMkLst>
            <pc:docMk/>
            <pc:sldMasterMk cId="2434210647" sldId="2147486113"/>
            <pc:sldLayoutMk cId="1328007445" sldId="2147486119"/>
          </pc:sldLayoutMkLst>
        </pc:sldLayoutChg>
        <pc:sldLayoutChg chg="del">
          <pc:chgData name="한준 김" userId="7dd4edb89109a895" providerId="LiveId" clId="{1296541B-A483-4B86-9E56-F32887AE44E3}" dt="2024-11-09T07:58:50.536" v="8772" actId="2696"/>
          <pc:sldLayoutMkLst>
            <pc:docMk/>
            <pc:sldMasterMk cId="2434210647" sldId="2147486113"/>
            <pc:sldLayoutMk cId="363520691" sldId="2147486120"/>
          </pc:sldLayoutMkLst>
        </pc:sldLayoutChg>
        <pc:sldLayoutChg chg="del">
          <pc:chgData name="한준 김" userId="7dd4edb89109a895" providerId="LiveId" clId="{1296541B-A483-4B86-9E56-F32887AE44E3}" dt="2024-11-09T07:58:50.536" v="8772" actId="2696"/>
          <pc:sldLayoutMkLst>
            <pc:docMk/>
            <pc:sldMasterMk cId="2434210647" sldId="2147486113"/>
            <pc:sldLayoutMk cId="1374459377" sldId="2147486121"/>
          </pc:sldLayoutMkLst>
        </pc:sldLayoutChg>
        <pc:sldLayoutChg chg="del">
          <pc:chgData name="한준 김" userId="7dd4edb89109a895" providerId="LiveId" clId="{1296541B-A483-4B86-9E56-F32887AE44E3}" dt="2024-11-09T07:58:50.536" v="8772" actId="2696"/>
          <pc:sldLayoutMkLst>
            <pc:docMk/>
            <pc:sldMasterMk cId="2434210647" sldId="2147486113"/>
            <pc:sldLayoutMk cId="1538408848" sldId="2147486122"/>
          </pc:sldLayoutMkLst>
        </pc:sldLayoutChg>
        <pc:sldLayoutChg chg="del">
          <pc:chgData name="한준 김" userId="7dd4edb89109a895" providerId="LiveId" clId="{1296541B-A483-4B86-9E56-F32887AE44E3}" dt="2024-11-09T07:58:50.536" v="8772" actId="2696"/>
          <pc:sldLayoutMkLst>
            <pc:docMk/>
            <pc:sldMasterMk cId="2434210647" sldId="2147486113"/>
            <pc:sldLayoutMk cId="1541646715" sldId="2147486123"/>
          </pc:sldLayoutMkLst>
        </pc:sldLayoutChg>
        <pc:sldLayoutChg chg="del">
          <pc:chgData name="한준 김" userId="7dd4edb89109a895" providerId="LiveId" clId="{1296541B-A483-4B86-9E56-F32887AE44E3}" dt="2024-11-09T07:58:50.536" v="8772" actId="2696"/>
          <pc:sldLayoutMkLst>
            <pc:docMk/>
            <pc:sldMasterMk cId="2434210647" sldId="2147486113"/>
            <pc:sldLayoutMk cId="3946520140" sldId="2147486124"/>
          </pc:sldLayoutMkLst>
        </pc:sldLayoutChg>
      </pc:sldMasterChg>
      <pc:sldMasterChg chg="del delSldLayout">
        <pc:chgData name="한준 김" userId="7dd4edb89109a895" providerId="LiveId" clId="{1296541B-A483-4B86-9E56-F32887AE44E3}" dt="2024-11-15T08:23:49.504" v="8829" actId="2696"/>
        <pc:sldMasterMkLst>
          <pc:docMk/>
          <pc:sldMasterMk cId="2812669503" sldId="2147486125"/>
        </pc:sldMasterMkLst>
        <pc:sldLayoutChg chg="del">
          <pc:chgData name="한준 김" userId="7dd4edb89109a895" providerId="LiveId" clId="{1296541B-A483-4B86-9E56-F32887AE44E3}" dt="2024-11-15T08:23:49.504" v="8829" actId="2696"/>
          <pc:sldLayoutMkLst>
            <pc:docMk/>
            <pc:sldMasterMk cId="2812669503" sldId="2147486125"/>
            <pc:sldLayoutMk cId="3160042069" sldId="2147486126"/>
          </pc:sldLayoutMkLst>
        </pc:sldLayoutChg>
        <pc:sldLayoutChg chg="del">
          <pc:chgData name="한준 김" userId="7dd4edb89109a895" providerId="LiveId" clId="{1296541B-A483-4B86-9E56-F32887AE44E3}" dt="2024-11-15T08:23:49.504" v="8829" actId="2696"/>
          <pc:sldLayoutMkLst>
            <pc:docMk/>
            <pc:sldMasterMk cId="2812669503" sldId="2147486125"/>
            <pc:sldLayoutMk cId="1715109780" sldId="2147486127"/>
          </pc:sldLayoutMkLst>
        </pc:sldLayoutChg>
        <pc:sldLayoutChg chg="del">
          <pc:chgData name="한준 김" userId="7dd4edb89109a895" providerId="LiveId" clId="{1296541B-A483-4B86-9E56-F32887AE44E3}" dt="2024-11-15T08:23:49.504" v="8829" actId="2696"/>
          <pc:sldLayoutMkLst>
            <pc:docMk/>
            <pc:sldMasterMk cId="2812669503" sldId="2147486125"/>
            <pc:sldLayoutMk cId="2727119139" sldId="2147486128"/>
          </pc:sldLayoutMkLst>
        </pc:sldLayoutChg>
        <pc:sldLayoutChg chg="del">
          <pc:chgData name="한준 김" userId="7dd4edb89109a895" providerId="LiveId" clId="{1296541B-A483-4B86-9E56-F32887AE44E3}" dt="2024-11-15T08:23:49.504" v="8829" actId="2696"/>
          <pc:sldLayoutMkLst>
            <pc:docMk/>
            <pc:sldMasterMk cId="2812669503" sldId="2147486125"/>
            <pc:sldLayoutMk cId="1354132918" sldId="2147486129"/>
          </pc:sldLayoutMkLst>
        </pc:sldLayoutChg>
        <pc:sldLayoutChg chg="del">
          <pc:chgData name="한준 김" userId="7dd4edb89109a895" providerId="LiveId" clId="{1296541B-A483-4B86-9E56-F32887AE44E3}" dt="2024-11-15T08:23:49.504" v="8829" actId="2696"/>
          <pc:sldLayoutMkLst>
            <pc:docMk/>
            <pc:sldMasterMk cId="2812669503" sldId="2147486125"/>
            <pc:sldLayoutMk cId="4114739561" sldId="2147486130"/>
          </pc:sldLayoutMkLst>
        </pc:sldLayoutChg>
        <pc:sldLayoutChg chg="del">
          <pc:chgData name="한준 김" userId="7dd4edb89109a895" providerId="LiveId" clId="{1296541B-A483-4B86-9E56-F32887AE44E3}" dt="2024-11-15T08:23:49.504" v="8829" actId="2696"/>
          <pc:sldLayoutMkLst>
            <pc:docMk/>
            <pc:sldMasterMk cId="2812669503" sldId="2147486125"/>
            <pc:sldLayoutMk cId="2542208808" sldId="2147486131"/>
          </pc:sldLayoutMkLst>
        </pc:sldLayoutChg>
        <pc:sldLayoutChg chg="del">
          <pc:chgData name="한준 김" userId="7dd4edb89109a895" providerId="LiveId" clId="{1296541B-A483-4B86-9E56-F32887AE44E3}" dt="2024-11-15T08:23:49.504" v="8829" actId="2696"/>
          <pc:sldLayoutMkLst>
            <pc:docMk/>
            <pc:sldMasterMk cId="2812669503" sldId="2147486125"/>
            <pc:sldLayoutMk cId="3714419904" sldId="2147486132"/>
          </pc:sldLayoutMkLst>
        </pc:sldLayoutChg>
        <pc:sldLayoutChg chg="del">
          <pc:chgData name="한준 김" userId="7dd4edb89109a895" providerId="LiveId" clId="{1296541B-A483-4B86-9E56-F32887AE44E3}" dt="2024-11-15T08:23:49.504" v="8829" actId="2696"/>
          <pc:sldLayoutMkLst>
            <pc:docMk/>
            <pc:sldMasterMk cId="2812669503" sldId="2147486125"/>
            <pc:sldLayoutMk cId="568326454" sldId="2147486133"/>
          </pc:sldLayoutMkLst>
        </pc:sldLayoutChg>
        <pc:sldLayoutChg chg="del">
          <pc:chgData name="한준 김" userId="7dd4edb89109a895" providerId="LiveId" clId="{1296541B-A483-4B86-9E56-F32887AE44E3}" dt="2024-11-15T08:23:49.504" v="8829" actId="2696"/>
          <pc:sldLayoutMkLst>
            <pc:docMk/>
            <pc:sldMasterMk cId="2812669503" sldId="2147486125"/>
            <pc:sldLayoutMk cId="2344993327" sldId="2147486134"/>
          </pc:sldLayoutMkLst>
        </pc:sldLayoutChg>
        <pc:sldLayoutChg chg="del">
          <pc:chgData name="한준 김" userId="7dd4edb89109a895" providerId="LiveId" clId="{1296541B-A483-4B86-9E56-F32887AE44E3}" dt="2024-11-15T08:23:49.504" v="8829" actId="2696"/>
          <pc:sldLayoutMkLst>
            <pc:docMk/>
            <pc:sldMasterMk cId="2812669503" sldId="2147486125"/>
            <pc:sldLayoutMk cId="1597889468" sldId="2147486135"/>
          </pc:sldLayoutMkLst>
        </pc:sldLayoutChg>
        <pc:sldLayoutChg chg="del">
          <pc:chgData name="한준 김" userId="7dd4edb89109a895" providerId="LiveId" clId="{1296541B-A483-4B86-9E56-F32887AE44E3}" dt="2024-11-15T08:23:49.504" v="8829" actId="2696"/>
          <pc:sldLayoutMkLst>
            <pc:docMk/>
            <pc:sldMasterMk cId="2812669503" sldId="2147486125"/>
            <pc:sldLayoutMk cId="2971263650" sldId="2147486136"/>
          </pc:sldLayoutMkLst>
        </pc:sldLayoutChg>
      </pc:sldMasterChg>
      <pc:sldMasterChg chg="del delSldLayout">
        <pc:chgData name="한준 김" userId="7dd4edb89109a895" providerId="LiveId" clId="{1296541B-A483-4B86-9E56-F32887AE44E3}" dt="2024-11-15T08:32:06.890" v="9061" actId="2696"/>
        <pc:sldMasterMkLst>
          <pc:docMk/>
          <pc:sldMasterMk cId="1877825133" sldId="2147486137"/>
        </pc:sldMasterMkLst>
        <pc:sldLayoutChg chg="del">
          <pc:chgData name="한준 김" userId="7dd4edb89109a895" providerId="LiveId" clId="{1296541B-A483-4B86-9E56-F32887AE44E3}" dt="2024-11-15T08:32:06.890" v="9061" actId="2696"/>
          <pc:sldLayoutMkLst>
            <pc:docMk/>
            <pc:sldMasterMk cId="1877825133" sldId="2147486137"/>
            <pc:sldLayoutMk cId="3501491825" sldId="2147486138"/>
          </pc:sldLayoutMkLst>
        </pc:sldLayoutChg>
        <pc:sldLayoutChg chg="del">
          <pc:chgData name="한준 김" userId="7dd4edb89109a895" providerId="LiveId" clId="{1296541B-A483-4B86-9E56-F32887AE44E3}" dt="2024-11-15T08:32:06.890" v="9061" actId="2696"/>
          <pc:sldLayoutMkLst>
            <pc:docMk/>
            <pc:sldMasterMk cId="1877825133" sldId="2147486137"/>
            <pc:sldLayoutMk cId="1608470780" sldId="2147486139"/>
          </pc:sldLayoutMkLst>
        </pc:sldLayoutChg>
        <pc:sldLayoutChg chg="del">
          <pc:chgData name="한준 김" userId="7dd4edb89109a895" providerId="LiveId" clId="{1296541B-A483-4B86-9E56-F32887AE44E3}" dt="2024-11-15T08:32:06.890" v="9061" actId="2696"/>
          <pc:sldLayoutMkLst>
            <pc:docMk/>
            <pc:sldMasterMk cId="1877825133" sldId="2147486137"/>
            <pc:sldLayoutMk cId="2210071030" sldId="2147486140"/>
          </pc:sldLayoutMkLst>
        </pc:sldLayoutChg>
        <pc:sldLayoutChg chg="del">
          <pc:chgData name="한준 김" userId="7dd4edb89109a895" providerId="LiveId" clId="{1296541B-A483-4B86-9E56-F32887AE44E3}" dt="2024-11-15T08:32:06.890" v="9061" actId="2696"/>
          <pc:sldLayoutMkLst>
            <pc:docMk/>
            <pc:sldMasterMk cId="1877825133" sldId="2147486137"/>
            <pc:sldLayoutMk cId="1874418311" sldId="2147486141"/>
          </pc:sldLayoutMkLst>
        </pc:sldLayoutChg>
        <pc:sldLayoutChg chg="del">
          <pc:chgData name="한준 김" userId="7dd4edb89109a895" providerId="LiveId" clId="{1296541B-A483-4B86-9E56-F32887AE44E3}" dt="2024-11-15T08:32:06.890" v="9061" actId="2696"/>
          <pc:sldLayoutMkLst>
            <pc:docMk/>
            <pc:sldMasterMk cId="1877825133" sldId="2147486137"/>
            <pc:sldLayoutMk cId="936759898" sldId="2147486142"/>
          </pc:sldLayoutMkLst>
        </pc:sldLayoutChg>
        <pc:sldLayoutChg chg="del">
          <pc:chgData name="한준 김" userId="7dd4edb89109a895" providerId="LiveId" clId="{1296541B-A483-4B86-9E56-F32887AE44E3}" dt="2024-11-15T08:32:06.890" v="9061" actId="2696"/>
          <pc:sldLayoutMkLst>
            <pc:docMk/>
            <pc:sldMasterMk cId="1877825133" sldId="2147486137"/>
            <pc:sldLayoutMk cId="2272375927" sldId="2147486143"/>
          </pc:sldLayoutMkLst>
        </pc:sldLayoutChg>
        <pc:sldLayoutChg chg="del">
          <pc:chgData name="한준 김" userId="7dd4edb89109a895" providerId="LiveId" clId="{1296541B-A483-4B86-9E56-F32887AE44E3}" dt="2024-11-15T08:32:06.890" v="9061" actId="2696"/>
          <pc:sldLayoutMkLst>
            <pc:docMk/>
            <pc:sldMasterMk cId="1877825133" sldId="2147486137"/>
            <pc:sldLayoutMk cId="4265335360" sldId="2147486144"/>
          </pc:sldLayoutMkLst>
        </pc:sldLayoutChg>
        <pc:sldLayoutChg chg="del">
          <pc:chgData name="한준 김" userId="7dd4edb89109a895" providerId="LiveId" clId="{1296541B-A483-4B86-9E56-F32887AE44E3}" dt="2024-11-15T08:32:06.890" v="9061" actId="2696"/>
          <pc:sldLayoutMkLst>
            <pc:docMk/>
            <pc:sldMasterMk cId="1877825133" sldId="2147486137"/>
            <pc:sldLayoutMk cId="923581075" sldId="2147486145"/>
          </pc:sldLayoutMkLst>
        </pc:sldLayoutChg>
        <pc:sldLayoutChg chg="del">
          <pc:chgData name="한준 김" userId="7dd4edb89109a895" providerId="LiveId" clId="{1296541B-A483-4B86-9E56-F32887AE44E3}" dt="2024-11-15T08:32:06.890" v="9061" actId="2696"/>
          <pc:sldLayoutMkLst>
            <pc:docMk/>
            <pc:sldMasterMk cId="1877825133" sldId="2147486137"/>
            <pc:sldLayoutMk cId="2711646164" sldId="2147486146"/>
          </pc:sldLayoutMkLst>
        </pc:sldLayoutChg>
        <pc:sldLayoutChg chg="del">
          <pc:chgData name="한준 김" userId="7dd4edb89109a895" providerId="LiveId" clId="{1296541B-A483-4B86-9E56-F32887AE44E3}" dt="2024-11-15T08:32:06.890" v="9061" actId="2696"/>
          <pc:sldLayoutMkLst>
            <pc:docMk/>
            <pc:sldMasterMk cId="1877825133" sldId="2147486137"/>
            <pc:sldLayoutMk cId="522413183" sldId="2147486147"/>
          </pc:sldLayoutMkLst>
        </pc:sldLayoutChg>
        <pc:sldLayoutChg chg="del">
          <pc:chgData name="한준 김" userId="7dd4edb89109a895" providerId="LiveId" clId="{1296541B-A483-4B86-9E56-F32887AE44E3}" dt="2024-11-15T08:32:06.890" v="9061" actId="2696"/>
          <pc:sldLayoutMkLst>
            <pc:docMk/>
            <pc:sldMasterMk cId="1877825133" sldId="2147486137"/>
            <pc:sldLayoutMk cId="1268610893" sldId="2147486148"/>
          </pc:sldLayoutMkLst>
        </pc:sldLayoutChg>
        <pc:sldLayoutChg chg="del">
          <pc:chgData name="한준 김" userId="7dd4edb89109a895" providerId="LiveId" clId="{1296541B-A483-4B86-9E56-F32887AE44E3}" dt="2024-11-15T08:32:06.890" v="9061" actId="2696"/>
          <pc:sldLayoutMkLst>
            <pc:docMk/>
            <pc:sldMasterMk cId="1877825133" sldId="2147486137"/>
            <pc:sldLayoutMk cId="3087308826" sldId="2147486149"/>
          </pc:sldLayoutMkLst>
        </pc:sldLayoutChg>
      </pc:sldMasterChg>
      <pc:sldMasterChg chg="del delSldLayout">
        <pc:chgData name="한준 김" userId="7dd4edb89109a895" providerId="LiveId" clId="{1296541B-A483-4B86-9E56-F32887AE44E3}" dt="2024-11-23T06:24:21.876" v="10221" actId="2696"/>
        <pc:sldMasterMkLst>
          <pc:docMk/>
          <pc:sldMasterMk cId="1511321606" sldId="2147486150"/>
        </pc:sldMasterMkLst>
        <pc:sldLayoutChg chg="del">
          <pc:chgData name="한준 김" userId="7dd4edb89109a895" providerId="LiveId" clId="{1296541B-A483-4B86-9E56-F32887AE44E3}" dt="2024-11-23T06:24:21.876" v="10221" actId="2696"/>
          <pc:sldLayoutMkLst>
            <pc:docMk/>
            <pc:sldMasterMk cId="1511321606" sldId="2147486150"/>
            <pc:sldLayoutMk cId="144497089" sldId="2147486151"/>
          </pc:sldLayoutMkLst>
        </pc:sldLayoutChg>
        <pc:sldLayoutChg chg="del">
          <pc:chgData name="한준 김" userId="7dd4edb89109a895" providerId="LiveId" clId="{1296541B-A483-4B86-9E56-F32887AE44E3}" dt="2024-11-23T06:24:21.876" v="10221" actId="2696"/>
          <pc:sldLayoutMkLst>
            <pc:docMk/>
            <pc:sldMasterMk cId="1511321606" sldId="2147486150"/>
            <pc:sldLayoutMk cId="1879651233" sldId="2147486152"/>
          </pc:sldLayoutMkLst>
        </pc:sldLayoutChg>
        <pc:sldLayoutChg chg="del">
          <pc:chgData name="한준 김" userId="7dd4edb89109a895" providerId="LiveId" clId="{1296541B-A483-4B86-9E56-F32887AE44E3}" dt="2024-11-23T06:24:21.876" v="10221" actId="2696"/>
          <pc:sldLayoutMkLst>
            <pc:docMk/>
            <pc:sldMasterMk cId="1511321606" sldId="2147486150"/>
            <pc:sldLayoutMk cId="3075450553" sldId="2147486153"/>
          </pc:sldLayoutMkLst>
        </pc:sldLayoutChg>
        <pc:sldLayoutChg chg="del">
          <pc:chgData name="한준 김" userId="7dd4edb89109a895" providerId="LiveId" clId="{1296541B-A483-4B86-9E56-F32887AE44E3}" dt="2024-11-23T06:24:21.876" v="10221" actId="2696"/>
          <pc:sldLayoutMkLst>
            <pc:docMk/>
            <pc:sldMasterMk cId="1511321606" sldId="2147486150"/>
            <pc:sldLayoutMk cId="2534498922" sldId="2147486154"/>
          </pc:sldLayoutMkLst>
        </pc:sldLayoutChg>
        <pc:sldLayoutChg chg="del">
          <pc:chgData name="한준 김" userId="7dd4edb89109a895" providerId="LiveId" clId="{1296541B-A483-4B86-9E56-F32887AE44E3}" dt="2024-11-23T06:24:21.876" v="10221" actId="2696"/>
          <pc:sldLayoutMkLst>
            <pc:docMk/>
            <pc:sldMasterMk cId="1511321606" sldId="2147486150"/>
            <pc:sldLayoutMk cId="3411519518" sldId="2147486155"/>
          </pc:sldLayoutMkLst>
        </pc:sldLayoutChg>
        <pc:sldLayoutChg chg="del">
          <pc:chgData name="한준 김" userId="7dd4edb89109a895" providerId="LiveId" clId="{1296541B-A483-4B86-9E56-F32887AE44E3}" dt="2024-11-23T06:24:21.876" v="10221" actId="2696"/>
          <pc:sldLayoutMkLst>
            <pc:docMk/>
            <pc:sldMasterMk cId="1511321606" sldId="2147486150"/>
            <pc:sldLayoutMk cId="1378209808" sldId="2147486156"/>
          </pc:sldLayoutMkLst>
        </pc:sldLayoutChg>
        <pc:sldLayoutChg chg="del">
          <pc:chgData name="한준 김" userId="7dd4edb89109a895" providerId="LiveId" clId="{1296541B-A483-4B86-9E56-F32887AE44E3}" dt="2024-11-23T06:24:21.876" v="10221" actId="2696"/>
          <pc:sldLayoutMkLst>
            <pc:docMk/>
            <pc:sldMasterMk cId="1511321606" sldId="2147486150"/>
            <pc:sldLayoutMk cId="1516527274" sldId="2147486157"/>
          </pc:sldLayoutMkLst>
        </pc:sldLayoutChg>
        <pc:sldLayoutChg chg="del">
          <pc:chgData name="한준 김" userId="7dd4edb89109a895" providerId="LiveId" clId="{1296541B-A483-4B86-9E56-F32887AE44E3}" dt="2024-11-23T06:24:21.876" v="10221" actId="2696"/>
          <pc:sldLayoutMkLst>
            <pc:docMk/>
            <pc:sldMasterMk cId="1511321606" sldId="2147486150"/>
            <pc:sldLayoutMk cId="958927421" sldId="2147486158"/>
          </pc:sldLayoutMkLst>
        </pc:sldLayoutChg>
        <pc:sldLayoutChg chg="del">
          <pc:chgData name="한준 김" userId="7dd4edb89109a895" providerId="LiveId" clId="{1296541B-A483-4B86-9E56-F32887AE44E3}" dt="2024-11-23T06:24:21.876" v="10221" actId="2696"/>
          <pc:sldLayoutMkLst>
            <pc:docMk/>
            <pc:sldMasterMk cId="1511321606" sldId="2147486150"/>
            <pc:sldLayoutMk cId="3124519516" sldId="2147486159"/>
          </pc:sldLayoutMkLst>
        </pc:sldLayoutChg>
        <pc:sldLayoutChg chg="del">
          <pc:chgData name="한준 김" userId="7dd4edb89109a895" providerId="LiveId" clId="{1296541B-A483-4B86-9E56-F32887AE44E3}" dt="2024-11-23T06:24:21.876" v="10221" actId="2696"/>
          <pc:sldLayoutMkLst>
            <pc:docMk/>
            <pc:sldMasterMk cId="1511321606" sldId="2147486150"/>
            <pc:sldLayoutMk cId="2376247246" sldId="2147486160"/>
          </pc:sldLayoutMkLst>
        </pc:sldLayoutChg>
        <pc:sldLayoutChg chg="del">
          <pc:chgData name="한준 김" userId="7dd4edb89109a895" providerId="LiveId" clId="{1296541B-A483-4B86-9E56-F32887AE44E3}" dt="2024-11-23T06:24:21.876" v="10221" actId="2696"/>
          <pc:sldLayoutMkLst>
            <pc:docMk/>
            <pc:sldMasterMk cId="1511321606" sldId="2147486150"/>
            <pc:sldLayoutMk cId="1930739484" sldId="2147486161"/>
          </pc:sldLayoutMkLst>
        </pc:sldLayoutChg>
      </pc:sldMasterChg>
      <pc:sldMasterChg chg="del delSldLayout">
        <pc:chgData name="한준 김" userId="7dd4edb89109a895" providerId="LiveId" clId="{1296541B-A483-4B86-9E56-F32887AE44E3}" dt="2024-11-23T06:25:11.098" v="10225" actId="2696"/>
        <pc:sldMasterMkLst>
          <pc:docMk/>
          <pc:sldMasterMk cId="591005767" sldId="2147486162"/>
        </pc:sldMasterMkLst>
        <pc:sldLayoutChg chg="del">
          <pc:chgData name="한준 김" userId="7dd4edb89109a895" providerId="LiveId" clId="{1296541B-A483-4B86-9E56-F32887AE44E3}" dt="2024-11-23T06:25:11.098" v="10225" actId="2696"/>
          <pc:sldLayoutMkLst>
            <pc:docMk/>
            <pc:sldMasterMk cId="591005767" sldId="2147486162"/>
            <pc:sldLayoutMk cId="1235080838" sldId="2147486163"/>
          </pc:sldLayoutMkLst>
        </pc:sldLayoutChg>
        <pc:sldLayoutChg chg="del">
          <pc:chgData name="한준 김" userId="7dd4edb89109a895" providerId="LiveId" clId="{1296541B-A483-4B86-9E56-F32887AE44E3}" dt="2024-11-23T06:25:11.098" v="10225" actId="2696"/>
          <pc:sldLayoutMkLst>
            <pc:docMk/>
            <pc:sldMasterMk cId="591005767" sldId="2147486162"/>
            <pc:sldLayoutMk cId="1589549096" sldId="2147486164"/>
          </pc:sldLayoutMkLst>
        </pc:sldLayoutChg>
        <pc:sldLayoutChg chg="del">
          <pc:chgData name="한준 김" userId="7dd4edb89109a895" providerId="LiveId" clId="{1296541B-A483-4B86-9E56-F32887AE44E3}" dt="2024-11-23T06:25:11.098" v="10225" actId="2696"/>
          <pc:sldLayoutMkLst>
            <pc:docMk/>
            <pc:sldMasterMk cId="591005767" sldId="2147486162"/>
            <pc:sldLayoutMk cId="3827695729" sldId="2147486165"/>
          </pc:sldLayoutMkLst>
        </pc:sldLayoutChg>
        <pc:sldLayoutChg chg="del">
          <pc:chgData name="한준 김" userId="7dd4edb89109a895" providerId="LiveId" clId="{1296541B-A483-4B86-9E56-F32887AE44E3}" dt="2024-11-23T06:25:11.098" v="10225" actId="2696"/>
          <pc:sldLayoutMkLst>
            <pc:docMk/>
            <pc:sldMasterMk cId="591005767" sldId="2147486162"/>
            <pc:sldLayoutMk cId="978604491" sldId="2147486166"/>
          </pc:sldLayoutMkLst>
        </pc:sldLayoutChg>
        <pc:sldLayoutChg chg="del">
          <pc:chgData name="한준 김" userId="7dd4edb89109a895" providerId="LiveId" clId="{1296541B-A483-4B86-9E56-F32887AE44E3}" dt="2024-11-23T06:25:11.098" v="10225" actId="2696"/>
          <pc:sldLayoutMkLst>
            <pc:docMk/>
            <pc:sldMasterMk cId="591005767" sldId="2147486162"/>
            <pc:sldLayoutMk cId="4103667247" sldId="2147486167"/>
          </pc:sldLayoutMkLst>
        </pc:sldLayoutChg>
        <pc:sldLayoutChg chg="del">
          <pc:chgData name="한준 김" userId="7dd4edb89109a895" providerId="LiveId" clId="{1296541B-A483-4B86-9E56-F32887AE44E3}" dt="2024-11-23T06:25:11.098" v="10225" actId="2696"/>
          <pc:sldLayoutMkLst>
            <pc:docMk/>
            <pc:sldMasterMk cId="591005767" sldId="2147486162"/>
            <pc:sldLayoutMk cId="3194236933" sldId="2147486168"/>
          </pc:sldLayoutMkLst>
        </pc:sldLayoutChg>
        <pc:sldLayoutChg chg="del">
          <pc:chgData name="한준 김" userId="7dd4edb89109a895" providerId="LiveId" clId="{1296541B-A483-4B86-9E56-F32887AE44E3}" dt="2024-11-23T06:25:11.098" v="10225" actId="2696"/>
          <pc:sldLayoutMkLst>
            <pc:docMk/>
            <pc:sldMasterMk cId="591005767" sldId="2147486162"/>
            <pc:sldLayoutMk cId="2160484607" sldId="2147486169"/>
          </pc:sldLayoutMkLst>
        </pc:sldLayoutChg>
        <pc:sldLayoutChg chg="del">
          <pc:chgData name="한준 김" userId="7dd4edb89109a895" providerId="LiveId" clId="{1296541B-A483-4B86-9E56-F32887AE44E3}" dt="2024-11-23T06:25:11.098" v="10225" actId="2696"/>
          <pc:sldLayoutMkLst>
            <pc:docMk/>
            <pc:sldMasterMk cId="591005767" sldId="2147486162"/>
            <pc:sldLayoutMk cId="779171369" sldId="2147486170"/>
          </pc:sldLayoutMkLst>
        </pc:sldLayoutChg>
        <pc:sldLayoutChg chg="del">
          <pc:chgData name="한준 김" userId="7dd4edb89109a895" providerId="LiveId" clId="{1296541B-A483-4B86-9E56-F32887AE44E3}" dt="2024-11-23T06:25:11.098" v="10225" actId="2696"/>
          <pc:sldLayoutMkLst>
            <pc:docMk/>
            <pc:sldMasterMk cId="591005767" sldId="2147486162"/>
            <pc:sldLayoutMk cId="623346782" sldId="2147486171"/>
          </pc:sldLayoutMkLst>
        </pc:sldLayoutChg>
        <pc:sldLayoutChg chg="del">
          <pc:chgData name="한준 김" userId="7dd4edb89109a895" providerId="LiveId" clId="{1296541B-A483-4B86-9E56-F32887AE44E3}" dt="2024-11-23T06:25:11.098" v="10225" actId="2696"/>
          <pc:sldLayoutMkLst>
            <pc:docMk/>
            <pc:sldMasterMk cId="591005767" sldId="2147486162"/>
            <pc:sldLayoutMk cId="633095607" sldId="2147486172"/>
          </pc:sldLayoutMkLst>
        </pc:sldLayoutChg>
        <pc:sldLayoutChg chg="del">
          <pc:chgData name="한준 김" userId="7dd4edb89109a895" providerId="LiveId" clId="{1296541B-A483-4B86-9E56-F32887AE44E3}" dt="2024-11-23T06:25:11.098" v="10225" actId="2696"/>
          <pc:sldLayoutMkLst>
            <pc:docMk/>
            <pc:sldMasterMk cId="591005767" sldId="2147486162"/>
            <pc:sldLayoutMk cId="3036124753" sldId="2147486173"/>
          </pc:sldLayoutMkLst>
        </pc:sldLayoutChg>
      </pc:sldMasterChg>
      <pc:sldMasterChg chg="del delSldLayout">
        <pc:chgData name="한준 김" userId="7dd4edb89109a895" providerId="LiveId" clId="{1296541B-A483-4B86-9E56-F32887AE44E3}" dt="2024-11-22T16:50:20.202" v="9753" actId="2696"/>
        <pc:sldMasterMkLst>
          <pc:docMk/>
          <pc:sldMasterMk cId="2129069409" sldId="2147486174"/>
        </pc:sldMasterMkLst>
        <pc:sldLayoutChg chg="del">
          <pc:chgData name="한준 김" userId="7dd4edb89109a895" providerId="LiveId" clId="{1296541B-A483-4B86-9E56-F32887AE44E3}" dt="2024-11-22T16:50:20.202" v="9753" actId="2696"/>
          <pc:sldLayoutMkLst>
            <pc:docMk/>
            <pc:sldMasterMk cId="2129069409" sldId="2147486174"/>
            <pc:sldLayoutMk cId="2242080962" sldId="2147486175"/>
          </pc:sldLayoutMkLst>
        </pc:sldLayoutChg>
        <pc:sldLayoutChg chg="del">
          <pc:chgData name="한준 김" userId="7dd4edb89109a895" providerId="LiveId" clId="{1296541B-A483-4B86-9E56-F32887AE44E3}" dt="2024-11-22T16:50:20.202" v="9753" actId="2696"/>
          <pc:sldLayoutMkLst>
            <pc:docMk/>
            <pc:sldMasterMk cId="2129069409" sldId="2147486174"/>
            <pc:sldLayoutMk cId="3364935384" sldId="2147486176"/>
          </pc:sldLayoutMkLst>
        </pc:sldLayoutChg>
        <pc:sldLayoutChg chg="del">
          <pc:chgData name="한준 김" userId="7dd4edb89109a895" providerId="LiveId" clId="{1296541B-A483-4B86-9E56-F32887AE44E3}" dt="2024-11-22T16:50:20.202" v="9753" actId="2696"/>
          <pc:sldLayoutMkLst>
            <pc:docMk/>
            <pc:sldMasterMk cId="2129069409" sldId="2147486174"/>
            <pc:sldLayoutMk cId="1599156997" sldId="2147486177"/>
          </pc:sldLayoutMkLst>
        </pc:sldLayoutChg>
        <pc:sldLayoutChg chg="del">
          <pc:chgData name="한준 김" userId="7dd4edb89109a895" providerId="LiveId" clId="{1296541B-A483-4B86-9E56-F32887AE44E3}" dt="2024-11-22T16:50:20.202" v="9753" actId="2696"/>
          <pc:sldLayoutMkLst>
            <pc:docMk/>
            <pc:sldMasterMk cId="2129069409" sldId="2147486174"/>
            <pc:sldLayoutMk cId="1387174973" sldId="2147486178"/>
          </pc:sldLayoutMkLst>
        </pc:sldLayoutChg>
        <pc:sldLayoutChg chg="del">
          <pc:chgData name="한준 김" userId="7dd4edb89109a895" providerId="LiveId" clId="{1296541B-A483-4B86-9E56-F32887AE44E3}" dt="2024-11-22T16:50:20.202" v="9753" actId="2696"/>
          <pc:sldLayoutMkLst>
            <pc:docMk/>
            <pc:sldMasterMk cId="2129069409" sldId="2147486174"/>
            <pc:sldLayoutMk cId="1112126483" sldId="2147486179"/>
          </pc:sldLayoutMkLst>
        </pc:sldLayoutChg>
        <pc:sldLayoutChg chg="del">
          <pc:chgData name="한준 김" userId="7dd4edb89109a895" providerId="LiveId" clId="{1296541B-A483-4B86-9E56-F32887AE44E3}" dt="2024-11-22T16:50:20.202" v="9753" actId="2696"/>
          <pc:sldLayoutMkLst>
            <pc:docMk/>
            <pc:sldMasterMk cId="2129069409" sldId="2147486174"/>
            <pc:sldLayoutMk cId="2013487163" sldId="2147486180"/>
          </pc:sldLayoutMkLst>
        </pc:sldLayoutChg>
        <pc:sldLayoutChg chg="del">
          <pc:chgData name="한준 김" userId="7dd4edb89109a895" providerId="LiveId" clId="{1296541B-A483-4B86-9E56-F32887AE44E3}" dt="2024-11-22T16:50:20.202" v="9753" actId="2696"/>
          <pc:sldLayoutMkLst>
            <pc:docMk/>
            <pc:sldMasterMk cId="2129069409" sldId="2147486174"/>
            <pc:sldLayoutMk cId="683895899" sldId="2147486181"/>
          </pc:sldLayoutMkLst>
        </pc:sldLayoutChg>
        <pc:sldLayoutChg chg="del">
          <pc:chgData name="한준 김" userId="7dd4edb89109a895" providerId="LiveId" clId="{1296541B-A483-4B86-9E56-F32887AE44E3}" dt="2024-11-22T16:50:20.202" v="9753" actId="2696"/>
          <pc:sldLayoutMkLst>
            <pc:docMk/>
            <pc:sldMasterMk cId="2129069409" sldId="2147486174"/>
            <pc:sldLayoutMk cId="3561716867" sldId="2147486182"/>
          </pc:sldLayoutMkLst>
        </pc:sldLayoutChg>
        <pc:sldLayoutChg chg="del">
          <pc:chgData name="한준 김" userId="7dd4edb89109a895" providerId="LiveId" clId="{1296541B-A483-4B86-9E56-F32887AE44E3}" dt="2024-11-22T16:50:20.202" v="9753" actId="2696"/>
          <pc:sldLayoutMkLst>
            <pc:docMk/>
            <pc:sldMasterMk cId="2129069409" sldId="2147486174"/>
            <pc:sldLayoutMk cId="1728780237" sldId="2147486183"/>
          </pc:sldLayoutMkLst>
        </pc:sldLayoutChg>
        <pc:sldLayoutChg chg="del">
          <pc:chgData name="한준 김" userId="7dd4edb89109a895" providerId="LiveId" clId="{1296541B-A483-4B86-9E56-F32887AE44E3}" dt="2024-11-22T16:50:20.202" v="9753" actId="2696"/>
          <pc:sldLayoutMkLst>
            <pc:docMk/>
            <pc:sldMasterMk cId="2129069409" sldId="2147486174"/>
            <pc:sldLayoutMk cId="2660573655" sldId="2147486184"/>
          </pc:sldLayoutMkLst>
        </pc:sldLayoutChg>
        <pc:sldLayoutChg chg="del">
          <pc:chgData name="한준 김" userId="7dd4edb89109a895" providerId="LiveId" clId="{1296541B-A483-4B86-9E56-F32887AE44E3}" dt="2024-11-22T16:50:20.202" v="9753" actId="2696"/>
          <pc:sldLayoutMkLst>
            <pc:docMk/>
            <pc:sldMasterMk cId="2129069409" sldId="2147486174"/>
            <pc:sldLayoutMk cId="1755939414" sldId="2147486185"/>
          </pc:sldLayoutMkLst>
        </pc:sldLayoutChg>
      </pc:sldMasterChg>
      <pc:sldMasterChg chg="del delSldLayout">
        <pc:chgData name="한준 김" userId="7dd4edb89109a895" providerId="LiveId" clId="{1296541B-A483-4B86-9E56-F32887AE44E3}" dt="2024-11-22T16:54:31.900" v="9775" actId="2696"/>
        <pc:sldMasterMkLst>
          <pc:docMk/>
          <pc:sldMasterMk cId="3900325006" sldId="2147486186"/>
        </pc:sldMasterMkLst>
        <pc:sldLayoutChg chg="del">
          <pc:chgData name="한준 김" userId="7dd4edb89109a895" providerId="LiveId" clId="{1296541B-A483-4B86-9E56-F32887AE44E3}" dt="2024-11-22T16:54:31.900" v="9775" actId="2696"/>
          <pc:sldLayoutMkLst>
            <pc:docMk/>
            <pc:sldMasterMk cId="3900325006" sldId="2147486186"/>
            <pc:sldLayoutMk cId="3468396418" sldId="2147486187"/>
          </pc:sldLayoutMkLst>
        </pc:sldLayoutChg>
        <pc:sldLayoutChg chg="del">
          <pc:chgData name="한준 김" userId="7dd4edb89109a895" providerId="LiveId" clId="{1296541B-A483-4B86-9E56-F32887AE44E3}" dt="2024-11-22T16:54:31.900" v="9775" actId="2696"/>
          <pc:sldLayoutMkLst>
            <pc:docMk/>
            <pc:sldMasterMk cId="3900325006" sldId="2147486186"/>
            <pc:sldLayoutMk cId="3240975715" sldId="2147486188"/>
          </pc:sldLayoutMkLst>
        </pc:sldLayoutChg>
        <pc:sldLayoutChg chg="del">
          <pc:chgData name="한준 김" userId="7dd4edb89109a895" providerId="LiveId" clId="{1296541B-A483-4B86-9E56-F32887AE44E3}" dt="2024-11-22T16:54:31.900" v="9775" actId="2696"/>
          <pc:sldLayoutMkLst>
            <pc:docMk/>
            <pc:sldMasterMk cId="3900325006" sldId="2147486186"/>
            <pc:sldLayoutMk cId="3203530003" sldId="2147486189"/>
          </pc:sldLayoutMkLst>
        </pc:sldLayoutChg>
        <pc:sldLayoutChg chg="del">
          <pc:chgData name="한준 김" userId="7dd4edb89109a895" providerId="LiveId" clId="{1296541B-A483-4B86-9E56-F32887AE44E3}" dt="2024-11-22T16:54:31.900" v="9775" actId="2696"/>
          <pc:sldLayoutMkLst>
            <pc:docMk/>
            <pc:sldMasterMk cId="3900325006" sldId="2147486186"/>
            <pc:sldLayoutMk cId="3599339072" sldId="2147486190"/>
          </pc:sldLayoutMkLst>
        </pc:sldLayoutChg>
        <pc:sldLayoutChg chg="del">
          <pc:chgData name="한준 김" userId="7dd4edb89109a895" providerId="LiveId" clId="{1296541B-A483-4B86-9E56-F32887AE44E3}" dt="2024-11-22T16:54:31.900" v="9775" actId="2696"/>
          <pc:sldLayoutMkLst>
            <pc:docMk/>
            <pc:sldMasterMk cId="3900325006" sldId="2147486186"/>
            <pc:sldLayoutMk cId="1143712573" sldId="2147486191"/>
          </pc:sldLayoutMkLst>
        </pc:sldLayoutChg>
        <pc:sldLayoutChg chg="del">
          <pc:chgData name="한준 김" userId="7dd4edb89109a895" providerId="LiveId" clId="{1296541B-A483-4B86-9E56-F32887AE44E3}" dt="2024-11-22T16:54:31.900" v="9775" actId="2696"/>
          <pc:sldLayoutMkLst>
            <pc:docMk/>
            <pc:sldMasterMk cId="3900325006" sldId="2147486186"/>
            <pc:sldLayoutMk cId="1075692224" sldId="2147486192"/>
          </pc:sldLayoutMkLst>
        </pc:sldLayoutChg>
        <pc:sldLayoutChg chg="del">
          <pc:chgData name="한준 김" userId="7dd4edb89109a895" providerId="LiveId" clId="{1296541B-A483-4B86-9E56-F32887AE44E3}" dt="2024-11-22T16:54:31.900" v="9775" actId="2696"/>
          <pc:sldLayoutMkLst>
            <pc:docMk/>
            <pc:sldMasterMk cId="3900325006" sldId="2147486186"/>
            <pc:sldLayoutMk cId="1939685888" sldId="2147486193"/>
          </pc:sldLayoutMkLst>
        </pc:sldLayoutChg>
        <pc:sldLayoutChg chg="del">
          <pc:chgData name="한준 김" userId="7dd4edb89109a895" providerId="LiveId" clId="{1296541B-A483-4B86-9E56-F32887AE44E3}" dt="2024-11-22T16:54:31.900" v="9775" actId="2696"/>
          <pc:sldLayoutMkLst>
            <pc:docMk/>
            <pc:sldMasterMk cId="3900325006" sldId="2147486186"/>
            <pc:sldLayoutMk cId="1121360190" sldId="2147486194"/>
          </pc:sldLayoutMkLst>
        </pc:sldLayoutChg>
        <pc:sldLayoutChg chg="del">
          <pc:chgData name="한준 김" userId="7dd4edb89109a895" providerId="LiveId" clId="{1296541B-A483-4B86-9E56-F32887AE44E3}" dt="2024-11-22T16:54:31.900" v="9775" actId="2696"/>
          <pc:sldLayoutMkLst>
            <pc:docMk/>
            <pc:sldMasterMk cId="3900325006" sldId="2147486186"/>
            <pc:sldLayoutMk cId="219771360" sldId="2147486195"/>
          </pc:sldLayoutMkLst>
        </pc:sldLayoutChg>
        <pc:sldLayoutChg chg="del">
          <pc:chgData name="한준 김" userId="7dd4edb89109a895" providerId="LiveId" clId="{1296541B-A483-4B86-9E56-F32887AE44E3}" dt="2024-11-22T16:54:31.900" v="9775" actId="2696"/>
          <pc:sldLayoutMkLst>
            <pc:docMk/>
            <pc:sldMasterMk cId="3900325006" sldId="2147486186"/>
            <pc:sldLayoutMk cId="583197341" sldId="2147486196"/>
          </pc:sldLayoutMkLst>
        </pc:sldLayoutChg>
        <pc:sldLayoutChg chg="del">
          <pc:chgData name="한준 김" userId="7dd4edb89109a895" providerId="LiveId" clId="{1296541B-A483-4B86-9E56-F32887AE44E3}" dt="2024-11-22T16:54:31.900" v="9775" actId="2696"/>
          <pc:sldLayoutMkLst>
            <pc:docMk/>
            <pc:sldMasterMk cId="3900325006" sldId="2147486186"/>
            <pc:sldLayoutMk cId="2166360082" sldId="2147486197"/>
          </pc:sldLayoutMkLst>
        </pc:sldLayoutChg>
      </pc:sldMasterChg>
      <pc:sldMasterChg chg="del delSldLayout">
        <pc:chgData name="한준 김" userId="7dd4edb89109a895" providerId="LiveId" clId="{1296541B-A483-4B86-9E56-F32887AE44E3}" dt="2024-11-28T07:28:03.356" v="10249" actId="2696"/>
        <pc:sldMasterMkLst>
          <pc:docMk/>
          <pc:sldMasterMk cId="1041390016" sldId="2147486198"/>
        </pc:sldMasterMkLst>
        <pc:sldLayoutChg chg="del">
          <pc:chgData name="한준 김" userId="7dd4edb89109a895" providerId="LiveId" clId="{1296541B-A483-4B86-9E56-F32887AE44E3}" dt="2024-11-28T07:28:03.356" v="10249" actId="2696"/>
          <pc:sldLayoutMkLst>
            <pc:docMk/>
            <pc:sldMasterMk cId="1041390016" sldId="2147486198"/>
            <pc:sldLayoutMk cId="4275001151" sldId="2147486199"/>
          </pc:sldLayoutMkLst>
        </pc:sldLayoutChg>
        <pc:sldLayoutChg chg="del">
          <pc:chgData name="한준 김" userId="7dd4edb89109a895" providerId="LiveId" clId="{1296541B-A483-4B86-9E56-F32887AE44E3}" dt="2024-11-28T07:28:03.356" v="10249" actId="2696"/>
          <pc:sldLayoutMkLst>
            <pc:docMk/>
            <pc:sldMasterMk cId="1041390016" sldId="2147486198"/>
            <pc:sldLayoutMk cId="257234931" sldId="2147486200"/>
          </pc:sldLayoutMkLst>
        </pc:sldLayoutChg>
        <pc:sldLayoutChg chg="del">
          <pc:chgData name="한준 김" userId="7dd4edb89109a895" providerId="LiveId" clId="{1296541B-A483-4B86-9E56-F32887AE44E3}" dt="2024-11-28T07:28:03.356" v="10249" actId="2696"/>
          <pc:sldLayoutMkLst>
            <pc:docMk/>
            <pc:sldMasterMk cId="1041390016" sldId="2147486198"/>
            <pc:sldLayoutMk cId="1692967965" sldId="2147486201"/>
          </pc:sldLayoutMkLst>
        </pc:sldLayoutChg>
        <pc:sldLayoutChg chg="del">
          <pc:chgData name="한준 김" userId="7dd4edb89109a895" providerId="LiveId" clId="{1296541B-A483-4B86-9E56-F32887AE44E3}" dt="2024-11-28T07:28:03.356" v="10249" actId="2696"/>
          <pc:sldLayoutMkLst>
            <pc:docMk/>
            <pc:sldMasterMk cId="1041390016" sldId="2147486198"/>
            <pc:sldLayoutMk cId="2106753898" sldId="2147486202"/>
          </pc:sldLayoutMkLst>
        </pc:sldLayoutChg>
        <pc:sldLayoutChg chg="del">
          <pc:chgData name="한준 김" userId="7dd4edb89109a895" providerId="LiveId" clId="{1296541B-A483-4B86-9E56-F32887AE44E3}" dt="2024-11-28T07:28:03.356" v="10249" actId="2696"/>
          <pc:sldLayoutMkLst>
            <pc:docMk/>
            <pc:sldMasterMk cId="1041390016" sldId="2147486198"/>
            <pc:sldLayoutMk cId="2339143178" sldId="2147486203"/>
          </pc:sldLayoutMkLst>
        </pc:sldLayoutChg>
        <pc:sldLayoutChg chg="del">
          <pc:chgData name="한준 김" userId="7dd4edb89109a895" providerId="LiveId" clId="{1296541B-A483-4B86-9E56-F32887AE44E3}" dt="2024-11-28T07:28:03.356" v="10249" actId="2696"/>
          <pc:sldLayoutMkLst>
            <pc:docMk/>
            <pc:sldMasterMk cId="1041390016" sldId="2147486198"/>
            <pc:sldLayoutMk cId="1663995492" sldId="2147486204"/>
          </pc:sldLayoutMkLst>
        </pc:sldLayoutChg>
        <pc:sldLayoutChg chg="del">
          <pc:chgData name="한준 김" userId="7dd4edb89109a895" providerId="LiveId" clId="{1296541B-A483-4B86-9E56-F32887AE44E3}" dt="2024-11-28T07:28:03.356" v="10249" actId="2696"/>
          <pc:sldLayoutMkLst>
            <pc:docMk/>
            <pc:sldMasterMk cId="1041390016" sldId="2147486198"/>
            <pc:sldLayoutMk cId="1273906354" sldId="2147486205"/>
          </pc:sldLayoutMkLst>
        </pc:sldLayoutChg>
        <pc:sldLayoutChg chg="del">
          <pc:chgData name="한준 김" userId="7dd4edb89109a895" providerId="LiveId" clId="{1296541B-A483-4B86-9E56-F32887AE44E3}" dt="2024-11-28T07:28:03.356" v="10249" actId="2696"/>
          <pc:sldLayoutMkLst>
            <pc:docMk/>
            <pc:sldMasterMk cId="1041390016" sldId="2147486198"/>
            <pc:sldLayoutMk cId="929557059" sldId="2147486206"/>
          </pc:sldLayoutMkLst>
        </pc:sldLayoutChg>
        <pc:sldLayoutChg chg="del">
          <pc:chgData name="한준 김" userId="7dd4edb89109a895" providerId="LiveId" clId="{1296541B-A483-4B86-9E56-F32887AE44E3}" dt="2024-11-28T07:28:03.356" v="10249" actId="2696"/>
          <pc:sldLayoutMkLst>
            <pc:docMk/>
            <pc:sldMasterMk cId="1041390016" sldId="2147486198"/>
            <pc:sldLayoutMk cId="493164241" sldId="2147486207"/>
          </pc:sldLayoutMkLst>
        </pc:sldLayoutChg>
        <pc:sldLayoutChg chg="del">
          <pc:chgData name="한준 김" userId="7dd4edb89109a895" providerId="LiveId" clId="{1296541B-A483-4B86-9E56-F32887AE44E3}" dt="2024-11-28T07:28:03.356" v="10249" actId="2696"/>
          <pc:sldLayoutMkLst>
            <pc:docMk/>
            <pc:sldMasterMk cId="1041390016" sldId="2147486198"/>
            <pc:sldLayoutMk cId="3563673722" sldId="2147486208"/>
          </pc:sldLayoutMkLst>
        </pc:sldLayoutChg>
        <pc:sldLayoutChg chg="del">
          <pc:chgData name="한준 김" userId="7dd4edb89109a895" providerId="LiveId" clId="{1296541B-A483-4B86-9E56-F32887AE44E3}" dt="2024-11-28T07:28:03.356" v="10249" actId="2696"/>
          <pc:sldLayoutMkLst>
            <pc:docMk/>
            <pc:sldMasterMk cId="1041390016" sldId="2147486198"/>
            <pc:sldLayoutMk cId="842254421" sldId="2147486209"/>
          </pc:sldLayoutMkLst>
        </pc:sldLayoutChg>
        <pc:sldLayoutChg chg="del">
          <pc:chgData name="한준 김" userId="7dd4edb89109a895" providerId="LiveId" clId="{1296541B-A483-4B86-9E56-F32887AE44E3}" dt="2024-11-22T16:54:31.900" v="9775" actId="2696"/>
          <pc:sldLayoutMkLst>
            <pc:docMk/>
            <pc:sldMasterMk cId="1041390016" sldId="2147486198"/>
            <pc:sldLayoutMk cId="3118778238" sldId="2147486210"/>
          </pc:sldLayoutMkLst>
        </pc:sldLayoutChg>
      </pc:sldMasterChg>
      <pc:sldMasterChg chg="del delSldLayout">
        <pc:chgData name="한준 김" userId="7dd4edb89109a895" providerId="LiveId" clId="{1296541B-A483-4B86-9E56-F32887AE44E3}" dt="2024-11-30T03:50:35.219" v="10311" actId="2696"/>
        <pc:sldMasterMkLst>
          <pc:docMk/>
          <pc:sldMasterMk cId="2950238577" sldId="2147486210"/>
        </pc:sldMasterMkLst>
        <pc:sldLayoutChg chg="del">
          <pc:chgData name="한준 김" userId="7dd4edb89109a895" providerId="LiveId" clId="{1296541B-A483-4B86-9E56-F32887AE44E3}" dt="2024-11-30T03:50:35.219" v="10311" actId="2696"/>
          <pc:sldLayoutMkLst>
            <pc:docMk/>
            <pc:sldMasterMk cId="2950238577" sldId="2147486210"/>
            <pc:sldLayoutMk cId="1510395423" sldId="2147486211"/>
          </pc:sldLayoutMkLst>
        </pc:sldLayoutChg>
        <pc:sldLayoutChg chg="del">
          <pc:chgData name="한준 김" userId="7dd4edb89109a895" providerId="LiveId" clId="{1296541B-A483-4B86-9E56-F32887AE44E3}" dt="2024-11-30T03:50:35.219" v="10311" actId="2696"/>
          <pc:sldLayoutMkLst>
            <pc:docMk/>
            <pc:sldMasterMk cId="2950238577" sldId="2147486210"/>
            <pc:sldLayoutMk cId="3548598143" sldId="2147486212"/>
          </pc:sldLayoutMkLst>
        </pc:sldLayoutChg>
        <pc:sldLayoutChg chg="del">
          <pc:chgData name="한준 김" userId="7dd4edb89109a895" providerId="LiveId" clId="{1296541B-A483-4B86-9E56-F32887AE44E3}" dt="2024-11-30T03:50:35.219" v="10311" actId="2696"/>
          <pc:sldLayoutMkLst>
            <pc:docMk/>
            <pc:sldMasterMk cId="2950238577" sldId="2147486210"/>
            <pc:sldLayoutMk cId="2505211175" sldId="2147486213"/>
          </pc:sldLayoutMkLst>
        </pc:sldLayoutChg>
        <pc:sldLayoutChg chg="del">
          <pc:chgData name="한준 김" userId="7dd4edb89109a895" providerId="LiveId" clId="{1296541B-A483-4B86-9E56-F32887AE44E3}" dt="2024-11-30T03:50:35.219" v="10311" actId="2696"/>
          <pc:sldLayoutMkLst>
            <pc:docMk/>
            <pc:sldMasterMk cId="2950238577" sldId="2147486210"/>
            <pc:sldLayoutMk cId="3953134698" sldId="2147486214"/>
          </pc:sldLayoutMkLst>
        </pc:sldLayoutChg>
        <pc:sldLayoutChg chg="del">
          <pc:chgData name="한준 김" userId="7dd4edb89109a895" providerId="LiveId" clId="{1296541B-A483-4B86-9E56-F32887AE44E3}" dt="2024-11-30T03:50:35.219" v="10311" actId="2696"/>
          <pc:sldLayoutMkLst>
            <pc:docMk/>
            <pc:sldMasterMk cId="2950238577" sldId="2147486210"/>
            <pc:sldLayoutMk cId="2580798880" sldId="2147486215"/>
          </pc:sldLayoutMkLst>
        </pc:sldLayoutChg>
        <pc:sldLayoutChg chg="del">
          <pc:chgData name="한준 김" userId="7dd4edb89109a895" providerId="LiveId" clId="{1296541B-A483-4B86-9E56-F32887AE44E3}" dt="2024-11-30T03:50:35.219" v="10311" actId="2696"/>
          <pc:sldLayoutMkLst>
            <pc:docMk/>
            <pc:sldMasterMk cId="2950238577" sldId="2147486210"/>
            <pc:sldLayoutMk cId="744822606" sldId="2147486216"/>
          </pc:sldLayoutMkLst>
        </pc:sldLayoutChg>
        <pc:sldLayoutChg chg="del">
          <pc:chgData name="한준 김" userId="7dd4edb89109a895" providerId="LiveId" clId="{1296541B-A483-4B86-9E56-F32887AE44E3}" dt="2024-11-30T03:50:35.219" v="10311" actId="2696"/>
          <pc:sldLayoutMkLst>
            <pc:docMk/>
            <pc:sldMasterMk cId="2950238577" sldId="2147486210"/>
            <pc:sldLayoutMk cId="1923372190" sldId="2147486217"/>
          </pc:sldLayoutMkLst>
        </pc:sldLayoutChg>
        <pc:sldLayoutChg chg="del">
          <pc:chgData name="한준 김" userId="7dd4edb89109a895" providerId="LiveId" clId="{1296541B-A483-4B86-9E56-F32887AE44E3}" dt="2024-11-30T03:50:35.219" v="10311" actId="2696"/>
          <pc:sldLayoutMkLst>
            <pc:docMk/>
            <pc:sldMasterMk cId="2950238577" sldId="2147486210"/>
            <pc:sldLayoutMk cId="3503418611" sldId="2147486218"/>
          </pc:sldLayoutMkLst>
        </pc:sldLayoutChg>
        <pc:sldLayoutChg chg="del">
          <pc:chgData name="한준 김" userId="7dd4edb89109a895" providerId="LiveId" clId="{1296541B-A483-4B86-9E56-F32887AE44E3}" dt="2024-11-30T03:50:35.219" v="10311" actId="2696"/>
          <pc:sldLayoutMkLst>
            <pc:docMk/>
            <pc:sldMasterMk cId="2950238577" sldId="2147486210"/>
            <pc:sldLayoutMk cId="1181201988" sldId="2147486219"/>
          </pc:sldLayoutMkLst>
        </pc:sldLayoutChg>
        <pc:sldLayoutChg chg="del">
          <pc:chgData name="한준 김" userId="7dd4edb89109a895" providerId="LiveId" clId="{1296541B-A483-4B86-9E56-F32887AE44E3}" dt="2024-11-30T03:50:35.219" v="10311" actId="2696"/>
          <pc:sldLayoutMkLst>
            <pc:docMk/>
            <pc:sldMasterMk cId="2950238577" sldId="2147486210"/>
            <pc:sldLayoutMk cId="4257585382" sldId="2147486220"/>
          </pc:sldLayoutMkLst>
        </pc:sldLayoutChg>
        <pc:sldLayoutChg chg="del">
          <pc:chgData name="한준 김" userId="7dd4edb89109a895" providerId="LiveId" clId="{1296541B-A483-4B86-9E56-F32887AE44E3}" dt="2024-11-30T03:50:35.219" v="10311" actId="2696"/>
          <pc:sldLayoutMkLst>
            <pc:docMk/>
            <pc:sldMasterMk cId="2950238577" sldId="2147486210"/>
            <pc:sldLayoutMk cId="1497246737" sldId="2147486221"/>
          </pc:sldLayoutMkLst>
        </pc:sldLayoutChg>
        <pc:sldLayoutChg chg="del">
          <pc:chgData name="한준 김" userId="7dd4edb89109a895" providerId="LiveId" clId="{1296541B-A483-4B86-9E56-F32887AE44E3}" dt="2024-11-30T03:50:35.219" v="10311" actId="2696"/>
          <pc:sldLayoutMkLst>
            <pc:docMk/>
            <pc:sldMasterMk cId="2950238577" sldId="2147486210"/>
            <pc:sldLayoutMk cId="1066044451" sldId="2147486222"/>
          </pc:sldLayoutMkLst>
        </pc:sldLayoutChg>
      </pc:sldMasterChg>
      <pc:sldMasterChg chg="del delSldLayout">
        <pc:chgData name="한준 김" userId="7dd4edb89109a895" providerId="LiveId" clId="{1296541B-A483-4B86-9E56-F32887AE44E3}" dt="2024-11-22T16:59:43.858" v="9934" actId="2696"/>
        <pc:sldMasterMkLst>
          <pc:docMk/>
          <pc:sldMasterMk cId="3347952051" sldId="2147486210"/>
        </pc:sldMasterMkLst>
        <pc:sldLayoutChg chg="del">
          <pc:chgData name="한준 김" userId="7dd4edb89109a895" providerId="LiveId" clId="{1296541B-A483-4B86-9E56-F32887AE44E3}" dt="2024-11-22T16:59:43.858" v="9934" actId="2696"/>
          <pc:sldLayoutMkLst>
            <pc:docMk/>
            <pc:sldMasterMk cId="3347952051" sldId="2147486210"/>
            <pc:sldLayoutMk cId="2359031258" sldId="2147486211"/>
          </pc:sldLayoutMkLst>
        </pc:sldLayoutChg>
        <pc:sldLayoutChg chg="del">
          <pc:chgData name="한준 김" userId="7dd4edb89109a895" providerId="LiveId" clId="{1296541B-A483-4B86-9E56-F32887AE44E3}" dt="2024-11-22T16:59:43.858" v="9934" actId="2696"/>
          <pc:sldLayoutMkLst>
            <pc:docMk/>
            <pc:sldMasterMk cId="3347952051" sldId="2147486210"/>
            <pc:sldLayoutMk cId="2326851328" sldId="2147486212"/>
          </pc:sldLayoutMkLst>
        </pc:sldLayoutChg>
        <pc:sldLayoutChg chg="del">
          <pc:chgData name="한준 김" userId="7dd4edb89109a895" providerId="LiveId" clId="{1296541B-A483-4B86-9E56-F32887AE44E3}" dt="2024-11-22T16:59:43.858" v="9934" actId="2696"/>
          <pc:sldLayoutMkLst>
            <pc:docMk/>
            <pc:sldMasterMk cId="3347952051" sldId="2147486210"/>
            <pc:sldLayoutMk cId="855328798" sldId="2147486213"/>
          </pc:sldLayoutMkLst>
        </pc:sldLayoutChg>
        <pc:sldLayoutChg chg="del">
          <pc:chgData name="한준 김" userId="7dd4edb89109a895" providerId="LiveId" clId="{1296541B-A483-4B86-9E56-F32887AE44E3}" dt="2024-11-22T16:59:43.858" v="9934" actId="2696"/>
          <pc:sldLayoutMkLst>
            <pc:docMk/>
            <pc:sldMasterMk cId="3347952051" sldId="2147486210"/>
            <pc:sldLayoutMk cId="2252028956" sldId="2147486214"/>
          </pc:sldLayoutMkLst>
        </pc:sldLayoutChg>
        <pc:sldLayoutChg chg="del">
          <pc:chgData name="한준 김" userId="7dd4edb89109a895" providerId="LiveId" clId="{1296541B-A483-4B86-9E56-F32887AE44E3}" dt="2024-11-22T16:59:43.858" v="9934" actId="2696"/>
          <pc:sldLayoutMkLst>
            <pc:docMk/>
            <pc:sldMasterMk cId="3347952051" sldId="2147486210"/>
            <pc:sldLayoutMk cId="2409909058" sldId="2147486215"/>
          </pc:sldLayoutMkLst>
        </pc:sldLayoutChg>
        <pc:sldLayoutChg chg="del">
          <pc:chgData name="한준 김" userId="7dd4edb89109a895" providerId="LiveId" clId="{1296541B-A483-4B86-9E56-F32887AE44E3}" dt="2024-11-22T16:59:43.858" v="9934" actId="2696"/>
          <pc:sldLayoutMkLst>
            <pc:docMk/>
            <pc:sldMasterMk cId="3347952051" sldId="2147486210"/>
            <pc:sldLayoutMk cId="3936656193" sldId="2147486216"/>
          </pc:sldLayoutMkLst>
        </pc:sldLayoutChg>
        <pc:sldLayoutChg chg="del">
          <pc:chgData name="한준 김" userId="7dd4edb89109a895" providerId="LiveId" clId="{1296541B-A483-4B86-9E56-F32887AE44E3}" dt="2024-11-22T16:59:43.858" v="9934" actId="2696"/>
          <pc:sldLayoutMkLst>
            <pc:docMk/>
            <pc:sldMasterMk cId="3347952051" sldId="2147486210"/>
            <pc:sldLayoutMk cId="2432982196" sldId="2147486217"/>
          </pc:sldLayoutMkLst>
        </pc:sldLayoutChg>
        <pc:sldLayoutChg chg="del">
          <pc:chgData name="한준 김" userId="7dd4edb89109a895" providerId="LiveId" clId="{1296541B-A483-4B86-9E56-F32887AE44E3}" dt="2024-11-22T16:59:43.858" v="9934" actId="2696"/>
          <pc:sldLayoutMkLst>
            <pc:docMk/>
            <pc:sldMasterMk cId="3347952051" sldId="2147486210"/>
            <pc:sldLayoutMk cId="3741865400" sldId="2147486218"/>
          </pc:sldLayoutMkLst>
        </pc:sldLayoutChg>
        <pc:sldLayoutChg chg="del">
          <pc:chgData name="한준 김" userId="7dd4edb89109a895" providerId="LiveId" clId="{1296541B-A483-4B86-9E56-F32887AE44E3}" dt="2024-11-22T16:59:43.858" v="9934" actId="2696"/>
          <pc:sldLayoutMkLst>
            <pc:docMk/>
            <pc:sldMasterMk cId="3347952051" sldId="2147486210"/>
            <pc:sldLayoutMk cId="714012496" sldId="2147486219"/>
          </pc:sldLayoutMkLst>
        </pc:sldLayoutChg>
        <pc:sldLayoutChg chg="del">
          <pc:chgData name="한준 김" userId="7dd4edb89109a895" providerId="LiveId" clId="{1296541B-A483-4B86-9E56-F32887AE44E3}" dt="2024-11-22T16:59:43.858" v="9934" actId="2696"/>
          <pc:sldLayoutMkLst>
            <pc:docMk/>
            <pc:sldMasterMk cId="3347952051" sldId="2147486210"/>
            <pc:sldLayoutMk cId="2840204738" sldId="2147486220"/>
          </pc:sldLayoutMkLst>
        </pc:sldLayoutChg>
        <pc:sldLayoutChg chg="del">
          <pc:chgData name="한준 김" userId="7dd4edb89109a895" providerId="LiveId" clId="{1296541B-A483-4B86-9E56-F32887AE44E3}" dt="2024-11-22T16:59:43.858" v="9934" actId="2696"/>
          <pc:sldLayoutMkLst>
            <pc:docMk/>
            <pc:sldMasterMk cId="3347952051" sldId="2147486210"/>
            <pc:sldLayoutMk cId="1276680429" sldId="2147486221"/>
          </pc:sldLayoutMkLst>
        </pc:sldLayoutChg>
        <pc:sldLayoutChg chg="del">
          <pc:chgData name="한준 김" userId="7dd4edb89109a895" providerId="LiveId" clId="{1296541B-A483-4B86-9E56-F32887AE44E3}" dt="2024-11-22T16:59:43.858" v="9934" actId="2696"/>
          <pc:sldLayoutMkLst>
            <pc:docMk/>
            <pc:sldMasterMk cId="3347952051" sldId="2147486210"/>
            <pc:sldLayoutMk cId="1087343335" sldId="2147486222"/>
          </pc:sldLayoutMkLst>
        </pc:sldLayoutChg>
      </pc:sldMasterChg>
      <pc:sldMasterChg chg="del delSldLayout">
        <pc:chgData name="한준 김" userId="7dd4edb89109a895" providerId="LiveId" clId="{1296541B-A483-4B86-9E56-F32887AE44E3}" dt="2024-11-30T06:50:21.712" v="10406" actId="2696"/>
        <pc:sldMasterMkLst>
          <pc:docMk/>
          <pc:sldMasterMk cId="3788524466" sldId="2147486223"/>
        </pc:sldMasterMkLst>
        <pc:sldLayoutChg chg="del">
          <pc:chgData name="한준 김" userId="7dd4edb89109a895" providerId="LiveId" clId="{1296541B-A483-4B86-9E56-F32887AE44E3}" dt="2024-11-30T06:50:21.712" v="10406" actId="2696"/>
          <pc:sldLayoutMkLst>
            <pc:docMk/>
            <pc:sldMasterMk cId="3788524466" sldId="2147486223"/>
            <pc:sldLayoutMk cId="262437786" sldId="2147486224"/>
          </pc:sldLayoutMkLst>
        </pc:sldLayoutChg>
        <pc:sldLayoutChg chg="del">
          <pc:chgData name="한준 김" userId="7dd4edb89109a895" providerId="LiveId" clId="{1296541B-A483-4B86-9E56-F32887AE44E3}" dt="2024-11-30T06:50:21.712" v="10406" actId="2696"/>
          <pc:sldLayoutMkLst>
            <pc:docMk/>
            <pc:sldMasterMk cId="3788524466" sldId="2147486223"/>
            <pc:sldLayoutMk cId="1092666318" sldId="2147486225"/>
          </pc:sldLayoutMkLst>
        </pc:sldLayoutChg>
        <pc:sldLayoutChg chg="del">
          <pc:chgData name="한준 김" userId="7dd4edb89109a895" providerId="LiveId" clId="{1296541B-A483-4B86-9E56-F32887AE44E3}" dt="2024-11-30T06:50:21.712" v="10406" actId="2696"/>
          <pc:sldLayoutMkLst>
            <pc:docMk/>
            <pc:sldMasterMk cId="3788524466" sldId="2147486223"/>
            <pc:sldLayoutMk cId="3018187603" sldId="2147486226"/>
          </pc:sldLayoutMkLst>
        </pc:sldLayoutChg>
        <pc:sldLayoutChg chg="del">
          <pc:chgData name="한준 김" userId="7dd4edb89109a895" providerId="LiveId" clId="{1296541B-A483-4B86-9E56-F32887AE44E3}" dt="2024-11-30T06:50:21.712" v="10406" actId="2696"/>
          <pc:sldLayoutMkLst>
            <pc:docMk/>
            <pc:sldMasterMk cId="3788524466" sldId="2147486223"/>
            <pc:sldLayoutMk cId="3704385965" sldId="2147486227"/>
          </pc:sldLayoutMkLst>
        </pc:sldLayoutChg>
        <pc:sldLayoutChg chg="del">
          <pc:chgData name="한준 김" userId="7dd4edb89109a895" providerId="LiveId" clId="{1296541B-A483-4B86-9E56-F32887AE44E3}" dt="2024-11-30T06:50:21.712" v="10406" actId="2696"/>
          <pc:sldLayoutMkLst>
            <pc:docMk/>
            <pc:sldMasterMk cId="3788524466" sldId="2147486223"/>
            <pc:sldLayoutMk cId="1222921405" sldId="2147486228"/>
          </pc:sldLayoutMkLst>
        </pc:sldLayoutChg>
        <pc:sldLayoutChg chg="del">
          <pc:chgData name="한준 김" userId="7dd4edb89109a895" providerId="LiveId" clId="{1296541B-A483-4B86-9E56-F32887AE44E3}" dt="2024-11-30T06:50:21.712" v="10406" actId="2696"/>
          <pc:sldLayoutMkLst>
            <pc:docMk/>
            <pc:sldMasterMk cId="3788524466" sldId="2147486223"/>
            <pc:sldLayoutMk cId="3766734846" sldId="2147486229"/>
          </pc:sldLayoutMkLst>
        </pc:sldLayoutChg>
        <pc:sldLayoutChg chg="del">
          <pc:chgData name="한준 김" userId="7dd4edb89109a895" providerId="LiveId" clId="{1296541B-A483-4B86-9E56-F32887AE44E3}" dt="2024-11-30T06:50:21.712" v="10406" actId="2696"/>
          <pc:sldLayoutMkLst>
            <pc:docMk/>
            <pc:sldMasterMk cId="3788524466" sldId="2147486223"/>
            <pc:sldLayoutMk cId="2300747605" sldId="2147486230"/>
          </pc:sldLayoutMkLst>
        </pc:sldLayoutChg>
        <pc:sldLayoutChg chg="del">
          <pc:chgData name="한준 김" userId="7dd4edb89109a895" providerId="LiveId" clId="{1296541B-A483-4B86-9E56-F32887AE44E3}" dt="2024-11-30T06:50:21.712" v="10406" actId="2696"/>
          <pc:sldLayoutMkLst>
            <pc:docMk/>
            <pc:sldMasterMk cId="3788524466" sldId="2147486223"/>
            <pc:sldLayoutMk cId="3194315491" sldId="2147486231"/>
          </pc:sldLayoutMkLst>
        </pc:sldLayoutChg>
        <pc:sldLayoutChg chg="del">
          <pc:chgData name="한준 김" userId="7dd4edb89109a895" providerId="LiveId" clId="{1296541B-A483-4B86-9E56-F32887AE44E3}" dt="2024-11-30T06:50:21.712" v="10406" actId="2696"/>
          <pc:sldLayoutMkLst>
            <pc:docMk/>
            <pc:sldMasterMk cId="3788524466" sldId="2147486223"/>
            <pc:sldLayoutMk cId="3020169274" sldId="2147486232"/>
          </pc:sldLayoutMkLst>
        </pc:sldLayoutChg>
        <pc:sldLayoutChg chg="del">
          <pc:chgData name="한준 김" userId="7dd4edb89109a895" providerId="LiveId" clId="{1296541B-A483-4B86-9E56-F32887AE44E3}" dt="2024-11-30T06:50:21.712" v="10406" actId="2696"/>
          <pc:sldLayoutMkLst>
            <pc:docMk/>
            <pc:sldMasterMk cId="3788524466" sldId="2147486223"/>
            <pc:sldLayoutMk cId="1094838534" sldId="2147486233"/>
          </pc:sldLayoutMkLst>
        </pc:sldLayoutChg>
        <pc:sldLayoutChg chg="del">
          <pc:chgData name="한준 김" userId="7dd4edb89109a895" providerId="LiveId" clId="{1296541B-A483-4B86-9E56-F32887AE44E3}" dt="2024-11-30T06:50:21.712" v="10406" actId="2696"/>
          <pc:sldLayoutMkLst>
            <pc:docMk/>
            <pc:sldMasterMk cId="3788524466" sldId="2147486223"/>
            <pc:sldLayoutMk cId="1159661784" sldId="2147486234"/>
          </pc:sldLayoutMkLst>
        </pc:sldLayoutChg>
      </pc:sldMasterChg>
      <pc:sldMasterChg chg="add del addSldLayout delSldLayout">
        <pc:chgData name="한준 김" userId="7dd4edb89109a895" providerId="LiveId" clId="{1296541B-A483-4B86-9E56-F32887AE44E3}" dt="2024-12-06T07:30:56.693" v="10485" actId="2696"/>
        <pc:sldMasterMkLst>
          <pc:docMk/>
          <pc:sldMasterMk cId="3348725167" sldId="2147486235"/>
        </pc:sldMasterMkLst>
        <pc:sldLayoutChg chg="add del">
          <pc:chgData name="한준 김" userId="7dd4edb89109a895" providerId="LiveId" clId="{1296541B-A483-4B86-9E56-F32887AE44E3}" dt="2024-12-06T07:30:56.693" v="10485" actId="2696"/>
          <pc:sldLayoutMkLst>
            <pc:docMk/>
            <pc:sldMasterMk cId="3348725167" sldId="2147486235"/>
            <pc:sldLayoutMk cId="3296742116" sldId="2147486236"/>
          </pc:sldLayoutMkLst>
        </pc:sldLayoutChg>
        <pc:sldLayoutChg chg="add del">
          <pc:chgData name="한준 김" userId="7dd4edb89109a895" providerId="LiveId" clId="{1296541B-A483-4B86-9E56-F32887AE44E3}" dt="2024-12-06T07:30:56.693" v="10485" actId="2696"/>
          <pc:sldLayoutMkLst>
            <pc:docMk/>
            <pc:sldMasterMk cId="3348725167" sldId="2147486235"/>
            <pc:sldLayoutMk cId="3209787390" sldId="2147486237"/>
          </pc:sldLayoutMkLst>
        </pc:sldLayoutChg>
        <pc:sldLayoutChg chg="add del">
          <pc:chgData name="한준 김" userId="7dd4edb89109a895" providerId="LiveId" clId="{1296541B-A483-4B86-9E56-F32887AE44E3}" dt="2024-12-06T07:30:56.693" v="10485" actId="2696"/>
          <pc:sldLayoutMkLst>
            <pc:docMk/>
            <pc:sldMasterMk cId="3348725167" sldId="2147486235"/>
            <pc:sldLayoutMk cId="1318743762" sldId="2147486238"/>
          </pc:sldLayoutMkLst>
        </pc:sldLayoutChg>
        <pc:sldLayoutChg chg="add del">
          <pc:chgData name="한준 김" userId="7dd4edb89109a895" providerId="LiveId" clId="{1296541B-A483-4B86-9E56-F32887AE44E3}" dt="2024-12-06T07:30:56.693" v="10485" actId="2696"/>
          <pc:sldLayoutMkLst>
            <pc:docMk/>
            <pc:sldMasterMk cId="3348725167" sldId="2147486235"/>
            <pc:sldLayoutMk cId="830836099" sldId="2147486239"/>
          </pc:sldLayoutMkLst>
        </pc:sldLayoutChg>
        <pc:sldLayoutChg chg="add del">
          <pc:chgData name="한준 김" userId="7dd4edb89109a895" providerId="LiveId" clId="{1296541B-A483-4B86-9E56-F32887AE44E3}" dt="2024-12-06T07:30:56.693" v="10485" actId="2696"/>
          <pc:sldLayoutMkLst>
            <pc:docMk/>
            <pc:sldMasterMk cId="3348725167" sldId="2147486235"/>
            <pc:sldLayoutMk cId="3675450490" sldId="2147486240"/>
          </pc:sldLayoutMkLst>
        </pc:sldLayoutChg>
        <pc:sldLayoutChg chg="add del">
          <pc:chgData name="한준 김" userId="7dd4edb89109a895" providerId="LiveId" clId="{1296541B-A483-4B86-9E56-F32887AE44E3}" dt="2024-12-06T07:30:56.693" v="10485" actId="2696"/>
          <pc:sldLayoutMkLst>
            <pc:docMk/>
            <pc:sldMasterMk cId="3348725167" sldId="2147486235"/>
            <pc:sldLayoutMk cId="15645471" sldId="2147486241"/>
          </pc:sldLayoutMkLst>
        </pc:sldLayoutChg>
        <pc:sldLayoutChg chg="add del">
          <pc:chgData name="한준 김" userId="7dd4edb89109a895" providerId="LiveId" clId="{1296541B-A483-4B86-9E56-F32887AE44E3}" dt="2024-12-06T07:30:56.693" v="10485" actId="2696"/>
          <pc:sldLayoutMkLst>
            <pc:docMk/>
            <pc:sldMasterMk cId="3348725167" sldId="2147486235"/>
            <pc:sldLayoutMk cId="154567588" sldId="2147486242"/>
          </pc:sldLayoutMkLst>
        </pc:sldLayoutChg>
        <pc:sldLayoutChg chg="add del">
          <pc:chgData name="한준 김" userId="7dd4edb89109a895" providerId="LiveId" clId="{1296541B-A483-4B86-9E56-F32887AE44E3}" dt="2024-12-06T07:30:56.693" v="10485" actId="2696"/>
          <pc:sldLayoutMkLst>
            <pc:docMk/>
            <pc:sldMasterMk cId="3348725167" sldId="2147486235"/>
            <pc:sldLayoutMk cId="3044763432" sldId="2147486243"/>
          </pc:sldLayoutMkLst>
        </pc:sldLayoutChg>
        <pc:sldLayoutChg chg="add del">
          <pc:chgData name="한준 김" userId="7dd4edb89109a895" providerId="LiveId" clId="{1296541B-A483-4B86-9E56-F32887AE44E3}" dt="2024-12-06T07:30:56.693" v="10485" actId="2696"/>
          <pc:sldLayoutMkLst>
            <pc:docMk/>
            <pc:sldMasterMk cId="3348725167" sldId="2147486235"/>
            <pc:sldLayoutMk cId="399143650" sldId="2147486244"/>
          </pc:sldLayoutMkLst>
        </pc:sldLayoutChg>
        <pc:sldLayoutChg chg="add del">
          <pc:chgData name="한준 김" userId="7dd4edb89109a895" providerId="LiveId" clId="{1296541B-A483-4B86-9E56-F32887AE44E3}" dt="2024-12-06T07:30:56.693" v="10485" actId="2696"/>
          <pc:sldLayoutMkLst>
            <pc:docMk/>
            <pc:sldMasterMk cId="3348725167" sldId="2147486235"/>
            <pc:sldLayoutMk cId="2899797373" sldId="2147486245"/>
          </pc:sldLayoutMkLst>
        </pc:sldLayoutChg>
        <pc:sldLayoutChg chg="add del">
          <pc:chgData name="한준 김" userId="7dd4edb89109a895" providerId="LiveId" clId="{1296541B-A483-4B86-9E56-F32887AE44E3}" dt="2024-12-06T07:30:56.693" v="10485" actId="2696"/>
          <pc:sldLayoutMkLst>
            <pc:docMk/>
            <pc:sldMasterMk cId="3348725167" sldId="2147486235"/>
            <pc:sldLayoutMk cId="1743342273" sldId="2147486246"/>
          </pc:sldLayoutMkLst>
        </pc:sldLayoutChg>
      </pc:sldMasterChg>
      <pc:sldMasterChg chg="add del addSldLayout delSldLayout">
        <pc:chgData name="한준 김" userId="7dd4edb89109a895" providerId="LiveId" clId="{1296541B-A483-4B86-9E56-F32887AE44E3}" dt="2024-12-06T07:31:20.683" v="10486" actId="2696"/>
        <pc:sldMasterMkLst>
          <pc:docMk/>
          <pc:sldMasterMk cId="99186594" sldId="2147486247"/>
        </pc:sldMasterMkLst>
        <pc:sldLayoutChg chg="add del">
          <pc:chgData name="한준 김" userId="7dd4edb89109a895" providerId="LiveId" clId="{1296541B-A483-4B86-9E56-F32887AE44E3}" dt="2024-12-06T07:31:20.683" v="10486" actId="2696"/>
          <pc:sldLayoutMkLst>
            <pc:docMk/>
            <pc:sldMasterMk cId="99186594" sldId="2147486247"/>
            <pc:sldLayoutMk cId="2207629090" sldId="2147486248"/>
          </pc:sldLayoutMkLst>
        </pc:sldLayoutChg>
        <pc:sldLayoutChg chg="add del">
          <pc:chgData name="한준 김" userId="7dd4edb89109a895" providerId="LiveId" clId="{1296541B-A483-4B86-9E56-F32887AE44E3}" dt="2024-12-06T07:31:20.683" v="10486" actId="2696"/>
          <pc:sldLayoutMkLst>
            <pc:docMk/>
            <pc:sldMasterMk cId="99186594" sldId="2147486247"/>
            <pc:sldLayoutMk cId="2149022525" sldId="2147486249"/>
          </pc:sldLayoutMkLst>
        </pc:sldLayoutChg>
        <pc:sldLayoutChg chg="add del">
          <pc:chgData name="한준 김" userId="7dd4edb89109a895" providerId="LiveId" clId="{1296541B-A483-4B86-9E56-F32887AE44E3}" dt="2024-12-06T07:31:20.683" v="10486" actId="2696"/>
          <pc:sldLayoutMkLst>
            <pc:docMk/>
            <pc:sldMasterMk cId="99186594" sldId="2147486247"/>
            <pc:sldLayoutMk cId="724580585" sldId="2147486250"/>
          </pc:sldLayoutMkLst>
        </pc:sldLayoutChg>
        <pc:sldLayoutChg chg="add del">
          <pc:chgData name="한준 김" userId="7dd4edb89109a895" providerId="LiveId" clId="{1296541B-A483-4B86-9E56-F32887AE44E3}" dt="2024-12-06T07:31:20.683" v="10486" actId="2696"/>
          <pc:sldLayoutMkLst>
            <pc:docMk/>
            <pc:sldMasterMk cId="99186594" sldId="2147486247"/>
            <pc:sldLayoutMk cId="904551009" sldId="2147486251"/>
          </pc:sldLayoutMkLst>
        </pc:sldLayoutChg>
        <pc:sldLayoutChg chg="add del">
          <pc:chgData name="한준 김" userId="7dd4edb89109a895" providerId="LiveId" clId="{1296541B-A483-4B86-9E56-F32887AE44E3}" dt="2024-12-06T07:31:20.683" v="10486" actId="2696"/>
          <pc:sldLayoutMkLst>
            <pc:docMk/>
            <pc:sldMasterMk cId="99186594" sldId="2147486247"/>
            <pc:sldLayoutMk cId="2426927457" sldId="2147486252"/>
          </pc:sldLayoutMkLst>
        </pc:sldLayoutChg>
        <pc:sldLayoutChg chg="add del">
          <pc:chgData name="한준 김" userId="7dd4edb89109a895" providerId="LiveId" clId="{1296541B-A483-4B86-9E56-F32887AE44E3}" dt="2024-12-06T07:31:20.683" v="10486" actId="2696"/>
          <pc:sldLayoutMkLst>
            <pc:docMk/>
            <pc:sldMasterMk cId="99186594" sldId="2147486247"/>
            <pc:sldLayoutMk cId="2531817001" sldId="2147486253"/>
          </pc:sldLayoutMkLst>
        </pc:sldLayoutChg>
        <pc:sldLayoutChg chg="add del">
          <pc:chgData name="한준 김" userId="7dd4edb89109a895" providerId="LiveId" clId="{1296541B-A483-4B86-9E56-F32887AE44E3}" dt="2024-12-06T07:31:20.683" v="10486" actId="2696"/>
          <pc:sldLayoutMkLst>
            <pc:docMk/>
            <pc:sldMasterMk cId="99186594" sldId="2147486247"/>
            <pc:sldLayoutMk cId="3728521879" sldId="2147486254"/>
          </pc:sldLayoutMkLst>
        </pc:sldLayoutChg>
        <pc:sldLayoutChg chg="add del">
          <pc:chgData name="한준 김" userId="7dd4edb89109a895" providerId="LiveId" clId="{1296541B-A483-4B86-9E56-F32887AE44E3}" dt="2024-12-06T07:31:20.683" v="10486" actId="2696"/>
          <pc:sldLayoutMkLst>
            <pc:docMk/>
            <pc:sldMasterMk cId="99186594" sldId="2147486247"/>
            <pc:sldLayoutMk cId="678036375" sldId="2147486255"/>
          </pc:sldLayoutMkLst>
        </pc:sldLayoutChg>
        <pc:sldLayoutChg chg="add del">
          <pc:chgData name="한준 김" userId="7dd4edb89109a895" providerId="LiveId" clId="{1296541B-A483-4B86-9E56-F32887AE44E3}" dt="2024-12-06T07:31:20.683" v="10486" actId="2696"/>
          <pc:sldLayoutMkLst>
            <pc:docMk/>
            <pc:sldMasterMk cId="99186594" sldId="2147486247"/>
            <pc:sldLayoutMk cId="3758382882" sldId="2147486256"/>
          </pc:sldLayoutMkLst>
        </pc:sldLayoutChg>
        <pc:sldLayoutChg chg="add del">
          <pc:chgData name="한준 김" userId="7dd4edb89109a895" providerId="LiveId" clId="{1296541B-A483-4B86-9E56-F32887AE44E3}" dt="2024-12-06T07:31:20.683" v="10486" actId="2696"/>
          <pc:sldLayoutMkLst>
            <pc:docMk/>
            <pc:sldMasterMk cId="99186594" sldId="2147486247"/>
            <pc:sldLayoutMk cId="2222472563" sldId="2147486257"/>
          </pc:sldLayoutMkLst>
        </pc:sldLayoutChg>
        <pc:sldLayoutChg chg="add del">
          <pc:chgData name="한준 김" userId="7dd4edb89109a895" providerId="LiveId" clId="{1296541B-A483-4B86-9E56-F32887AE44E3}" dt="2024-12-06T07:31:20.683" v="10486" actId="2696"/>
          <pc:sldLayoutMkLst>
            <pc:docMk/>
            <pc:sldMasterMk cId="99186594" sldId="2147486247"/>
            <pc:sldLayoutMk cId="4250129168" sldId="2147486258"/>
          </pc:sldLayoutMkLst>
        </pc:sldLayoutChg>
      </pc:sldMasterChg>
      <pc:sldMasterChg chg="add del addSldLayout delSldLayout">
        <pc:chgData name="한준 김" userId="7dd4edb89109a895" providerId="LiveId" clId="{1296541B-A483-4B86-9E56-F32887AE44E3}" dt="2024-12-07T01:33:17.491" v="10682" actId="2696"/>
        <pc:sldMasterMkLst>
          <pc:docMk/>
          <pc:sldMasterMk cId="1110835220" sldId="2147486259"/>
        </pc:sldMasterMkLst>
        <pc:sldLayoutChg chg="add del">
          <pc:chgData name="한준 김" userId="7dd4edb89109a895" providerId="LiveId" clId="{1296541B-A483-4B86-9E56-F32887AE44E3}" dt="2024-12-07T01:33:17.491" v="10682" actId="2696"/>
          <pc:sldLayoutMkLst>
            <pc:docMk/>
            <pc:sldMasterMk cId="1110835220" sldId="2147486259"/>
            <pc:sldLayoutMk cId="2226679947" sldId="2147486260"/>
          </pc:sldLayoutMkLst>
        </pc:sldLayoutChg>
        <pc:sldLayoutChg chg="add del">
          <pc:chgData name="한준 김" userId="7dd4edb89109a895" providerId="LiveId" clId="{1296541B-A483-4B86-9E56-F32887AE44E3}" dt="2024-12-07T01:33:17.491" v="10682" actId="2696"/>
          <pc:sldLayoutMkLst>
            <pc:docMk/>
            <pc:sldMasterMk cId="1110835220" sldId="2147486259"/>
            <pc:sldLayoutMk cId="3912685057" sldId="2147486261"/>
          </pc:sldLayoutMkLst>
        </pc:sldLayoutChg>
        <pc:sldLayoutChg chg="add del">
          <pc:chgData name="한준 김" userId="7dd4edb89109a895" providerId="LiveId" clId="{1296541B-A483-4B86-9E56-F32887AE44E3}" dt="2024-12-07T01:33:17.491" v="10682" actId="2696"/>
          <pc:sldLayoutMkLst>
            <pc:docMk/>
            <pc:sldMasterMk cId="1110835220" sldId="2147486259"/>
            <pc:sldLayoutMk cId="1964025412" sldId="2147486262"/>
          </pc:sldLayoutMkLst>
        </pc:sldLayoutChg>
        <pc:sldLayoutChg chg="add del">
          <pc:chgData name="한준 김" userId="7dd4edb89109a895" providerId="LiveId" clId="{1296541B-A483-4B86-9E56-F32887AE44E3}" dt="2024-12-07T01:33:17.491" v="10682" actId="2696"/>
          <pc:sldLayoutMkLst>
            <pc:docMk/>
            <pc:sldMasterMk cId="1110835220" sldId="2147486259"/>
            <pc:sldLayoutMk cId="2392443768" sldId="2147486263"/>
          </pc:sldLayoutMkLst>
        </pc:sldLayoutChg>
        <pc:sldLayoutChg chg="add del">
          <pc:chgData name="한준 김" userId="7dd4edb89109a895" providerId="LiveId" clId="{1296541B-A483-4B86-9E56-F32887AE44E3}" dt="2024-12-07T01:33:17.491" v="10682" actId="2696"/>
          <pc:sldLayoutMkLst>
            <pc:docMk/>
            <pc:sldMasterMk cId="1110835220" sldId="2147486259"/>
            <pc:sldLayoutMk cId="2948528576" sldId="2147486264"/>
          </pc:sldLayoutMkLst>
        </pc:sldLayoutChg>
        <pc:sldLayoutChg chg="add del">
          <pc:chgData name="한준 김" userId="7dd4edb89109a895" providerId="LiveId" clId="{1296541B-A483-4B86-9E56-F32887AE44E3}" dt="2024-12-07T01:33:17.491" v="10682" actId="2696"/>
          <pc:sldLayoutMkLst>
            <pc:docMk/>
            <pc:sldMasterMk cId="1110835220" sldId="2147486259"/>
            <pc:sldLayoutMk cId="3502592632" sldId="2147486265"/>
          </pc:sldLayoutMkLst>
        </pc:sldLayoutChg>
        <pc:sldLayoutChg chg="add del">
          <pc:chgData name="한준 김" userId="7dd4edb89109a895" providerId="LiveId" clId="{1296541B-A483-4B86-9E56-F32887AE44E3}" dt="2024-12-07T01:33:17.491" v="10682" actId="2696"/>
          <pc:sldLayoutMkLst>
            <pc:docMk/>
            <pc:sldMasterMk cId="1110835220" sldId="2147486259"/>
            <pc:sldLayoutMk cId="312259503" sldId="2147486266"/>
          </pc:sldLayoutMkLst>
        </pc:sldLayoutChg>
        <pc:sldLayoutChg chg="add del">
          <pc:chgData name="한준 김" userId="7dd4edb89109a895" providerId="LiveId" clId="{1296541B-A483-4B86-9E56-F32887AE44E3}" dt="2024-12-07T01:33:17.491" v="10682" actId="2696"/>
          <pc:sldLayoutMkLst>
            <pc:docMk/>
            <pc:sldMasterMk cId="1110835220" sldId="2147486259"/>
            <pc:sldLayoutMk cId="3993142248" sldId="2147486267"/>
          </pc:sldLayoutMkLst>
        </pc:sldLayoutChg>
        <pc:sldLayoutChg chg="add del">
          <pc:chgData name="한준 김" userId="7dd4edb89109a895" providerId="LiveId" clId="{1296541B-A483-4B86-9E56-F32887AE44E3}" dt="2024-12-07T01:33:17.491" v="10682" actId="2696"/>
          <pc:sldLayoutMkLst>
            <pc:docMk/>
            <pc:sldMasterMk cId="1110835220" sldId="2147486259"/>
            <pc:sldLayoutMk cId="856464900" sldId="2147486268"/>
          </pc:sldLayoutMkLst>
        </pc:sldLayoutChg>
        <pc:sldLayoutChg chg="add del">
          <pc:chgData name="한준 김" userId="7dd4edb89109a895" providerId="LiveId" clId="{1296541B-A483-4B86-9E56-F32887AE44E3}" dt="2024-12-07T01:33:17.491" v="10682" actId="2696"/>
          <pc:sldLayoutMkLst>
            <pc:docMk/>
            <pc:sldMasterMk cId="1110835220" sldId="2147486259"/>
            <pc:sldLayoutMk cId="1795324804" sldId="2147486269"/>
          </pc:sldLayoutMkLst>
        </pc:sldLayoutChg>
        <pc:sldLayoutChg chg="add del">
          <pc:chgData name="한준 김" userId="7dd4edb89109a895" providerId="LiveId" clId="{1296541B-A483-4B86-9E56-F32887AE44E3}" dt="2024-12-07T01:33:17.491" v="10682" actId="2696"/>
          <pc:sldLayoutMkLst>
            <pc:docMk/>
            <pc:sldMasterMk cId="1110835220" sldId="2147486259"/>
            <pc:sldLayoutMk cId="837143847" sldId="2147486270"/>
          </pc:sldLayoutMkLst>
        </pc:sldLayoutChg>
      </pc:sldMasterChg>
      <pc:sldMasterChg chg="del delSldLayout">
        <pc:chgData name="한준 김" userId="7dd4edb89109a895" providerId="LiveId" clId="{1296541B-A483-4B86-9E56-F32887AE44E3}" dt="2024-12-07T01:33:17.491" v="10682" actId="2696"/>
        <pc:sldMasterMkLst>
          <pc:docMk/>
          <pc:sldMasterMk cId="3219654554" sldId="2147486271"/>
        </pc:sldMasterMkLst>
        <pc:sldLayoutChg chg="del">
          <pc:chgData name="한준 김" userId="7dd4edb89109a895" providerId="LiveId" clId="{1296541B-A483-4B86-9E56-F32887AE44E3}" dt="2024-12-07T01:33:17.491" v="10682" actId="2696"/>
          <pc:sldLayoutMkLst>
            <pc:docMk/>
            <pc:sldMasterMk cId="3219654554" sldId="2147486271"/>
            <pc:sldLayoutMk cId="3560392318" sldId="2147486272"/>
          </pc:sldLayoutMkLst>
        </pc:sldLayoutChg>
        <pc:sldLayoutChg chg="del">
          <pc:chgData name="한준 김" userId="7dd4edb89109a895" providerId="LiveId" clId="{1296541B-A483-4B86-9E56-F32887AE44E3}" dt="2024-12-07T01:33:17.491" v="10682" actId="2696"/>
          <pc:sldLayoutMkLst>
            <pc:docMk/>
            <pc:sldMasterMk cId="3219654554" sldId="2147486271"/>
            <pc:sldLayoutMk cId="3485578006" sldId="2147486273"/>
          </pc:sldLayoutMkLst>
        </pc:sldLayoutChg>
        <pc:sldLayoutChg chg="del">
          <pc:chgData name="한준 김" userId="7dd4edb89109a895" providerId="LiveId" clId="{1296541B-A483-4B86-9E56-F32887AE44E3}" dt="2024-12-07T01:33:17.491" v="10682" actId="2696"/>
          <pc:sldLayoutMkLst>
            <pc:docMk/>
            <pc:sldMasterMk cId="3219654554" sldId="2147486271"/>
            <pc:sldLayoutMk cId="442359392" sldId="2147486274"/>
          </pc:sldLayoutMkLst>
        </pc:sldLayoutChg>
        <pc:sldLayoutChg chg="del">
          <pc:chgData name="한준 김" userId="7dd4edb89109a895" providerId="LiveId" clId="{1296541B-A483-4B86-9E56-F32887AE44E3}" dt="2024-12-07T01:33:17.491" v="10682" actId="2696"/>
          <pc:sldLayoutMkLst>
            <pc:docMk/>
            <pc:sldMasterMk cId="3219654554" sldId="2147486271"/>
            <pc:sldLayoutMk cId="2100662024" sldId="2147486275"/>
          </pc:sldLayoutMkLst>
        </pc:sldLayoutChg>
        <pc:sldLayoutChg chg="del">
          <pc:chgData name="한준 김" userId="7dd4edb89109a895" providerId="LiveId" clId="{1296541B-A483-4B86-9E56-F32887AE44E3}" dt="2024-12-07T01:33:17.491" v="10682" actId="2696"/>
          <pc:sldLayoutMkLst>
            <pc:docMk/>
            <pc:sldMasterMk cId="3219654554" sldId="2147486271"/>
            <pc:sldLayoutMk cId="1466692657" sldId="2147486276"/>
          </pc:sldLayoutMkLst>
        </pc:sldLayoutChg>
        <pc:sldLayoutChg chg="del">
          <pc:chgData name="한준 김" userId="7dd4edb89109a895" providerId="LiveId" clId="{1296541B-A483-4B86-9E56-F32887AE44E3}" dt="2024-12-07T01:33:17.491" v="10682" actId="2696"/>
          <pc:sldLayoutMkLst>
            <pc:docMk/>
            <pc:sldMasterMk cId="3219654554" sldId="2147486271"/>
            <pc:sldLayoutMk cId="3192015073" sldId="2147486277"/>
          </pc:sldLayoutMkLst>
        </pc:sldLayoutChg>
        <pc:sldLayoutChg chg="del">
          <pc:chgData name="한준 김" userId="7dd4edb89109a895" providerId="LiveId" clId="{1296541B-A483-4B86-9E56-F32887AE44E3}" dt="2024-12-07T01:33:17.491" v="10682" actId="2696"/>
          <pc:sldLayoutMkLst>
            <pc:docMk/>
            <pc:sldMasterMk cId="3219654554" sldId="2147486271"/>
            <pc:sldLayoutMk cId="2486696392" sldId="2147486278"/>
          </pc:sldLayoutMkLst>
        </pc:sldLayoutChg>
        <pc:sldLayoutChg chg="del">
          <pc:chgData name="한준 김" userId="7dd4edb89109a895" providerId="LiveId" clId="{1296541B-A483-4B86-9E56-F32887AE44E3}" dt="2024-12-07T01:33:17.491" v="10682" actId="2696"/>
          <pc:sldLayoutMkLst>
            <pc:docMk/>
            <pc:sldMasterMk cId="3219654554" sldId="2147486271"/>
            <pc:sldLayoutMk cId="366239228" sldId="2147486279"/>
          </pc:sldLayoutMkLst>
        </pc:sldLayoutChg>
        <pc:sldLayoutChg chg="del">
          <pc:chgData name="한준 김" userId="7dd4edb89109a895" providerId="LiveId" clId="{1296541B-A483-4B86-9E56-F32887AE44E3}" dt="2024-12-07T01:33:17.491" v="10682" actId="2696"/>
          <pc:sldLayoutMkLst>
            <pc:docMk/>
            <pc:sldMasterMk cId="3219654554" sldId="2147486271"/>
            <pc:sldLayoutMk cId="2019305850" sldId="2147486280"/>
          </pc:sldLayoutMkLst>
        </pc:sldLayoutChg>
        <pc:sldLayoutChg chg="del">
          <pc:chgData name="한준 김" userId="7dd4edb89109a895" providerId="LiveId" clId="{1296541B-A483-4B86-9E56-F32887AE44E3}" dt="2024-12-07T01:33:17.491" v="10682" actId="2696"/>
          <pc:sldLayoutMkLst>
            <pc:docMk/>
            <pc:sldMasterMk cId="3219654554" sldId="2147486271"/>
            <pc:sldLayoutMk cId="1200520978" sldId="2147486281"/>
          </pc:sldLayoutMkLst>
        </pc:sldLayoutChg>
        <pc:sldLayoutChg chg="del">
          <pc:chgData name="한준 김" userId="7dd4edb89109a895" providerId="LiveId" clId="{1296541B-A483-4B86-9E56-F32887AE44E3}" dt="2024-12-07T01:33:17.491" v="10682" actId="2696"/>
          <pc:sldLayoutMkLst>
            <pc:docMk/>
            <pc:sldMasterMk cId="3219654554" sldId="2147486271"/>
            <pc:sldLayoutMk cId="1960458017" sldId="2147486282"/>
          </pc:sldLayoutMkLst>
        </pc:sldLayoutChg>
      </pc:sldMasterChg>
      <pc:sldMasterChg chg="del delSldLayout">
        <pc:chgData name="한준 김" userId="7dd4edb89109a895" providerId="LiveId" clId="{1296541B-A483-4B86-9E56-F32887AE44E3}" dt="2024-12-14T00:40:04.371" v="10760" actId="2696"/>
        <pc:sldMasterMkLst>
          <pc:docMk/>
          <pc:sldMasterMk cId="1119976846" sldId="2147486283"/>
        </pc:sldMasterMkLst>
        <pc:sldLayoutChg chg="del">
          <pc:chgData name="한준 김" userId="7dd4edb89109a895" providerId="LiveId" clId="{1296541B-A483-4B86-9E56-F32887AE44E3}" dt="2024-12-14T00:40:04.371" v="10760" actId="2696"/>
          <pc:sldLayoutMkLst>
            <pc:docMk/>
            <pc:sldMasterMk cId="1119976846" sldId="2147486283"/>
            <pc:sldLayoutMk cId="196234793" sldId="2147486284"/>
          </pc:sldLayoutMkLst>
        </pc:sldLayoutChg>
        <pc:sldLayoutChg chg="del">
          <pc:chgData name="한준 김" userId="7dd4edb89109a895" providerId="LiveId" clId="{1296541B-A483-4B86-9E56-F32887AE44E3}" dt="2024-12-14T00:40:04.371" v="10760" actId="2696"/>
          <pc:sldLayoutMkLst>
            <pc:docMk/>
            <pc:sldMasterMk cId="1119976846" sldId="2147486283"/>
            <pc:sldLayoutMk cId="1240790986" sldId="2147486285"/>
          </pc:sldLayoutMkLst>
        </pc:sldLayoutChg>
        <pc:sldLayoutChg chg="del">
          <pc:chgData name="한준 김" userId="7dd4edb89109a895" providerId="LiveId" clId="{1296541B-A483-4B86-9E56-F32887AE44E3}" dt="2024-12-14T00:40:04.371" v="10760" actId="2696"/>
          <pc:sldLayoutMkLst>
            <pc:docMk/>
            <pc:sldMasterMk cId="1119976846" sldId="2147486283"/>
            <pc:sldLayoutMk cId="2162263040" sldId="2147486286"/>
          </pc:sldLayoutMkLst>
        </pc:sldLayoutChg>
        <pc:sldLayoutChg chg="del">
          <pc:chgData name="한준 김" userId="7dd4edb89109a895" providerId="LiveId" clId="{1296541B-A483-4B86-9E56-F32887AE44E3}" dt="2024-12-14T00:40:04.371" v="10760" actId="2696"/>
          <pc:sldLayoutMkLst>
            <pc:docMk/>
            <pc:sldMasterMk cId="1119976846" sldId="2147486283"/>
            <pc:sldLayoutMk cId="4247760991" sldId="2147486287"/>
          </pc:sldLayoutMkLst>
        </pc:sldLayoutChg>
        <pc:sldLayoutChg chg="del">
          <pc:chgData name="한준 김" userId="7dd4edb89109a895" providerId="LiveId" clId="{1296541B-A483-4B86-9E56-F32887AE44E3}" dt="2024-12-14T00:40:04.371" v="10760" actId="2696"/>
          <pc:sldLayoutMkLst>
            <pc:docMk/>
            <pc:sldMasterMk cId="1119976846" sldId="2147486283"/>
            <pc:sldLayoutMk cId="4261261889" sldId="2147486288"/>
          </pc:sldLayoutMkLst>
        </pc:sldLayoutChg>
        <pc:sldLayoutChg chg="del">
          <pc:chgData name="한준 김" userId="7dd4edb89109a895" providerId="LiveId" clId="{1296541B-A483-4B86-9E56-F32887AE44E3}" dt="2024-12-14T00:40:04.371" v="10760" actId="2696"/>
          <pc:sldLayoutMkLst>
            <pc:docMk/>
            <pc:sldMasterMk cId="1119976846" sldId="2147486283"/>
            <pc:sldLayoutMk cId="2332845538" sldId="2147486289"/>
          </pc:sldLayoutMkLst>
        </pc:sldLayoutChg>
        <pc:sldLayoutChg chg="del">
          <pc:chgData name="한준 김" userId="7dd4edb89109a895" providerId="LiveId" clId="{1296541B-A483-4B86-9E56-F32887AE44E3}" dt="2024-12-14T00:40:04.371" v="10760" actId="2696"/>
          <pc:sldLayoutMkLst>
            <pc:docMk/>
            <pc:sldMasterMk cId="1119976846" sldId="2147486283"/>
            <pc:sldLayoutMk cId="2637410370" sldId="2147486290"/>
          </pc:sldLayoutMkLst>
        </pc:sldLayoutChg>
        <pc:sldLayoutChg chg="del">
          <pc:chgData name="한준 김" userId="7dd4edb89109a895" providerId="LiveId" clId="{1296541B-A483-4B86-9E56-F32887AE44E3}" dt="2024-12-14T00:40:04.371" v="10760" actId="2696"/>
          <pc:sldLayoutMkLst>
            <pc:docMk/>
            <pc:sldMasterMk cId="1119976846" sldId="2147486283"/>
            <pc:sldLayoutMk cId="1685925758" sldId="2147486291"/>
          </pc:sldLayoutMkLst>
        </pc:sldLayoutChg>
        <pc:sldLayoutChg chg="del">
          <pc:chgData name="한준 김" userId="7dd4edb89109a895" providerId="LiveId" clId="{1296541B-A483-4B86-9E56-F32887AE44E3}" dt="2024-12-14T00:40:04.371" v="10760" actId="2696"/>
          <pc:sldLayoutMkLst>
            <pc:docMk/>
            <pc:sldMasterMk cId="1119976846" sldId="2147486283"/>
            <pc:sldLayoutMk cId="1553893579" sldId="2147486292"/>
          </pc:sldLayoutMkLst>
        </pc:sldLayoutChg>
        <pc:sldLayoutChg chg="del">
          <pc:chgData name="한준 김" userId="7dd4edb89109a895" providerId="LiveId" clId="{1296541B-A483-4B86-9E56-F32887AE44E3}" dt="2024-12-14T00:40:04.371" v="10760" actId="2696"/>
          <pc:sldLayoutMkLst>
            <pc:docMk/>
            <pc:sldMasterMk cId="1119976846" sldId="2147486283"/>
            <pc:sldLayoutMk cId="3472988912" sldId="2147486293"/>
          </pc:sldLayoutMkLst>
        </pc:sldLayoutChg>
        <pc:sldLayoutChg chg="del">
          <pc:chgData name="한준 김" userId="7dd4edb89109a895" providerId="LiveId" clId="{1296541B-A483-4B86-9E56-F32887AE44E3}" dt="2024-12-14T00:40:04.371" v="10760" actId="2696"/>
          <pc:sldLayoutMkLst>
            <pc:docMk/>
            <pc:sldMasterMk cId="1119976846" sldId="2147486283"/>
            <pc:sldLayoutMk cId="3515779834" sldId="2147486294"/>
          </pc:sldLayoutMkLst>
        </pc:sldLayoutChg>
      </pc:sldMasterChg>
      <pc:sldMasterChg chg="del delSldLayout">
        <pc:chgData name="한준 김" userId="7dd4edb89109a895" providerId="LiveId" clId="{1296541B-A483-4B86-9E56-F32887AE44E3}" dt="2024-12-28T06:30:54.060" v="11606" actId="2696"/>
        <pc:sldMasterMkLst>
          <pc:docMk/>
          <pc:sldMasterMk cId="2840088366" sldId="2147486295"/>
        </pc:sldMasterMkLst>
        <pc:sldLayoutChg chg="del">
          <pc:chgData name="한준 김" userId="7dd4edb89109a895" providerId="LiveId" clId="{1296541B-A483-4B86-9E56-F32887AE44E3}" dt="2024-12-28T06:30:54.060" v="11606" actId="2696"/>
          <pc:sldLayoutMkLst>
            <pc:docMk/>
            <pc:sldMasterMk cId="2840088366" sldId="2147486295"/>
            <pc:sldLayoutMk cId="748245038" sldId="2147486296"/>
          </pc:sldLayoutMkLst>
        </pc:sldLayoutChg>
        <pc:sldLayoutChg chg="del">
          <pc:chgData name="한준 김" userId="7dd4edb89109a895" providerId="LiveId" clId="{1296541B-A483-4B86-9E56-F32887AE44E3}" dt="2024-12-28T06:30:54.060" v="11606" actId="2696"/>
          <pc:sldLayoutMkLst>
            <pc:docMk/>
            <pc:sldMasterMk cId="2840088366" sldId="2147486295"/>
            <pc:sldLayoutMk cId="2866209927" sldId="2147486297"/>
          </pc:sldLayoutMkLst>
        </pc:sldLayoutChg>
        <pc:sldLayoutChg chg="del">
          <pc:chgData name="한준 김" userId="7dd4edb89109a895" providerId="LiveId" clId="{1296541B-A483-4B86-9E56-F32887AE44E3}" dt="2024-12-28T06:30:54.060" v="11606" actId="2696"/>
          <pc:sldLayoutMkLst>
            <pc:docMk/>
            <pc:sldMasterMk cId="2840088366" sldId="2147486295"/>
            <pc:sldLayoutMk cId="210051395" sldId="2147486298"/>
          </pc:sldLayoutMkLst>
        </pc:sldLayoutChg>
        <pc:sldLayoutChg chg="del">
          <pc:chgData name="한준 김" userId="7dd4edb89109a895" providerId="LiveId" clId="{1296541B-A483-4B86-9E56-F32887AE44E3}" dt="2024-12-28T06:30:54.060" v="11606" actId="2696"/>
          <pc:sldLayoutMkLst>
            <pc:docMk/>
            <pc:sldMasterMk cId="2840088366" sldId="2147486295"/>
            <pc:sldLayoutMk cId="181156250" sldId="2147486299"/>
          </pc:sldLayoutMkLst>
        </pc:sldLayoutChg>
        <pc:sldLayoutChg chg="del">
          <pc:chgData name="한준 김" userId="7dd4edb89109a895" providerId="LiveId" clId="{1296541B-A483-4B86-9E56-F32887AE44E3}" dt="2024-12-28T06:30:54.060" v="11606" actId="2696"/>
          <pc:sldLayoutMkLst>
            <pc:docMk/>
            <pc:sldMasterMk cId="2840088366" sldId="2147486295"/>
            <pc:sldLayoutMk cId="3978662348" sldId="2147486300"/>
          </pc:sldLayoutMkLst>
        </pc:sldLayoutChg>
        <pc:sldLayoutChg chg="del">
          <pc:chgData name="한준 김" userId="7dd4edb89109a895" providerId="LiveId" clId="{1296541B-A483-4B86-9E56-F32887AE44E3}" dt="2024-12-28T06:30:54.060" v="11606" actId="2696"/>
          <pc:sldLayoutMkLst>
            <pc:docMk/>
            <pc:sldMasterMk cId="2840088366" sldId="2147486295"/>
            <pc:sldLayoutMk cId="182570332" sldId="2147486301"/>
          </pc:sldLayoutMkLst>
        </pc:sldLayoutChg>
        <pc:sldLayoutChg chg="del">
          <pc:chgData name="한준 김" userId="7dd4edb89109a895" providerId="LiveId" clId="{1296541B-A483-4B86-9E56-F32887AE44E3}" dt="2024-12-28T06:30:54.060" v="11606" actId="2696"/>
          <pc:sldLayoutMkLst>
            <pc:docMk/>
            <pc:sldMasterMk cId="2840088366" sldId="2147486295"/>
            <pc:sldLayoutMk cId="1930117627" sldId="2147486302"/>
          </pc:sldLayoutMkLst>
        </pc:sldLayoutChg>
        <pc:sldLayoutChg chg="del">
          <pc:chgData name="한준 김" userId="7dd4edb89109a895" providerId="LiveId" clId="{1296541B-A483-4B86-9E56-F32887AE44E3}" dt="2024-12-28T06:30:54.060" v="11606" actId="2696"/>
          <pc:sldLayoutMkLst>
            <pc:docMk/>
            <pc:sldMasterMk cId="2840088366" sldId="2147486295"/>
            <pc:sldLayoutMk cId="1231388279" sldId="2147486303"/>
          </pc:sldLayoutMkLst>
        </pc:sldLayoutChg>
        <pc:sldLayoutChg chg="del">
          <pc:chgData name="한준 김" userId="7dd4edb89109a895" providerId="LiveId" clId="{1296541B-A483-4B86-9E56-F32887AE44E3}" dt="2024-12-28T06:30:54.060" v="11606" actId="2696"/>
          <pc:sldLayoutMkLst>
            <pc:docMk/>
            <pc:sldMasterMk cId="2840088366" sldId="2147486295"/>
            <pc:sldLayoutMk cId="2252759491" sldId="2147486304"/>
          </pc:sldLayoutMkLst>
        </pc:sldLayoutChg>
        <pc:sldLayoutChg chg="del">
          <pc:chgData name="한준 김" userId="7dd4edb89109a895" providerId="LiveId" clId="{1296541B-A483-4B86-9E56-F32887AE44E3}" dt="2024-12-28T06:30:54.060" v="11606" actId="2696"/>
          <pc:sldLayoutMkLst>
            <pc:docMk/>
            <pc:sldMasterMk cId="2840088366" sldId="2147486295"/>
            <pc:sldLayoutMk cId="2822230749" sldId="2147486305"/>
          </pc:sldLayoutMkLst>
        </pc:sldLayoutChg>
        <pc:sldLayoutChg chg="del">
          <pc:chgData name="한준 김" userId="7dd4edb89109a895" providerId="LiveId" clId="{1296541B-A483-4B86-9E56-F32887AE44E3}" dt="2024-12-28T06:30:54.060" v="11606" actId="2696"/>
          <pc:sldLayoutMkLst>
            <pc:docMk/>
            <pc:sldMasterMk cId="2840088366" sldId="2147486295"/>
            <pc:sldLayoutMk cId="1594538484" sldId="2147486306"/>
          </pc:sldLayoutMkLst>
        </pc:sldLayoutChg>
      </pc:sldMasterChg>
      <pc:sldMasterChg chg="del delSldLayout">
        <pc:chgData name="한준 김" userId="7dd4edb89109a895" providerId="LiveId" clId="{1296541B-A483-4B86-9E56-F32887AE44E3}" dt="2024-12-28T06:30:54.060" v="11606" actId="2696"/>
        <pc:sldMasterMkLst>
          <pc:docMk/>
          <pc:sldMasterMk cId="3991999202" sldId="2147486307"/>
        </pc:sldMasterMkLst>
        <pc:sldLayoutChg chg="del">
          <pc:chgData name="한준 김" userId="7dd4edb89109a895" providerId="LiveId" clId="{1296541B-A483-4B86-9E56-F32887AE44E3}" dt="2024-12-28T06:30:54.060" v="11606" actId="2696"/>
          <pc:sldLayoutMkLst>
            <pc:docMk/>
            <pc:sldMasterMk cId="3991999202" sldId="2147486307"/>
            <pc:sldLayoutMk cId="3535006" sldId="2147486308"/>
          </pc:sldLayoutMkLst>
        </pc:sldLayoutChg>
        <pc:sldLayoutChg chg="del">
          <pc:chgData name="한준 김" userId="7dd4edb89109a895" providerId="LiveId" clId="{1296541B-A483-4B86-9E56-F32887AE44E3}" dt="2024-12-28T06:30:54.060" v="11606" actId="2696"/>
          <pc:sldLayoutMkLst>
            <pc:docMk/>
            <pc:sldMasterMk cId="3991999202" sldId="2147486307"/>
            <pc:sldLayoutMk cId="747125974" sldId="2147486309"/>
          </pc:sldLayoutMkLst>
        </pc:sldLayoutChg>
        <pc:sldLayoutChg chg="del">
          <pc:chgData name="한준 김" userId="7dd4edb89109a895" providerId="LiveId" clId="{1296541B-A483-4B86-9E56-F32887AE44E3}" dt="2024-12-28T06:30:54.060" v="11606" actId="2696"/>
          <pc:sldLayoutMkLst>
            <pc:docMk/>
            <pc:sldMasterMk cId="3991999202" sldId="2147486307"/>
            <pc:sldLayoutMk cId="1816280580" sldId="2147486310"/>
          </pc:sldLayoutMkLst>
        </pc:sldLayoutChg>
        <pc:sldLayoutChg chg="del">
          <pc:chgData name="한준 김" userId="7dd4edb89109a895" providerId="LiveId" clId="{1296541B-A483-4B86-9E56-F32887AE44E3}" dt="2024-12-28T06:30:54.060" v="11606" actId="2696"/>
          <pc:sldLayoutMkLst>
            <pc:docMk/>
            <pc:sldMasterMk cId="3991999202" sldId="2147486307"/>
            <pc:sldLayoutMk cId="2713077162" sldId="2147486311"/>
          </pc:sldLayoutMkLst>
        </pc:sldLayoutChg>
        <pc:sldLayoutChg chg="del">
          <pc:chgData name="한준 김" userId="7dd4edb89109a895" providerId="LiveId" clId="{1296541B-A483-4B86-9E56-F32887AE44E3}" dt="2024-12-28T06:30:54.060" v="11606" actId="2696"/>
          <pc:sldLayoutMkLst>
            <pc:docMk/>
            <pc:sldMasterMk cId="3991999202" sldId="2147486307"/>
            <pc:sldLayoutMk cId="1507499412" sldId="2147486312"/>
          </pc:sldLayoutMkLst>
        </pc:sldLayoutChg>
        <pc:sldLayoutChg chg="del">
          <pc:chgData name="한준 김" userId="7dd4edb89109a895" providerId="LiveId" clId="{1296541B-A483-4B86-9E56-F32887AE44E3}" dt="2024-12-28T06:30:54.060" v="11606" actId="2696"/>
          <pc:sldLayoutMkLst>
            <pc:docMk/>
            <pc:sldMasterMk cId="3991999202" sldId="2147486307"/>
            <pc:sldLayoutMk cId="1128986343" sldId="2147486313"/>
          </pc:sldLayoutMkLst>
        </pc:sldLayoutChg>
        <pc:sldLayoutChg chg="del">
          <pc:chgData name="한준 김" userId="7dd4edb89109a895" providerId="LiveId" clId="{1296541B-A483-4B86-9E56-F32887AE44E3}" dt="2024-12-28T06:30:54.060" v="11606" actId="2696"/>
          <pc:sldLayoutMkLst>
            <pc:docMk/>
            <pc:sldMasterMk cId="3991999202" sldId="2147486307"/>
            <pc:sldLayoutMk cId="1583019825" sldId="2147486314"/>
          </pc:sldLayoutMkLst>
        </pc:sldLayoutChg>
        <pc:sldLayoutChg chg="del">
          <pc:chgData name="한준 김" userId="7dd4edb89109a895" providerId="LiveId" clId="{1296541B-A483-4B86-9E56-F32887AE44E3}" dt="2024-12-28T06:30:54.060" v="11606" actId="2696"/>
          <pc:sldLayoutMkLst>
            <pc:docMk/>
            <pc:sldMasterMk cId="3991999202" sldId="2147486307"/>
            <pc:sldLayoutMk cId="3726916550" sldId="2147486315"/>
          </pc:sldLayoutMkLst>
        </pc:sldLayoutChg>
        <pc:sldLayoutChg chg="del">
          <pc:chgData name="한준 김" userId="7dd4edb89109a895" providerId="LiveId" clId="{1296541B-A483-4B86-9E56-F32887AE44E3}" dt="2024-12-28T06:30:54.060" v="11606" actId="2696"/>
          <pc:sldLayoutMkLst>
            <pc:docMk/>
            <pc:sldMasterMk cId="3991999202" sldId="2147486307"/>
            <pc:sldLayoutMk cId="931084835" sldId="2147486316"/>
          </pc:sldLayoutMkLst>
        </pc:sldLayoutChg>
        <pc:sldLayoutChg chg="del">
          <pc:chgData name="한준 김" userId="7dd4edb89109a895" providerId="LiveId" clId="{1296541B-A483-4B86-9E56-F32887AE44E3}" dt="2024-12-28T06:30:54.060" v="11606" actId="2696"/>
          <pc:sldLayoutMkLst>
            <pc:docMk/>
            <pc:sldMasterMk cId="3991999202" sldId="2147486307"/>
            <pc:sldLayoutMk cId="3776164291" sldId="2147486317"/>
          </pc:sldLayoutMkLst>
        </pc:sldLayoutChg>
        <pc:sldLayoutChg chg="del">
          <pc:chgData name="한준 김" userId="7dd4edb89109a895" providerId="LiveId" clId="{1296541B-A483-4B86-9E56-F32887AE44E3}" dt="2024-12-28T06:30:54.060" v="11606" actId="2696"/>
          <pc:sldLayoutMkLst>
            <pc:docMk/>
            <pc:sldMasterMk cId="3991999202" sldId="2147486307"/>
            <pc:sldLayoutMk cId="3992757028" sldId="2147486318"/>
          </pc:sldLayoutMkLst>
        </pc:sldLayoutChg>
      </pc:sldMasterChg>
      <pc:sldMasterChg chg="del delSldLayout">
        <pc:chgData name="한준 김" userId="7dd4edb89109a895" providerId="LiveId" clId="{1296541B-A483-4B86-9E56-F32887AE44E3}" dt="2024-12-19T05:55:41.309" v="11035" actId="2696"/>
        <pc:sldMasterMkLst>
          <pc:docMk/>
          <pc:sldMasterMk cId="2097922924" sldId="2147486319"/>
        </pc:sldMasterMkLst>
        <pc:sldLayoutChg chg="del">
          <pc:chgData name="한준 김" userId="7dd4edb89109a895" providerId="LiveId" clId="{1296541B-A483-4B86-9E56-F32887AE44E3}" dt="2024-12-19T05:55:41.309" v="11035" actId="2696"/>
          <pc:sldLayoutMkLst>
            <pc:docMk/>
            <pc:sldMasterMk cId="2097922924" sldId="2147486319"/>
            <pc:sldLayoutMk cId="3357093187" sldId="2147486320"/>
          </pc:sldLayoutMkLst>
        </pc:sldLayoutChg>
        <pc:sldLayoutChg chg="del">
          <pc:chgData name="한준 김" userId="7dd4edb89109a895" providerId="LiveId" clId="{1296541B-A483-4B86-9E56-F32887AE44E3}" dt="2024-12-19T05:55:41.309" v="11035" actId="2696"/>
          <pc:sldLayoutMkLst>
            <pc:docMk/>
            <pc:sldMasterMk cId="2097922924" sldId="2147486319"/>
            <pc:sldLayoutMk cId="2287123372" sldId="2147486321"/>
          </pc:sldLayoutMkLst>
        </pc:sldLayoutChg>
        <pc:sldLayoutChg chg="del">
          <pc:chgData name="한준 김" userId="7dd4edb89109a895" providerId="LiveId" clId="{1296541B-A483-4B86-9E56-F32887AE44E3}" dt="2024-12-19T05:55:41.309" v="11035" actId="2696"/>
          <pc:sldLayoutMkLst>
            <pc:docMk/>
            <pc:sldMasterMk cId="2097922924" sldId="2147486319"/>
            <pc:sldLayoutMk cId="2086739815" sldId="2147486322"/>
          </pc:sldLayoutMkLst>
        </pc:sldLayoutChg>
        <pc:sldLayoutChg chg="del">
          <pc:chgData name="한준 김" userId="7dd4edb89109a895" providerId="LiveId" clId="{1296541B-A483-4B86-9E56-F32887AE44E3}" dt="2024-12-19T05:55:41.309" v="11035" actId="2696"/>
          <pc:sldLayoutMkLst>
            <pc:docMk/>
            <pc:sldMasterMk cId="2097922924" sldId="2147486319"/>
            <pc:sldLayoutMk cId="1686683505" sldId="2147486323"/>
          </pc:sldLayoutMkLst>
        </pc:sldLayoutChg>
        <pc:sldLayoutChg chg="del">
          <pc:chgData name="한준 김" userId="7dd4edb89109a895" providerId="LiveId" clId="{1296541B-A483-4B86-9E56-F32887AE44E3}" dt="2024-12-19T05:55:41.309" v="11035" actId="2696"/>
          <pc:sldLayoutMkLst>
            <pc:docMk/>
            <pc:sldMasterMk cId="2097922924" sldId="2147486319"/>
            <pc:sldLayoutMk cId="893055315" sldId="2147486324"/>
          </pc:sldLayoutMkLst>
        </pc:sldLayoutChg>
        <pc:sldLayoutChg chg="del">
          <pc:chgData name="한준 김" userId="7dd4edb89109a895" providerId="LiveId" clId="{1296541B-A483-4B86-9E56-F32887AE44E3}" dt="2024-12-19T05:55:41.309" v="11035" actId="2696"/>
          <pc:sldLayoutMkLst>
            <pc:docMk/>
            <pc:sldMasterMk cId="2097922924" sldId="2147486319"/>
            <pc:sldLayoutMk cId="647824443" sldId="2147486325"/>
          </pc:sldLayoutMkLst>
        </pc:sldLayoutChg>
        <pc:sldLayoutChg chg="del">
          <pc:chgData name="한준 김" userId="7dd4edb89109a895" providerId="LiveId" clId="{1296541B-A483-4B86-9E56-F32887AE44E3}" dt="2024-12-19T05:55:41.309" v="11035" actId="2696"/>
          <pc:sldLayoutMkLst>
            <pc:docMk/>
            <pc:sldMasterMk cId="2097922924" sldId="2147486319"/>
            <pc:sldLayoutMk cId="1985524164" sldId="2147486326"/>
          </pc:sldLayoutMkLst>
        </pc:sldLayoutChg>
        <pc:sldLayoutChg chg="del">
          <pc:chgData name="한준 김" userId="7dd4edb89109a895" providerId="LiveId" clId="{1296541B-A483-4B86-9E56-F32887AE44E3}" dt="2024-12-19T05:55:41.309" v="11035" actId="2696"/>
          <pc:sldLayoutMkLst>
            <pc:docMk/>
            <pc:sldMasterMk cId="2097922924" sldId="2147486319"/>
            <pc:sldLayoutMk cId="433533537" sldId="2147486327"/>
          </pc:sldLayoutMkLst>
        </pc:sldLayoutChg>
        <pc:sldLayoutChg chg="del">
          <pc:chgData name="한준 김" userId="7dd4edb89109a895" providerId="LiveId" clId="{1296541B-A483-4B86-9E56-F32887AE44E3}" dt="2024-12-19T05:55:41.309" v="11035" actId="2696"/>
          <pc:sldLayoutMkLst>
            <pc:docMk/>
            <pc:sldMasterMk cId="2097922924" sldId="2147486319"/>
            <pc:sldLayoutMk cId="1281121549" sldId="2147486328"/>
          </pc:sldLayoutMkLst>
        </pc:sldLayoutChg>
        <pc:sldLayoutChg chg="del">
          <pc:chgData name="한준 김" userId="7dd4edb89109a895" providerId="LiveId" clId="{1296541B-A483-4B86-9E56-F32887AE44E3}" dt="2024-12-19T05:55:41.309" v="11035" actId="2696"/>
          <pc:sldLayoutMkLst>
            <pc:docMk/>
            <pc:sldMasterMk cId="2097922924" sldId="2147486319"/>
            <pc:sldLayoutMk cId="1549028662" sldId="2147486329"/>
          </pc:sldLayoutMkLst>
        </pc:sldLayoutChg>
        <pc:sldLayoutChg chg="del">
          <pc:chgData name="한준 김" userId="7dd4edb89109a895" providerId="LiveId" clId="{1296541B-A483-4B86-9E56-F32887AE44E3}" dt="2024-12-19T05:55:41.309" v="11035" actId="2696"/>
          <pc:sldLayoutMkLst>
            <pc:docMk/>
            <pc:sldMasterMk cId="2097922924" sldId="2147486319"/>
            <pc:sldLayoutMk cId="3116439602" sldId="2147486330"/>
          </pc:sldLayoutMkLst>
        </pc:sldLayoutChg>
      </pc:sldMasterChg>
      <pc:sldMasterChg chg="del delSldLayout">
        <pc:chgData name="한준 김" userId="7dd4edb89109a895" providerId="LiveId" clId="{1296541B-A483-4B86-9E56-F32887AE44E3}" dt="2024-12-21T09:20:39.425" v="11143" actId="2696"/>
        <pc:sldMasterMkLst>
          <pc:docMk/>
          <pc:sldMasterMk cId="1435609119" sldId="2147486331"/>
        </pc:sldMasterMkLst>
        <pc:sldLayoutChg chg="del">
          <pc:chgData name="한준 김" userId="7dd4edb89109a895" providerId="LiveId" clId="{1296541B-A483-4B86-9E56-F32887AE44E3}" dt="2024-12-21T09:20:39.425" v="11143" actId="2696"/>
          <pc:sldLayoutMkLst>
            <pc:docMk/>
            <pc:sldMasterMk cId="1435609119" sldId="2147486331"/>
            <pc:sldLayoutMk cId="2123376019" sldId="2147486332"/>
          </pc:sldLayoutMkLst>
        </pc:sldLayoutChg>
        <pc:sldLayoutChg chg="del">
          <pc:chgData name="한준 김" userId="7dd4edb89109a895" providerId="LiveId" clId="{1296541B-A483-4B86-9E56-F32887AE44E3}" dt="2024-12-21T09:20:39.425" v="11143" actId="2696"/>
          <pc:sldLayoutMkLst>
            <pc:docMk/>
            <pc:sldMasterMk cId="1435609119" sldId="2147486331"/>
            <pc:sldLayoutMk cId="3817608289" sldId="2147486333"/>
          </pc:sldLayoutMkLst>
        </pc:sldLayoutChg>
        <pc:sldLayoutChg chg="del">
          <pc:chgData name="한준 김" userId="7dd4edb89109a895" providerId="LiveId" clId="{1296541B-A483-4B86-9E56-F32887AE44E3}" dt="2024-12-21T09:20:39.425" v="11143" actId="2696"/>
          <pc:sldLayoutMkLst>
            <pc:docMk/>
            <pc:sldMasterMk cId="1435609119" sldId="2147486331"/>
            <pc:sldLayoutMk cId="693245509" sldId="2147486334"/>
          </pc:sldLayoutMkLst>
        </pc:sldLayoutChg>
        <pc:sldLayoutChg chg="del">
          <pc:chgData name="한준 김" userId="7dd4edb89109a895" providerId="LiveId" clId="{1296541B-A483-4B86-9E56-F32887AE44E3}" dt="2024-12-21T09:20:39.425" v="11143" actId="2696"/>
          <pc:sldLayoutMkLst>
            <pc:docMk/>
            <pc:sldMasterMk cId="1435609119" sldId="2147486331"/>
            <pc:sldLayoutMk cId="1155232733" sldId="2147486335"/>
          </pc:sldLayoutMkLst>
        </pc:sldLayoutChg>
        <pc:sldLayoutChg chg="del">
          <pc:chgData name="한준 김" userId="7dd4edb89109a895" providerId="LiveId" clId="{1296541B-A483-4B86-9E56-F32887AE44E3}" dt="2024-12-21T09:20:39.425" v="11143" actId="2696"/>
          <pc:sldLayoutMkLst>
            <pc:docMk/>
            <pc:sldMasterMk cId="1435609119" sldId="2147486331"/>
            <pc:sldLayoutMk cId="1109213524" sldId="2147486336"/>
          </pc:sldLayoutMkLst>
        </pc:sldLayoutChg>
        <pc:sldLayoutChg chg="del">
          <pc:chgData name="한준 김" userId="7dd4edb89109a895" providerId="LiveId" clId="{1296541B-A483-4B86-9E56-F32887AE44E3}" dt="2024-12-21T09:20:39.425" v="11143" actId="2696"/>
          <pc:sldLayoutMkLst>
            <pc:docMk/>
            <pc:sldMasterMk cId="1435609119" sldId="2147486331"/>
            <pc:sldLayoutMk cId="340246796" sldId="2147486337"/>
          </pc:sldLayoutMkLst>
        </pc:sldLayoutChg>
        <pc:sldLayoutChg chg="del">
          <pc:chgData name="한준 김" userId="7dd4edb89109a895" providerId="LiveId" clId="{1296541B-A483-4B86-9E56-F32887AE44E3}" dt="2024-12-21T09:20:39.425" v="11143" actId="2696"/>
          <pc:sldLayoutMkLst>
            <pc:docMk/>
            <pc:sldMasterMk cId="1435609119" sldId="2147486331"/>
            <pc:sldLayoutMk cId="4142270162" sldId="2147486338"/>
          </pc:sldLayoutMkLst>
        </pc:sldLayoutChg>
        <pc:sldLayoutChg chg="del">
          <pc:chgData name="한준 김" userId="7dd4edb89109a895" providerId="LiveId" clId="{1296541B-A483-4B86-9E56-F32887AE44E3}" dt="2024-12-21T09:20:39.425" v="11143" actId="2696"/>
          <pc:sldLayoutMkLst>
            <pc:docMk/>
            <pc:sldMasterMk cId="1435609119" sldId="2147486331"/>
            <pc:sldLayoutMk cId="3684302557" sldId="2147486339"/>
          </pc:sldLayoutMkLst>
        </pc:sldLayoutChg>
        <pc:sldLayoutChg chg="del">
          <pc:chgData name="한준 김" userId="7dd4edb89109a895" providerId="LiveId" clId="{1296541B-A483-4B86-9E56-F32887AE44E3}" dt="2024-12-21T09:20:39.425" v="11143" actId="2696"/>
          <pc:sldLayoutMkLst>
            <pc:docMk/>
            <pc:sldMasterMk cId="1435609119" sldId="2147486331"/>
            <pc:sldLayoutMk cId="749513507" sldId="2147486340"/>
          </pc:sldLayoutMkLst>
        </pc:sldLayoutChg>
        <pc:sldLayoutChg chg="del">
          <pc:chgData name="한준 김" userId="7dd4edb89109a895" providerId="LiveId" clId="{1296541B-A483-4B86-9E56-F32887AE44E3}" dt="2024-12-21T09:20:39.425" v="11143" actId="2696"/>
          <pc:sldLayoutMkLst>
            <pc:docMk/>
            <pc:sldMasterMk cId="1435609119" sldId="2147486331"/>
            <pc:sldLayoutMk cId="922175770" sldId="2147486341"/>
          </pc:sldLayoutMkLst>
        </pc:sldLayoutChg>
        <pc:sldLayoutChg chg="del">
          <pc:chgData name="한준 김" userId="7dd4edb89109a895" providerId="LiveId" clId="{1296541B-A483-4B86-9E56-F32887AE44E3}" dt="2024-12-21T09:20:39.425" v="11143" actId="2696"/>
          <pc:sldLayoutMkLst>
            <pc:docMk/>
            <pc:sldMasterMk cId="1435609119" sldId="2147486331"/>
            <pc:sldLayoutMk cId="2231870321" sldId="2147486342"/>
          </pc:sldLayoutMkLst>
        </pc:sldLayoutChg>
      </pc:sldMasterChg>
      <pc:sldMasterChg chg="del delSldLayout">
        <pc:chgData name="한준 김" userId="7dd4edb89109a895" providerId="LiveId" clId="{1296541B-A483-4B86-9E56-F32887AE44E3}" dt="2024-12-27T07:28:08.231" v="11155" actId="2696"/>
        <pc:sldMasterMkLst>
          <pc:docMk/>
          <pc:sldMasterMk cId="393977905" sldId="2147486343"/>
        </pc:sldMasterMkLst>
        <pc:sldLayoutChg chg="del">
          <pc:chgData name="한준 김" userId="7dd4edb89109a895" providerId="LiveId" clId="{1296541B-A483-4B86-9E56-F32887AE44E3}" dt="2024-12-27T07:28:08.231" v="11155" actId="2696"/>
          <pc:sldLayoutMkLst>
            <pc:docMk/>
            <pc:sldMasterMk cId="393977905" sldId="2147486343"/>
            <pc:sldLayoutMk cId="1240992009" sldId="2147486344"/>
          </pc:sldLayoutMkLst>
        </pc:sldLayoutChg>
        <pc:sldLayoutChg chg="del">
          <pc:chgData name="한준 김" userId="7dd4edb89109a895" providerId="LiveId" clId="{1296541B-A483-4B86-9E56-F32887AE44E3}" dt="2024-12-27T07:28:08.231" v="11155" actId="2696"/>
          <pc:sldLayoutMkLst>
            <pc:docMk/>
            <pc:sldMasterMk cId="393977905" sldId="2147486343"/>
            <pc:sldLayoutMk cId="3299447932" sldId="2147486345"/>
          </pc:sldLayoutMkLst>
        </pc:sldLayoutChg>
        <pc:sldLayoutChg chg="del">
          <pc:chgData name="한준 김" userId="7dd4edb89109a895" providerId="LiveId" clId="{1296541B-A483-4B86-9E56-F32887AE44E3}" dt="2024-12-27T07:28:08.231" v="11155" actId="2696"/>
          <pc:sldLayoutMkLst>
            <pc:docMk/>
            <pc:sldMasterMk cId="393977905" sldId="2147486343"/>
            <pc:sldLayoutMk cId="1903242023" sldId="2147486346"/>
          </pc:sldLayoutMkLst>
        </pc:sldLayoutChg>
        <pc:sldLayoutChg chg="del">
          <pc:chgData name="한준 김" userId="7dd4edb89109a895" providerId="LiveId" clId="{1296541B-A483-4B86-9E56-F32887AE44E3}" dt="2024-12-27T07:28:08.231" v="11155" actId="2696"/>
          <pc:sldLayoutMkLst>
            <pc:docMk/>
            <pc:sldMasterMk cId="393977905" sldId="2147486343"/>
            <pc:sldLayoutMk cId="2362455677" sldId="2147486347"/>
          </pc:sldLayoutMkLst>
        </pc:sldLayoutChg>
        <pc:sldLayoutChg chg="del">
          <pc:chgData name="한준 김" userId="7dd4edb89109a895" providerId="LiveId" clId="{1296541B-A483-4B86-9E56-F32887AE44E3}" dt="2024-12-27T07:28:08.231" v="11155" actId="2696"/>
          <pc:sldLayoutMkLst>
            <pc:docMk/>
            <pc:sldMasterMk cId="393977905" sldId="2147486343"/>
            <pc:sldLayoutMk cId="2392981705" sldId="2147486348"/>
          </pc:sldLayoutMkLst>
        </pc:sldLayoutChg>
        <pc:sldLayoutChg chg="del">
          <pc:chgData name="한준 김" userId="7dd4edb89109a895" providerId="LiveId" clId="{1296541B-A483-4B86-9E56-F32887AE44E3}" dt="2024-12-27T07:28:08.231" v="11155" actId="2696"/>
          <pc:sldLayoutMkLst>
            <pc:docMk/>
            <pc:sldMasterMk cId="393977905" sldId="2147486343"/>
            <pc:sldLayoutMk cId="4169285829" sldId="2147486349"/>
          </pc:sldLayoutMkLst>
        </pc:sldLayoutChg>
        <pc:sldLayoutChg chg="del">
          <pc:chgData name="한준 김" userId="7dd4edb89109a895" providerId="LiveId" clId="{1296541B-A483-4B86-9E56-F32887AE44E3}" dt="2024-12-27T07:28:08.231" v="11155" actId="2696"/>
          <pc:sldLayoutMkLst>
            <pc:docMk/>
            <pc:sldMasterMk cId="393977905" sldId="2147486343"/>
            <pc:sldLayoutMk cId="1553069088" sldId="2147486350"/>
          </pc:sldLayoutMkLst>
        </pc:sldLayoutChg>
        <pc:sldLayoutChg chg="del">
          <pc:chgData name="한준 김" userId="7dd4edb89109a895" providerId="LiveId" clId="{1296541B-A483-4B86-9E56-F32887AE44E3}" dt="2024-12-27T07:28:08.231" v="11155" actId="2696"/>
          <pc:sldLayoutMkLst>
            <pc:docMk/>
            <pc:sldMasterMk cId="393977905" sldId="2147486343"/>
            <pc:sldLayoutMk cId="233602345" sldId="2147486351"/>
          </pc:sldLayoutMkLst>
        </pc:sldLayoutChg>
        <pc:sldLayoutChg chg="del">
          <pc:chgData name="한준 김" userId="7dd4edb89109a895" providerId="LiveId" clId="{1296541B-A483-4B86-9E56-F32887AE44E3}" dt="2024-12-27T07:28:08.231" v="11155" actId="2696"/>
          <pc:sldLayoutMkLst>
            <pc:docMk/>
            <pc:sldMasterMk cId="393977905" sldId="2147486343"/>
            <pc:sldLayoutMk cId="3947402252" sldId="2147486352"/>
          </pc:sldLayoutMkLst>
        </pc:sldLayoutChg>
        <pc:sldLayoutChg chg="del">
          <pc:chgData name="한준 김" userId="7dd4edb89109a895" providerId="LiveId" clId="{1296541B-A483-4B86-9E56-F32887AE44E3}" dt="2024-12-27T07:28:08.231" v="11155" actId="2696"/>
          <pc:sldLayoutMkLst>
            <pc:docMk/>
            <pc:sldMasterMk cId="393977905" sldId="2147486343"/>
            <pc:sldLayoutMk cId="2283339148" sldId="2147486353"/>
          </pc:sldLayoutMkLst>
        </pc:sldLayoutChg>
        <pc:sldLayoutChg chg="del">
          <pc:chgData name="한준 김" userId="7dd4edb89109a895" providerId="LiveId" clId="{1296541B-A483-4B86-9E56-F32887AE44E3}" dt="2024-12-27T07:28:08.231" v="11155" actId="2696"/>
          <pc:sldLayoutMkLst>
            <pc:docMk/>
            <pc:sldMasterMk cId="393977905" sldId="2147486343"/>
            <pc:sldLayoutMk cId="312687918" sldId="2147486354"/>
          </pc:sldLayoutMkLst>
        </pc:sldLayoutChg>
      </pc:sldMasterChg>
    </pc:docChg>
  </pc:docChgLst>
  <pc:docChgLst>
    <pc:chgData name="한준 김" userId="7dd4edb89109a895" providerId="LiveId" clId="{B0EA322A-F585-4EE5-A004-E657958631F0}"/>
    <pc:docChg chg="undo custSel addSld delSld modSld sldOrd delMainMaster">
      <pc:chgData name="한준 김" userId="7dd4edb89109a895" providerId="LiveId" clId="{B0EA322A-F585-4EE5-A004-E657958631F0}" dt="2024-07-20T05:33:59.559" v="8959" actId="20577"/>
      <pc:docMkLst>
        <pc:docMk/>
      </pc:docMkLst>
      <pc:sldChg chg="addSp delSp modSp mod">
        <pc:chgData name="한준 김" userId="7dd4edb89109a895" providerId="LiveId" clId="{B0EA322A-F585-4EE5-A004-E657958631F0}" dt="2024-07-19T05:37:16.964" v="8388" actId="20577"/>
        <pc:sldMkLst>
          <pc:docMk/>
          <pc:sldMk cId="0" sldId="256"/>
        </pc:sldMkLst>
      </pc:sldChg>
      <pc:sldChg chg="addSp modSp add del mod modTransition setBg">
        <pc:chgData name="한준 김" userId="7dd4edb89109a895" providerId="LiveId" clId="{B0EA322A-F585-4EE5-A004-E657958631F0}" dt="2024-07-06T05:40:39.731" v="7464" actId="2696"/>
        <pc:sldMkLst>
          <pc:docMk/>
          <pc:sldMk cId="0" sldId="257"/>
        </pc:sldMkLst>
      </pc:sldChg>
      <pc:sldChg chg="ord">
        <pc:chgData name="한준 김" userId="7dd4edb89109a895" providerId="LiveId" clId="{B0EA322A-F585-4EE5-A004-E657958631F0}" dt="2024-07-06T06:00:11.743" v="7797"/>
        <pc:sldMkLst>
          <pc:docMk/>
          <pc:sldMk cId="1150338925" sldId="258"/>
        </pc:sldMkLst>
      </pc:sldChg>
      <pc:sldChg chg="add del setBg">
        <pc:chgData name="한준 김" userId="7dd4edb89109a895" providerId="LiveId" clId="{B0EA322A-F585-4EE5-A004-E657958631F0}" dt="2024-04-13T04:22:32.573" v="4598"/>
        <pc:sldMkLst>
          <pc:docMk/>
          <pc:sldMk cId="349005133" sldId="259"/>
        </pc:sldMkLst>
      </pc:sldChg>
      <pc:sldChg chg="add del modTransition">
        <pc:chgData name="한준 김" userId="7dd4edb89109a895" providerId="LiveId" clId="{B0EA322A-F585-4EE5-A004-E657958631F0}" dt="2024-06-15T05:24:36.443" v="6650"/>
        <pc:sldMkLst>
          <pc:docMk/>
          <pc:sldMk cId="1171791289" sldId="259"/>
        </pc:sldMkLst>
      </pc:sldChg>
      <pc:sldChg chg="add del modTransition setBg">
        <pc:chgData name="한준 김" userId="7dd4edb89109a895" providerId="LiveId" clId="{B0EA322A-F585-4EE5-A004-E657958631F0}" dt="2024-07-13T05:25:38.293" v="8374"/>
        <pc:sldMkLst>
          <pc:docMk/>
          <pc:sldMk cId="1190317371" sldId="259"/>
        </pc:sldMkLst>
      </pc:sldChg>
      <pc:sldChg chg="add del">
        <pc:chgData name="한준 김" userId="7dd4edb89109a895" providerId="LiveId" clId="{B0EA322A-F585-4EE5-A004-E657958631F0}" dt="2024-04-13T04:22:16.477" v="4596"/>
        <pc:sldMkLst>
          <pc:docMk/>
          <pc:sldMk cId="1904148309" sldId="259"/>
        </pc:sldMkLst>
      </pc:sldChg>
      <pc:sldChg chg="add del modTransition">
        <pc:chgData name="한준 김" userId="7dd4edb89109a895" providerId="LiveId" clId="{B0EA322A-F585-4EE5-A004-E657958631F0}" dt="2024-06-15T05:24:20.430" v="6648"/>
        <pc:sldMkLst>
          <pc:docMk/>
          <pc:sldMk cId="2353738921" sldId="259"/>
        </pc:sldMkLst>
      </pc:sldChg>
      <pc:sldChg chg="add del">
        <pc:chgData name="한준 김" userId="7dd4edb89109a895" providerId="LiveId" clId="{B0EA322A-F585-4EE5-A004-E657958631F0}" dt="2024-02-17T08:12:26.421" v="1919" actId="2696"/>
        <pc:sldMkLst>
          <pc:docMk/>
          <pc:sldMk cId="2456997891" sldId="259"/>
        </pc:sldMkLst>
      </pc:sldChg>
      <pc:sldChg chg="add del modTransition setBg">
        <pc:chgData name="한준 김" userId="7dd4edb89109a895" providerId="LiveId" clId="{B0EA322A-F585-4EE5-A004-E657958631F0}" dt="2024-06-29T06:12:53.142" v="7444" actId="2696"/>
        <pc:sldMkLst>
          <pc:docMk/>
          <pc:sldMk cId="2690389420" sldId="259"/>
        </pc:sldMkLst>
      </pc:sldChg>
      <pc:sldChg chg="add del modTransition setBg">
        <pc:chgData name="한준 김" userId="7dd4edb89109a895" providerId="LiveId" clId="{B0EA322A-F585-4EE5-A004-E657958631F0}" dt="2024-07-13T05:25:32.185" v="8372" actId="2696"/>
        <pc:sldMkLst>
          <pc:docMk/>
          <pc:sldMk cId="3056822622" sldId="259"/>
        </pc:sldMkLst>
      </pc:sldChg>
      <pc:sldChg chg="add del setBg">
        <pc:chgData name="한준 김" userId="7dd4edb89109a895" providerId="LiveId" clId="{B0EA322A-F585-4EE5-A004-E657958631F0}" dt="2024-04-13T04:22:13.512" v="4594"/>
        <pc:sldMkLst>
          <pc:docMk/>
          <pc:sldMk cId="3512371571" sldId="259"/>
        </pc:sldMkLst>
      </pc:sldChg>
      <pc:sldChg chg="add del setBg">
        <pc:chgData name="한준 김" userId="7dd4edb89109a895" providerId="LiveId" clId="{B0EA322A-F585-4EE5-A004-E657958631F0}" dt="2024-02-17T08:12:16.157" v="1917"/>
        <pc:sldMkLst>
          <pc:docMk/>
          <pc:sldMk cId="3855691212" sldId="259"/>
        </pc:sldMkLst>
      </pc:sldChg>
      <pc:sldChg chg="add">
        <pc:chgData name="한준 김" userId="7dd4edb89109a895" providerId="LiveId" clId="{B0EA322A-F585-4EE5-A004-E657958631F0}" dt="2024-07-13T05:25:38.340" v="8375"/>
        <pc:sldMkLst>
          <pc:docMk/>
          <pc:sldMk cId="4288488522" sldId="259"/>
        </pc:sldMkLst>
      </pc:sldChg>
      <pc:sldChg chg="add del modTransition setBg">
        <pc:chgData name="한준 김" userId="7dd4edb89109a895" providerId="LiveId" clId="{B0EA322A-F585-4EE5-A004-E657958631F0}" dt="2024-07-06T05:40:39.731" v="7464" actId="2696"/>
        <pc:sldMkLst>
          <pc:docMk/>
          <pc:sldMk cId="0" sldId="260"/>
        </pc:sldMkLst>
      </pc:sldChg>
      <pc:sldChg chg="add del">
        <pc:chgData name="한준 김" userId="7dd4edb89109a895" providerId="LiveId" clId="{B0EA322A-F585-4EE5-A004-E657958631F0}" dt="2024-02-17T08:12:26.421" v="1919" actId="2696"/>
        <pc:sldMkLst>
          <pc:docMk/>
          <pc:sldMk cId="715300185" sldId="260"/>
        </pc:sldMkLst>
      </pc:sldChg>
      <pc:sldChg chg="modSp add del mod setBg">
        <pc:chgData name="한준 김" userId="7dd4edb89109a895" providerId="LiveId" clId="{B0EA322A-F585-4EE5-A004-E657958631F0}" dt="2024-02-24T05:58:59.949" v="1994" actId="2696"/>
        <pc:sldMkLst>
          <pc:docMk/>
          <pc:sldMk cId="1162238525" sldId="260"/>
        </pc:sldMkLst>
      </pc:sldChg>
      <pc:sldChg chg="add del setBg">
        <pc:chgData name="한준 김" userId="7dd4edb89109a895" providerId="LiveId" clId="{B0EA322A-F585-4EE5-A004-E657958631F0}" dt="2024-02-17T08:12:16.157" v="1917"/>
        <pc:sldMkLst>
          <pc:docMk/>
          <pc:sldMk cId="3144885073" sldId="260"/>
        </pc:sldMkLst>
      </pc:sldChg>
      <pc:sldChg chg="add del">
        <pc:chgData name="한준 김" userId="7dd4edb89109a895" providerId="LiveId" clId="{B0EA322A-F585-4EE5-A004-E657958631F0}" dt="2024-03-16T05:30:21.619" v="3285" actId="47"/>
        <pc:sldMkLst>
          <pc:docMk/>
          <pc:sldMk cId="3215654241" sldId="260"/>
        </pc:sldMkLst>
      </pc:sldChg>
      <pc:sldChg chg="add del modTransition">
        <pc:chgData name="한준 김" userId="7dd4edb89109a895" providerId="LiveId" clId="{B0EA322A-F585-4EE5-A004-E657958631F0}" dt="2024-07-13T05:25:38.293" v="8374"/>
        <pc:sldMkLst>
          <pc:docMk/>
          <pc:sldMk cId="241908513" sldId="261"/>
        </pc:sldMkLst>
      </pc:sldChg>
      <pc:sldChg chg="add del">
        <pc:chgData name="한준 김" userId="7dd4edb89109a895" providerId="LiveId" clId="{B0EA322A-F585-4EE5-A004-E657958631F0}" dt="2024-06-15T05:24:36.443" v="6650"/>
        <pc:sldMkLst>
          <pc:docMk/>
          <pc:sldMk cId="783006514" sldId="261"/>
        </pc:sldMkLst>
      </pc:sldChg>
      <pc:sldChg chg="add del">
        <pc:chgData name="한준 김" userId="7dd4edb89109a895" providerId="LiveId" clId="{B0EA322A-F585-4EE5-A004-E657958631F0}" dt="2024-06-15T05:24:20.430" v="6648"/>
        <pc:sldMkLst>
          <pc:docMk/>
          <pc:sldMk cId="1762535701" sldId="261"/>
        </pc:sldMkLst>
      </pc:sldChg>
      <pc:sldChg chg="add del">
        <pc:chgData name="한준 김" userId="7dd4edb89109a895" providerId="LiveId" clId="{B0EA322A-F585-4EE5-A004-E657958631F0}" dt="2024-02-17T08:12:26.421" v="1919" actId="2696"/>
        <pc:sldMkLst>
          <pc:docMk/>
          <pc:sldMk cId="1956491457" sldId="261"/>
        </pc:sldMkLst>
      </pc:sldChg>
      <pc:sldChg chg="add del">
        <pc:chgData name="한준 김" userId="7dd4edb89109a895" providerId="LiveId" clId="{B0EA322A-F585-4EE5-A004-E657958631F0}" dt="2024-07-13T05:25:32.185" v="8372" actId="2696"/>
        <pc:sldMkLst>
          <pc:docMk/>
          <pc:sldMk cId="2129827742" sldId="261"/>
        </pc:sldMkLst>
      </pc:sldChg>
      <pc:sldChg chg="add del">
        <pc:chgData name="한준 김" userId="7dd4edb89109a895" providerId="LiveId" clId="{B0EA322A-F585-4EE5-A004-E657958631F0}" dt="2024-03-16T05:30:21.619" v="3285" actId="47"/>
        <pc:sldMkLst>
          <pc:docMk/>
          <pc:sldMk cId="2334573074" sldId="261"/>
        </pc:sldMkLst>
      </pc:sldChg>
      <pc:sldChg chg="add del setBg">
        <pc:chgData name="한준 김" userId="7dd4edb89109a895" providerId="LiveId" clId="{B0EA322A-F585-4EE5-A004-E657958631F0}" dt="2024-02-17T08:12:16.157" v="1917"/>
        <pc:sldMkLst>
          <pc:docMk/>
          <pc:sldMk cId="3679987108" sldId="261"/>
        </pc:sldMkLst>
      </pc:sldChg>
      <pc:sldChg chg="add del modTransition setBg">
        <pc:chgData name="한준 김" userId="7dd4edb89109a895" providerId="LiveId" clId="{B0EA322A-F585-4EE5-A004-E657958631F0}" dt="2024-06-29T06:12:53.142" v="7444" actId="2696"/>
        <pc:sldMkLst>
          <pc:docMk/>
          <pc:sldMk cId="3924008513" sldId="261"/>
        </pc:sldMkLst>
      </pc:sldChg>
      <pc:sldChg chg="add">
        <pc:chgData name="한준 김" userId="7dd4edb89109a895" providerId="LiveId" clId="{B0EA322A-F585-4EE5-A004-E657958631F0}" dt="2024-07-13T05:25:38.340" v="8375"/>
        <pc:sldMkLst>
          <pc:docMk/>
          <pc:sldMk cId="4158103313" sldId="261"/>
        </pc:sldMkLst>
      </pc:sldChg>
      <pc:sldChg chg="add del">
        <pc:chgData name="한준 김" userId="7dd4edb89109a895" providerId="LiveId" clId="{B0EA322A-F585-4EE5-A004-E657958631F0}" dt="2024-07-13T05:25:32.185" v="8372" actId="2696"/>
        <pc:sldMkLst>
          <pc:docMk/>
          <pc:sldMk cId="392338224" sldId="262"/>
        </pc:sldMkLst>
      </pc:sldChg>
      <pc:sldChg chg="add">
        <pc:chgData name="한준 김" userId="7dd4edb89109a895" providerId="LiveId" clId="{B0EA322A-F585-4EE5-A004-E657958631F0}" dt="2024-07-13T05:25:38.340" v="8375"/>
        <pc:sldMkLst>
          <pc:docMk/>
          <pc:sldMk cId="2139930776" sldId="262"/>
        </pc:sldMkLst>
      </pc:sldChg>
      <pc:sldChg chg="add del">
        <pc:chgData name="한준 김" userId="7dd4edb89109a895" providerId="LiveId" clId="{B0EA322A-F585-4EE5-A004-E657958631F0}" dt="2024-03-16T05:30:21.619" v="3285" actId="47"/>
        <pc:sldMkLst>
          <pc:docMk/>
          <pc:sldMk cId="3308770401" sldId="262"/>
        </pc:sldMkLst>
      </pc:sldChg>
      <pc:sldChg chg="add del modTransition setBg">
        <pc:chgData name="한준 김" userId="7dd4edb89109a895" providerId="LiveId" clId="{B0EA322A-F585-4EE5-A004-E657958631F0}" dt="2024-07-13T05:25:38.293" v="8374"/>
        <pc:sldMkLst>
          <pc:docMk/>
          <pc:sldMk cId="3331869275" sldId="262"/>
        </pc:sldMkLst>
      </pc:sldChg>
      <pc:sldChg chg="add del modTransition">
        <pc:chgData name="한준 김" userId="7dd4edb89109a895" providerId="LiveId" clId="{B0EA322A-F585-4EE5-A004-E657958631F0}" dt="2024-05-25T05:37:27.924" v="5654" actId="2696"/>
        <pc:sldMkLst>
          <pc:docMk/>
          <pc:sldMk cId="4037203358" sldId="262"/>
        </pc:sldMkLst>
      </pc:sldChg>
      <pc:sldChg chg="modSp add del mod setBg">
        <pc:chgData name="한준 김" userId="7dd4edb89109a895" providerId="LiveId" clId="{B0EA322A-F585-4EE5-A004-E657958631F0}" dt="2024-05-25T05:37:27.924" v="5654" actId="2696"/>
        <pc:sldMkLst>
          <pc:docMk/>
          <pc:sldMk cId="893199661" sldId="263"/>
        </pc:sldMkLst>
      </pc:sldChg>
      <pc:sldChg chg="add">
        <pc:chgData name="한준 김" userId="7dd4edb89109a895" providerId="LiveId" clId="{B0EA322A-F585-4EE5-A004-E657958631F0}" dt="2024-07-13T05:25:38.340" v="8375"/>
        <pc:sldMkLst>
          <pc:docMk/>
          <pc:sldMk cId="2913308586" sldId="263"/>
        </pc:sldMkLst>
      </pc:sldChg>
      <pc:sldChg chg="add del setBg">
        <pc:chgData name="한준 김" userId="7dd4edb89109a895" providerId="LiveId" clId="{B0EA322A-F585-4EE5-A004-E657958631F0}" dt="2024-07-13T05:25:32.185" v="8372" actId="2696"/>
        <pc:sldMkLst>
          <pc:docMk/>
          <pc:sldMk cId="3604693517" sldId="263"/>
        </pc:sldMkLst>
      </pc:sldChg>
      <pc:sldChg chg="add del modTransition setBg">
        <pc:chgData name="한준 김" userId="7dd4edb89109a895" providerId="LiveId" clId="{B0EA322A-F585-4EE5-A004-E657958631F0}" dt="2024-07-13T05:25:38.293" v="8374"/>
        <pc:sldMkLst>
          <pc:docMk/>
          <pc:sldMk cId="4050836814" sldId="263"/>
        </pc:sldMkLst>
      </pc:sldChg>
      <pc:sldChg chg="add del modTransition setBg">
        <pc:chgData name="한준 김" userId="7dd4edb89109a895" providerId="LiveId" clId="{B0EA322A-F585-4EE5-A004-E657958631F0}" dt="2024-07-13T05:25:32.185" v="8372" actId="2696"/>
        <pc:sldMkLst>
          <pc:docMk/>
          <pc:sldMk cId="160738123" sldId="264"/>
        </pc:sldMkLst>
      </pc:sldChg>
      <pc:sldChg chg="add">
        <pc:chgData name="한준 김" userId="7dd4edb89109a895" providerId="LiveId" clId="{B0EA322A-F585-4EE5-A004-E657958631F0}" dt="2024-07-13T05:25:38.340" v="8375"/>
        <pc:sldMkLst>
          <pc:docMk/>
          <pc:sldMk cId="697266600" sldId="264"/>
        </pc:sldMkLst>
      </pc:sldChg>
      <pc:sldChg chg="add del modTransition">
        <pc:chgData name="한준 김" userId="7dd4edb89109a895" providerId="LiveId" clId="{B0EA322A-F585-4EE5-A004-E657958631F0}" dt="2024-07-13T05:25:38.293" v="8374"/>
        <pc:sldMkLst>
          <pc:docMk/>
          <pc:sldMk cId="2891145125" sldId="264"/>
        </pc:sldMkLst>
      </pc:sldChg>
      <pc:sldChg chg="add del">
        <pc:chgData name="한준 김" userId="7dd4edb89109a895" providerId="LiveId" clId="{B0EA322A-F585-4EE5-A004-E657958631F0}" dt="2024-06-08T07:14:55.062" v="6246" actId="2696"/>
        <pc:sldMkLst>
          <pc:docMk/>
          <pc:sldMk cId="828405071" sldId="265"/>
        </pc:sldMkLst>
      </pc:sldChg>
      <pc:sldChg chg="delSp add del mod modTransition setBg">
        <pc:chgData name="한준 김" userId="7dd4edb89109a895" providerId="LiveId" clId="{B0EA322A-F585-4EE5-A004-E657958631F0}" dt="2024-07-06T05:51:43.993" v="7773" actId="2696"/>
        <pc:sldMkLst>
          <pc:docMk/>
          <pc:sldMk cId="721465275" sldId="266"/>
        </pc:sldMkLst>
      </pc:sldChg>
      <pc:sldChg chg="add del">
        <pc:chgData name="한준 김" userId="7dd4edb89109a895" providerId="LiveId" clId="{B0EA322A-F585-4EE5-A004-E657958631F0}" dt="2024-07-06T05:51:43.993" v="7773" actId="2696"/>
        <pc:sldMkLst>
          <pc:docMk/>
          <pc:sldMk cId="1597216954" sldId="267"/>
        </pc:sldMkLst>
      </pc:sldChg>
      <pc:sldChg chg="delSp add del mod modTransition setBg">
        <pc:chgData name="한준 김" userId="7dd4edb89109a895" providerId="LiveId" clId="{B0EA322A-F585-4EE5-A004-E657958631F0}" dt="2024-03-30T07:05:18.721" v="3902" actId="2696"/>
        <pc:sldMkLst>
          <pc:docMk/>
          <pc:sldMk cId="0" sldId="268"/>
        </pc:sldMkLst>
      </pc:sldChg>
      <pc:sldChg chg="delSp add del mod modTransition setBg">
        <pc:chgData name="한준 김" userId="7dd4edb89109a895" providerId="LiveId" clId="{B0EA322A-F585-4EE5-A004-E657958631F0}" dt="2024-03-30T07:05:18.721" v="3902" actId="2696"/>
        <pc:sldMkLst>
          <pc:docMk/>
          <pc:sldMk cId="0" sldId="269"/>
        </pc:sldMkLst>
      </pc:sldChg>
      <pc:sldChg chg="delSp add del mod modTransition setBg">
        <pc:chgData name="한준 김" userId="7dd4edb89109a895" providerId="LiveId" clId="{B0EA322A-F585-4EE5-A004-E657958631F0}" dt="2024-03-30T07:05:18.721" v="3902" actId="2696"/>
        <pc:sldMkLst>
          <pc:docMk/>
          <pc:sldMk cId="0" sldId="270"/>
        </pc:sldMkLst>
      </pc:sldChg>
      <pc:sldChg chg="delSp add del mod modTransition setBg">
        <pc:chgData name="한준 김" userId="7dd4edb89109a895" providerId="LiveId" clId="{B0EA322A-F585-4EE5-A004-E657958631F0}" dt="2024-03-30T07:05:18.721" v="3902" actId="2696"/>
        <pc:sldMkLst>
          <pc:docMk/>
          <pc:sldMk cId="2656827711" sldId="271"/>
        </pc:sldMkLst>
      </pc:sldChg>
      <pc:sldChg chg="modSp mod">
        <pc:chgData name="한준 김" userId="7dd4edb89109a895" providerId="LiveId" clId="{B0EA322A-F585-4EE5-A004-E657958631F0}" dt="2024-07-19T05:37:02.349" v="8380" actId="20577"/>
        <pc:sldMkLst>
          <pc:docMk/>
          <pc:sldMk cId="0" sldId="294"/>
        </pc:sldMkLst>
      </pc:sldChg>
      <pc:sldChg chg="ord">
        <pc:chgData name="한준 김" userId="7dd4edb89109a895" providerId="LiveId" clId="{B0EA322A-F585-4EE5-A004-E657958631F0}" dt="2024-02-02T05:02:55.089" v="761"/>
        <pc:sldMkLst>
          <pc:docMk/>
          <pc:sldMk cId="0" sldId="295"/>
        </pc:sldMkLst>
      </pc:sldChg>
      <pc:sldChg chg="add del setBg">
        <pc:chgData name="한준 김" userId="7dd4edb89109a895" providerId="LiveId" clId="{B0EA322A-F585-4EE5-A004-E657958631F0}" dt="2024-07-11T04:45:40.087" v="7816"/>
        <pc:sldMkLst>
          <pc:docMk/>
          <pc:sldMk cId="1110998909" sldId="296"/>
        </pc:sldMkLst>
      </pc:sldChg>
      <pc:sldChg chg="add del setBg">
        <pc:chgData name="한준 김" userId="7dd4edb89109a895" providerId="LiveId" clId="{B0EA322A-F585-4EE5-A004-E657958631F0}" dt="2024-07-11T04:45:40.087" v="7816"/>
        <pc:sldMkLst>
          <pc:docMk/>
          <pc:sldMk cId="1645115641" sldId="297"/>
        </pc:sldMkLst>
      </pc:sldChg>
      <pc:sldChg chg="add del setBg">
        <pc:chgData name="한준 김" userId="7dd4edb89109a895" providerId="LiveId" clId="{B0EA322A-F585-4EE5-A004-E657958631F0}" dt="2024-07-11T04:45:40.087" v="7816"/>
        <pc:sldMkLst>
          <pc:docMk/>
          <pc:sldMk cId="1627742670" sldId="298"/>
        </pc:sldMkLst>
      </pc:sldChg>
      <pc:sldChg chg="add del setBg">
        <pc:chgData name="한준 김" userId="7dd4edb89109a895" providerId="LiveId" clId="{B0EA322A-F585-4EE5-A004-E657958631F0}" dt="2024-07-11T04:45:40.087" v="7816"/>
        <pc:sldMkLst>
          <pc:docMk/>
          <pc:sldMk cId="3790889802" sldId="299"/>
        </pc:sldMkLst>
      </pc:sldChg>
      <pc:sldChg chg="add del setBg">
        <pc:chgData name="한준 김" userId="7dd4edb89109a895" providerId="LiveId" clId="{B0EA322A-F585-4EE5-A004-E657958631F0}" dt="2024-07-11T04:45:40.087" v="7816"/>
        <pc:sldMkLst>
          <pc:docMk/>
          <pc:sldMk cId="1809700606" sldId="300"/>
        </pc:sldMkLst>
      </pc:sldChg>
      <pc:sldChg chg="add del setBg">
        <pc:chgData name="한준 김" userId="7dd4edb89109a895" providerId="LiveId" clId="{B0EA322A-F585-4EE5-A004-E657958631F0}" dt="2024-07-11T04:45:40.087" v="7816"/>
        <pc:sldMkLst>
          <pc:docMk/>
          <pc:sldMk cId="3601614670" sldId="301"/>
        </pc:sldMkLst>
      </pc:sldChg>
      <pc:sldChg chg="add del setBg">
        <pc:chgData name="한준 김" userId="7dd4edb89109a895" providerId="LiveId" clId="{B0EA322A-F585-4EE5-A004-E657958631F0}" dt="2024-07-11T04:45:40.087" v="7816"/>
        <pc:sldMkLst>
          <pc:docMk/>
          <pc:sldMk cId="325855367" sldId="302"/>
        </pc:sldMkLst>
      </pc:sldChg>
      <pc:sldChg chg="add del setBg">
        <pc:chgData name="한준 김" userId="7dd4edb89109a895" providerId="LiveId" clId="{B0EA322A-F585-4EE5-A004-E657958631F0}" dt="2024-07-11T04:45:40.087" v="7816"/>
        <pc:sldMkLst>
          <pc:docMk/>
          <pc:sldMk cId="1176192282" sldId="303"/>
        </pc:sldMkLst>
      </pc:sldChg>
      <pc:sldChg chg="add del modTransition">
        <pc:chgData name="한준 김" userId="7dd4edb89109a895" providerId="LiveId" clId="{B0EA322A-F585-4EE5-A004-E657958631F0}" dt="2023-12-30T04:52:03.431" v="93" actId="2696"/>
        <pc:sldMkLst>
          <pc:docMk/>
          <pc:sldMk cId="3386688661" sldId="329"/>
        </pc:sldMkLst>
      </pc:sldChg>
      <pc:sldChg chg="add del modTransition">
        <pc:chgData name="한준 김" userId="7dd4edb89109a895" providerId="LiveId" clId="{B0EA322A-F585-4EE5-A004-E657958631F0}" dt="2023-12-30T04:50:12.731" v="54" actId="2696"/>
        <pc:sldMkLst>
          <pc:docMk/>
          <pc:sldMk cId="3952116382" sldId="532"/>
        </pc:sldMkLst>
      </pc:sldChg>
      <pc:sldChg chg="add del modTransition">
        <pc:chgData name="한준 김" userId="7dd4edb89109a895" providerId="LiveId" clId="{B0EA322A-F585-4EE5-A004-E657958631F0}" dt="2023-12-30T04:50:12.731" v="54" actId="2696"/>
        <pc:sldMkLst>
          <pc:docMk/>
          <pc:sldMk cId="2478973841" sldId="553"/>
        </pc:sldMkLst>
      </pc:sldChg>
      <pc:sldChg chg="add del modTransition">
        <pc:chgData name="한준 김" userId="7dd4edb89109a895" providerId="LiveId" clId="{B0EA322A-F585-4EE5-A004-E657958631F0}" dt="2023-12-30T04:50:12.731" v="54" actId="2696"/>
        <pc:sldMkLst>
          <pc:docMk/>
          <pc:sldMk cId="2569198477" sldId="554"/>
        </pc:sldMkLst>
      </pc:sldChg>
      <pc:sldChg chg="add del">
        <pc:chgData name="한준 김" userId="7dd4edb89109a895" providerId="LiveId" clId="{B0EA322A-F585-4EE5-A004-E657958631F0}" dt="2024-07-06T06:00:18.141" v="7798" actId="2696"/>
        <pc:sldMkLst>
          <pc:docMk/>
          <pc:sldMk cId="1427086804" sldId="1197"/>
        </pc:sldMkLst>
      </pc:sldChg>
      <pc:sldChg chg="delSp modSp add del mod">
        <pc:chgData name="한준 김" userId="7dd4edb89109a895" providerId="LiveId" clId="{B0EA322A-F585-4EE5-A004-E657958631F0}" dt="2024-07-06T06:00:18.141" v="7798" actId="2696"/>
        <pc:sldMkLst>
          <pc:docMk/>
          <pc:sldMk cId="2330956803" sldId="1198"/>
        </pc:sldMkLst>
      </pc:sldChg>
      <pc:sldChg chg="modSp add del mod">
        <pc:chgData name="한준 김" userId="7dd4edb89109a895" providerId="LiveId" clId="{B0EA322A-F585-4EE5-A004-E657958631F0}" dt="2024-07-06T06:00:18.141" v="7798" actId="2696"/>
        <pc:sldMkLst>
          <pc:docMk/>
          <pc:sldMk cId="124662190" sldId="1199"/>
        </pc:sldMkLst>
      </pc:sldChg>
      <pc:sldChg chg="modSp add del mod">
        <pc:chgData name="한준 김" userId="7dd4edb89109a895" providerId="LiveId" clId="{B0EA322A-F585-4EE5-A004-E657958631F0}" dt="2024-07-06T06:00:18.141" v="7798" actId="2696"/>
        <pc:sldMkLst>
          <pc:docMk/>
          <pc:sldMk cId="2942026365" sldId="1200"/>
        </pc:sldMkLst>
      </pc:sldChg>
      <pc:sldChg chg="add del">
        <pc:chgData name="한준 김" userId="7dd4edb89109a895" providerId="LiveId" clId="{B0EA322A-F585-4EE5-A004-E657958631F0}" dt="2024-01-12T06:27:21.996" v="399" actId="2696"/>
        <pc:sldMkLst>
          <pc:docMk/>
          <pc:sldMk cId="1151506446" sldId="1252"/>
        </pc:sldMkLst>
      </pc:sldChg>
      <pc:sldChg chg="delSp modSp add del mod delAnim modAnim">
        <pc:chgData name="한준 김" userId="7dd4edb89109a895" providerId="LiveId" clId="{B0EA322A-F585-4EE5-A004-E657958631F0}" dt="2024-01-05T07:56:19.164" v="315" actId="2696"/>
        <pc:sldMkLst>
          <pc:docMk/>
          <pc:sldMk cId="436007922" sldId="1253"/>
        </pc:sldMkLst>
      </pc:sldChg>
      <pc:sldChg chg="add del modTransition">
        <pc:chgData name="한준 김" userId="7dd4edb89109a895" providerId="LiveId" clId="{B0EA322A-F585-4EE5-A004-E657958631F0}" dt="2024-01-18T08:21:59.536" v="465" actId="2696"/>
        <pc:sldMkLst>
          <pc:docMk/>
          <pc:sldMk cId="4234253575" sldId="1255"/>
        </pc:sldMkLst>
      </pc:sldChg>
      <pc:sldChg chg="add del modTransition">
        <pc:chgData name="한준 김" userId="7dd4edb89109a895" providerId="LiveId" clId="{B0EA322A-F585-4EE5-A004-E657958631F0}" dt="2024-01-12T06:26:37.474" v="398" actId="2696"/>
        <pc:sldMkLst>
          <pc:docMk/>
          <pc:sldMk cId="3932322699" sldId="1256"/>
        </pc:sldMkLst>
      </pc:sldChg>
      <pc:sldChg chg="add del modTransition">
        <pc:chgData name="한준 김" userId="7dd4edb89109a895" providerId="LiveId" clId="{B0EA322A-F585-4EE5-A004-E657958631F0}" dt="2024-01-18T08:21:59.536" v="465" actId="2696"/>
        <pc:sldMkLst>
          <pc:docMk/>
          <pc:sldMk cId="2218285613" sldId="1257"/>
        </pc:sldMkLst>
      </pc:sldChg>
      <pc:sldChg chg="add del">
        <pc:chgData name="한준 김" userId="7dd4edb89109a895" providerId="LiveId" clId="{B0EA322A-F585-4EE5-A004-E657958631F0}" dt="2024-02-23T04:23:25.985" v="1926" actId="2696"/>
        <pc:sldMkLst>
          <pc:docMk/>
          <pc:sldMk cId="1027480875" sldId="1262"/>
        </pc:sldMkLst>
      </pc:sldChg>
      <pc:sldChg chg="modSp add del mod modTransition">
        <pc:chgData name="한준 김" userId="7dd4edb89109a895" providerId="LiveId" clId="{B0EA322A-F585-4EE5-A004-E657958631F0}" dt="2024-01-12T06:25:00.384" v="372" actId="2696"/>
        <pc:sldMkLst>
          <pc:docMk/>
          <pc:sldMk cId="1028703014" sldId="1262"/>
        </pc:sldMkLst>
      </pc:sldChg>
      <pc:sldChg chg="add del">
        <pc:chgData name="한준 김" userId="7dd4edb89109a895" providerId="LiveId" clId="{B0EA322A-F585-4EE5-A004-E657958631F0}" dt="2024-02-15T07:35:02.394" v="1240" actId="2696"/>
        <pc:sldMkLst>
          <pc:docMk/>
          <pc:sldMk cId="2870557705" sldId="1262"/>
        </pc:sldMkLst>
      </pc:sldChg>
      <pc:sldChg chg="add del">
        <pc:chgData name="한준 김" userId="7dd4edb89109a895" providerId="LiveId" clId="{B0EA322A-F585-4EE5-A004-E657958631F0}" dt="2024-02-15T07:35:11.767" v="1242"/>
        <pc:sldMkLst>
          <pc:docMk/>
          <pc:sldMk cId="3020742537" sldId="1262"/>
        </pc:sldMkLst>
      </pc:sldChg>
      <pc:sldChg chg="modSp add del mod">
        <pc:chgData name="한준 김" userId="7dd4edb89109a895" providerId="LiveId" clId="{B0EA322A-F585-4EE5-A004-E657958631F0}" dt="2024-01-05T07:56:19.164" v="315" actId="2696"/>
        <pc:sldMkLst>
          <pc:docMk/>
          <pc:sldMk cId="1555667238" sldId="1264"/>
        </pc:sldMkLst>
      </pc:sldChg>
      <pc:sldChg chg="add del modTransition">
        <pc:chgData name="한준 김" userId="7dd4edb89109a895" providerId="LiveId" clId="{B0EA322A-F585-4EE5-A004-E657958631F0}" dt="2024-01-18T08:21:59.536" v="465" actId="2696"/>
        <pc:sldMkLst>
          <pc:docMk/>
          <pc:sldMk cId="2950156795" sldId="1271"/>
        </pc:sldMkLst>
      </pc:sldChg>
      <pc:sldChg chg="add del modTransition">
        <pc:chgData name="한준 김" userId="7dd4edb89109a895" providerId="LiveId" clId="{B0EA322A-F585-4EE5-A004-E657958631F0}" dt="2024-01-18T08:21:59.536" v="465" actId="2696"/>
        <pc:sldMkLst>
          <pc:docMk/>
          <pc:sldMk cId="587848065" sldId="1272"/>
        </pc:sldMkLst>
      </pc:sldChg>
      <pc:sldChg chg="add del modTransition">
        <pc:chgData name="한준 김" userId="7dd4edb89109a895" providerId="LiveId" clId="{B0EA322A-F585-4EE5-A004-E657958631F0}" dt="2024-01-18T08:21:59.536" v="465" actId="2696"/>
        <pc:sldMkLst>
          <pc:docMk/>
          <pc:sldMk cId="2905923361" sldId="1273"/>
        </pc:sldMkLst>
      </pc:sldChg>
      <pc:sldChg chg="add del modTransition">
        <pc:chgData name="한준 김" userId="7dd4edb89109a895" providerId="LiveId" clId="{B0EA322A-F585-4EE5-A004-E657958631F0}" dt="2024-01-18T08:21:59.536" v="465" actId="2696"/>
        <pc:sldMkLst>
          <pc:docMk/>
          <pc:sldMk cId="1044991292" sldId="1274"/>
        </pc:sldMkLst>
      </pc:sldChg>
      <pc:sldChg chg="add del modTransition">
        <pc:chgData name="한준 김" userId="7dd4edb89109a895" providerId="LiveId" clId="{B0EA322A-F585-4EE5-A004-E657958631F0}" dt="2024-01-18T08:21:59.536" v="465" actId="2696"/>
        <pc:sldMkLst>
          <pc:docMk/>
          <pc:sldMk cId="80978035" sldId="1275"/>
        </pc:sldMkLst>
      </pc:sldChg>
      <pc:sldChg chg="add del modTransition">
        <pc:chgData name="한준 김" userId="7dd4edb89109a895" providerId="LiveId" clId="{B0EA322A-F585-4EE5-A004-E657958631F0}" dt="2024-01-18T08:21:59.536" v="465" actId="2696"/>
        <pc:sldMkLst>
          <pc:docMk/>
          <pc:sldMk cId="3318296879" sldId="1277"/>
        </pc:sldMkLst>
      </pc:sldChg>
      <pc:sldChg chg="add del modTransition">
        <pc:chgData name="한준 김" userId="7dd4edb89109a895" providerId="LiveId" clId="{B0EA322A-F585-4EE5-A004-E657958631F0}" dt="2024-01-18T08:21:59.536" v="465" actId="2696"/>
        <pc:sldMkLst>
          <pc:docMk/>
          <pc:sldMk cId="688750782" sldId="1278"/>
        </pc:sldMkLst>
      </pc:sldChg>
      <pc:sldChg chg="add del modTransition">
        <pc:chgData name="한준 김" userId="7dd4edb89109a895" providerId="LiveId" clId="{B0EA322A-F585-4EE5-A004-E657958631F0}" dt="2024-01-18T08:21:59.536" v="465" actId="2696"/>
        <pc:sldMkLst>
          <pc:docMk/>
          <pc:sldMk cId="237699680" sldId="1280"/>
        </pc:sldMkLst>
      </pc:sldChg>
      <pc:sldChg chg="add del modTransition">
        <pc:chgData name="한준 김" userId="7dd4edb89109a895" providerId="LiveId" clId="{B0EA322A-F585-4EE5-A004-E657958631F0}" dt="2024-01-18T08:21:59.536" v="465" actId="2696"/>
        <pc:sldMkLst>
          <pc:docMk/>
          <pc:sldMk cId="1496859834" sldId="1281"/>
        </pc:sldMkLst>
      </pc:sldChg>
      <pc:sldChg chg="modSp add del mod modTransition">
        <pc:chgData name="한준 김" userId="7dd4edb89109a895" providerId="LiveId" clId="{B0EA322A-F585-4EE5-A004-E657958631F0}" dt="2024-01-26T05:01:05.312" v="541" actId="2696"/>
        <pc:sldMkLst>
          <pc:docMk/>
          <pc:sldMk cId="1531751499" sldId="1283"/>
        </pc:sldMkLst>
      </pc:sldChg>
      <pc:sldChg chg="add del modTransition">
        <pc:chgData name="한준 김" userId="7dd4edb89109a895" providerId="LiveId" clId="{B0EA322A-F585-4EE5-A004-E657958631F0}" dt="2024-01-18T08:23:34.632" v="490" actId="2696"/>
        <pc:sldMkLst>
          <pc:docMk/>
          <pc:sldMk cId="3749934040" sldId="1284"/>
        </pc:sldMkLst>
      </pc:sldChg>
      <pc:sldChg chg="add del modTransition">
        <pc:chgData name="한준 김" userId="7dd4edb89109a895" providerId="LiveId" clId="{B0EA322A-F585-4EE5-A004-E657958631F0}" dt="2024-02-02T04:57:22.867" v="629" actId="2696"/>
        <pc:sldMkLst>
          <pc:docMk/>
          <pc:sldMk cId="925978253" sldId="1287"/>
        </pc:sldMkLst>
      </pc:sldChg>
      <pc:sldChg chg="add del modTransition">
        <pc:chgData name="한준 김" userId="7dd4edb89109a895" providerId="LiveId" clId="{B0EA322A-F585-4EE5-A004-E657958631F0}" dt="2024-01-26T05:02:01.550" v="545" actId="2696"/>
        <pc:sldMkLst>
          <pc:docMk/>
          <pc:sldMk cId="1684158165" sldId="1288"/>
        </pc:sldMkLst>
      </pc:sldChg>
      <pc:sldChg chg="add del modTransition">
        <pc:chgData name="한준 김" userId="7dd4edb89109a895" providerId="LiveId" clId="{B0EA322A-F585-4EE5-A004-E657958631F0}" dt="2024-02-08T04:20:00.089" v="1173" actId="2696"/>
        <pc:sldMkLst>
          <pc:docMk/>
          <pc:sldMk cId="2988832917" sldId="1289"/>
        </pc:sldMkLst>
      </pc:sldChg>
      <pc:sldChg chg="add del">
        <pc:chgData name="한준 김" userId="7dd4edb89109a895" providerId="LiveId" clId="{B0EA322A-F585-4EE5-A004-E657958631F0}" dt="2024-02-08T04:20:00.089" v="1173" actId="2696"/>
        <pc:sldMkLst>
          <pc:docMk/>
          <pc:sldMk cId="310984953" sldId="1290"/>
        </pc:sldMkLst>
      </pc:sldChg>
      <pc:sldChg chg="add del modTransition">
        <pc:chgData name="한준 김" userId="7dd4edb89109a895" providerId="LiveId" clId="{B0EA322A-F585-4EE5-A004-E657958631F0}" dt="2024-02-02T05:01:34.356" v="755" actId="2696"/>
        <pc:sldMkLst>
          <pc:docMk/>
          <pc:sldMk cId="1202926130" sldId="1290"/>
        </pc:sldMkLst>
      </pc:sldChg>
      <pc:sldChg chg="add del modTransition">
        <pc:chgData name="한준 김" userId="7dd4edb89109a895" providerId="LiveId" clId="{B0EA322A-F585-4EE5-A004-E657958631F0}" dt="2024-02-02T05:01:39.761" v="757"/>
        <pc:sldMkLst>
          <pc:docMk/>
          <pc:sldMk cId="4294582602" sldId="1290"/>
        </pc:sldMkLst>
      </pc:sldChg>
      <pc:sldChg chg="add del">
        <pc:chgData name="한준 김" userId="7dd4edb89109a895" providerId="LiveId" clId="{B0EA322A-F585-4EE5-A004-E657958631F0}" dt="2024-02-23T04:24:53.908" v="1952" actId="2696"/>
        <pc:sldMkLst>
          <pc:docMk/>
          <pc:sldMk cId="1104559311" sldId="1291"/>
        </pc:sldMkLst>
      </pc:sldChg>
      <pc:sldChg chg="add del">
        <pc:chgData name="한준 김" userId="7dd4edb89109a895" providerId="LiveId" clId="{B0EA322A-F585-4EE5-A004-E657958631F0}" dt="2024-01-18T08:24:15.256" v="493" actId="2696"/>
        <pc:sldMkLst>
          <pc:docMk/>
          <pc:sldMk cId="370973669" sldId="1292"/>
        </pc:sldMkLst>
      </pc:sldChg>
      <pc:sldChg chg="modSp add del mod">
        <pc:chgData name="한준 김" userId="7dd4edb89109a895" providerId="LiveId" clId="{B0EA322A-F585-4EE5-A004-E657958631F0}" dt="2024-02-23T04:24:53.908" v="1952" actId="2696"/>
        <pc:sldMkLst>
          <pc:docMk/>
          <pc:sldMk cId="893156676" sldId="1294"/>
        </pc:sldMkLst>
      </pc:sldChg>
      <pc:sldChg chg="add del modTransition">
        <pc:chgData name="한준 김" userId="7dd4edb89109a895" providerId="LiveId" clId="{B0EA322A-F585-4EE5-A004-E657958631F0}" dt="2024-01-26T05:02:01.550" v="545" actId="2696"/>
        <pc:sldMkLst>
          <pc:docMk/>
          <pc:sldMk cId="3105355913" sldId="1294"/>
        </pc:sldMkLst>
      </pc:sldChg>
      <pc:sldChg chg="modSp add del mod">
        <pc:chgData name="한준 김" userId="7dd4edb89109a895" providerId="LiveId" clId="{B0EA322A-F585-4EE5-A004-E657958631F0}" dt="2024-02-23T04:24:53.908" v="1952" actId="2696"/>
        <pc:sldMkLst>
          <pc:docMk/>
          <pc:sldMk cId="4290049465" sldId="1295"/>
        </pc:sldMkLst>
      </pc:sldChg>
      <pc:sldChg chg="add del modTransition">
        <pc:chgData name="한준 김" userId="7dd4edb89109a895" providerId="LiveId" clId="{B0EA322A-F585-4EE5-A004-E657958631F0}" dt="2024-02-02T05:01:34.356" v="755" actId="2696"/>
        <pc:sldMkLst>
          <pc:docMk/>
          <pc:sldMk cId="175957666" sldId="1296"/>
        </pc:sldMkLst>
      </pc:sldChg>
      <pc:sldChg chg="add del">
        <pc:chgData name="한준 김" userId="7dd4edb89109a895" providerId="LiveId" clId="{B0EA322A-F585-4EE5-A004-E657958631F0}" dt="2024-02-08T04:20:00.089" v="1173" actId="2696"/>
        <pc:sldMkLst>
          <pc:docMk/>
          <pc:sldMk cId="1740564644" sldId="1296"/>
        </pc:sldMkLst>
      </pc:sldChg>
      <pc:sldChg chg="add del modTransition">
        <pc:chgData name="한준 김" userId="7dd4edb89109a895" providerId="LiveId" clId="{B0EA322A-F585-4EE5-A004-E657958631F0}" dt="2024-02-02T05:01:39.761" v="757"/>
        <pc:sldMkLst>
          <pc:docMk/>
          <pc:sldMk cId="2502644342" sldId="1296"/>
        </pc:sldMkLst>
      </pc:sldChg>
      <pc:sldChg chg="add del modTransition">
        <pc:chgData name="한준 김" userId="7dd4edb89109a895" providerId="LiveId" clId="{B0EA322A-F585-4EE5-A004-E657958631F0}" dt="2024-05-02T06:58:39.401" v="4939" actId="2696"/>
        <pc:sldMkLst>
          <pc:docMk/>
          <pc:sldMk cId="3402452015" sldId="1299"/>
        </pc:sldMkLst>
      </pc:sldChg>
      <pc:sldChg chg="add del modTransition">
        <pc:chgData name="한준 김" userId="7dd4edb89109a895" providerId="LiveId" clId="{B0EA322A-F585-4EE5-A004-E657958631F0}" dt="2024-05-02T06:58:39.401" v="4939" actId="2696"/>
        <pc:sldMkLst>
          <pc:docMk/>
          <pc:sldMk cId="3410836776" sldId="1300"/>
        </pc:sldMkLst>
      </pc:sldChg>
      <pc:sldChg chg="modSp add del mod modTransition">
        <pc:chgData name="한준 김" userId="7dd4edb89109a895" providerId="LiveId" clId="{B0EA322A-F585-4EE5-A004-E657958631F0}" dt="2024-02-23T04:23:25.985" v="1926" actId="2696"/>
        <pc:sldMkLst>
          <pc:docMk/>
          <pc:sldMk cId="4182921570" sldId="1300"/>
        </pc:sldMkLst>
      </pc:sldChg>
      <pc:sldChg chg="add del modTransition">
        <pc:chgData name="한준 김" userId="7dd4edb89109a895" providerId="LiveId" clId="{B0EA322A-F585-4EE5-A004-E657958631F0}" dt="2024-05-02T06:58:39.401" v="4939" actId="2696"/>
        <pc:sldMkLst>
          <pc:docMk/>
          <pc:sldMk cId="2521927712" sldId="1301"/>
        </pc:sldMkLst>
      </pc:sldChg>
      <pc:sldChg chg="modSp add del mod modTransition">
        <pc:chgData name="한준 김" userId="7dd4edb89109a895" providerId="LiveId" clId="{B0EA322A-F585-4EE5-A004-E657958631F0}" dt="2024-03-22T14:55:33.589" v="3356" actId="2696"/>
        <pc:sldMkLst>
          <pc:docMk/>
          <pc:sldMk cId="2244224152" sldId="1302"/>
        </pc:sldMkLst>
      </pc:sldChg>
      <pc:sldChg chg="add del">
        <pc:chgData name="한준 김" userId="7dd4edb89109a895" providerId="LiveId" clId="{B0EA322A-F585-4EE5-A004-E657958631F0}" dt="2024-06-05T06:36:27.888" v="5910" actId="2696"/>
        <pc:sldMkLst>
          <pc:docMk/>
          <pc:sldMk cId="2391358604" sldId="1302"/>
        </pc:sldMkLst>
      </pc:sldChg>
      <pc:sldChg chg="add del">
        <pc:chgData name="한준 김" userId="7dd4edb89109a895" providerId="LiveId" clId="{B0EA322A-F585-4EE5-A004-E657958631F0}" dt="2024-05-02T06:51:47.258" v="4875" actId="2696"/>
        <pc:sldMkLst>
          <pc:docMk/>
          <pc:sldMk cId="1746736250" sldId="1303"/>
        </pc:sldMkLst>
      </pc:sldChg>
      <pc:sldChg chg="add del">
        <pc:chgData name="한준 김" userId="7dd4edb89109a895" providerId="LiveId" clId="{B0EA322A-F585-4EE5-A004-E657958631F0}" dt="2024-06-05T06:36:27.888" v="5910" actId="2696"/>
        <pc:sldMkLst>
          <pc:docMk/>
          <pc:sldMk cId="2264777373" sldId="1303"/>
        </pc:sldMkLst>
      </pc:sldChg>
      <pc:sldChg chg="modSp add del mod">
        <pc:chgData name="한준 김" userId="7dd4edb89109a895" providerId="LiveId" clId="{B0EA322A-F585-4EE5-A004-E657958631F0}" dt="2024-06-05T06:33:47.217" v="5847" actId="2696"/>
        <pc:sldMkLst>
          <pc:docMk/>
          <pc:sldMk cId="1463421969" sldId="1304"/>
        </pc:sldMkLst>
      </pc:sldChg>
      <pc:sldChg chg="add del">
        <pc:chgData name="한준 김" userId="7dd4edb89109a895" providerId="LiveId" clId="{B0EA322A-F585-4EE5-A004-E657958631F0}" dt="2024-06-26T05:39:22.842" v="7038" actId="2696"/>
        <pc:sldMkLst>
          <pc:docMk/>
          <pc:sldMk cId="4282939485" sldId="1305"/>
        </pc:sldMkLst>
      </pc:sldChg>
      <pc:sldChg chg="modSp add del mod">
        <pc:chgData name="한준 김" userId="7dd4edb89109a895" providerId="LiveId" clId="{B0EA322A-F585-4EE5-A004-E657958631F0}" dt="2024-03-28T05:06:13.326" v="3551" actId="2696"/>
        <pc:sldMkLst>
          <pc:docMk/>
          <pc:sldMk cId="2025897181" sldId="1306"/>
        </pc:sldMkLst>
      </pc:sldChg>
      <pc:sldChg chg="modSp add del mod">
        <pc:chgData name="한준 김" userId="7dd4edb89109a895" providerId="LiveId" clId="{B0EA322A-F585-4EE5-A004-E657958631F0}" dt="2024-06-26T05:39:22.842" v="7038" actId="2696"/>
        <pc:sldMkLst>
          <pc:docMk/>
          <pc:sldMk cId="2788566247" sldId="1306"/>
        </pc:sldMkLst>
      </pc:sldChg>
      <pc:sldChg chg="add del">
        <pc:chgData name="한준 김" userId="7dd4edb89109a895" providerId="LiveId" clId="{B0EA322A-F585-4EE5-A004-E657958631F0}" dt="2024-06-26T05:39:22.842" v="7038" actId="2696"/>
        <pc:sldMkLst>
          <pc:docMk/>
          <pc:sldMk cId="1699283454" sldId="1307"/>
        </pc:sldMkLst>
      </pc:sldChg>
      <pc:sldChg chg="add del">
        <pc:chgData name="한준 김" userId="7dd4edb89109a895" providerId="LiveId" clId="{B0EA322A-F585-4EE5-A004-E657958631F0}" dt="2024-02-29T06:44:32.946" v="2421" actId="2696"/>
        <pc:sldMkLst>
          <pc:docMk/>
          <pc:sldMk cId="2463444171" sldId="1308"/>
        </pc:sldMkLst>
      </pc:sldChg>
      <pc:sldChg chg="add del">
        <pc:chgData name="한준 김" userId="7dd4edb89109a895" providerId="LiveId" clId="{B0EA322A-F585-4EE5-A004-E657958631F0}" dt="2024-02-29T06:44:37.619" v="2423"/>
        <pc:sldMkLst>
          <pc:docMk/>
          <pc:sldMk cId="3102848705" sldId="1308"/>
        </pc:sldMkLst>
      </pc:sldChg>
      <pc:sldChg chg="add del">
        <pc:chgData name="한준 김" userId="7dd4edb89109a895" providerId="LiveId" clId="{B0EA322A-F585-4EE5-A004-E657958631F0}" dt="2024-02-29T06:44:54.530" v="2425" actId="2696"/>
        <pc:sldMkLst>
          <pc:docMk/>
          <pc:sldMk cId="3718526736" sldId="1308"/>
        </pc:sldMkLst>
      </pc:sldChg>
      <pc:sldChg chg="add del ord modTransition">
        <pc:chgData name="한준 김" userId="7dd4edb89109a895" providerId="LiveId" clId="{B0EA322A-F585-4EE5-A004-E657958631F0}" dt="2024-03-28T05:07:46.760" v="3613" actId="2696"/>
        <pc:sldMkLst>
          <pc:docMk/>
          <pc:sldMk cId="3229584374" sldId="1309"/>
        </pc:sldMkLst>
      </pc:sldChg>
      <pc:sldChg chg="add del">
        <pc:chgData name="한준 김" userId="7dd4edb89109a895" providerId="LiveId" clId="{B0EA322A-F585-4EE5-A004-E657958631F0}" dt="2024-02-29T06:44:32.946" v="2421" actId="2696"/>
        <pc:sldMkLst>
          <pc:docMk/>
          <pc:sldMk cId="3794519253" sldId="1309"/>
        </pc:sldMkLst>
      </pc:sldChg>
      <pc:sldChg chg="add del">
        <pc:chgData name="한준 김" userId="7dd4edb89109a895" providerId="LiveId" clId="{B0EA322A-F585-4EE5-A004-E657958631F0}" dt="2024-02-29T06:44:54.530" v="2425" actId="2696"/>
        <pc:sldMkLst>
          <pc:docMk/>
          <pc:sldMk cId="3821940705" sldId="1309"/>
        </pc:sldMkLst>
      </pc:sldChg>
      <pc:sldChg chg="add del">
        <pc:chgData name="한준 김" userId="7dd4edb89109a895" providerId="LiveId" clId="{B0EA322A-F585-4EE5-A004-E657958631F0}" dt="2024-02-29T06:44:37.619" v="2423"/>
        <pc:sldMkLst>
          <pc:docMk/>
          <pc:sldMk cId="4264973000" sldId="1309"/>
        </pc:sldMkLst>
      </pc:sldChg>
      <pc:sldChg chg="add del">
        <pc:chgData name="한준 김" userId="7dd4edb89109a895" providerId="LiveId" clId="{B0EA322A-F585-4EE5-A004-E657958631F0}" dt="2024-01-18T08:24:15.256" v="493" actId="2696"/>
        <pc:sldMkLst>
          <pc:docMk/>
          <pc:sldMk cId="2622699953" sldId="1311"/>
        </pc:sldMkLst>
      </pc:sldChg>
      <pc:sldChg chg="add del">
        <pc:chgData name="한준 김" userId="7dd4edb89109a895" providerId="LiveId" clId="{B0EA322A-F585-4EE5-A004-E657958631F0}" dt="2024-01-18T08:24:15.256" v="493" actId="2696"/>
        <pc:sldMkLst>
          <pc:docMk/>
          <pc:sldMk cId="2565294872" sldId="1312"/>
        </pc:sldMkLst>
      </pc:sldChg>
      <pc:sldChg chg="add del modTransition">
        <pc:chgData name="한준 김" userId="7dd4edb89109a895" providerId="LiveId" clId="{B0EA322A-F585-4EE5-A004-E657958631F0}" dt="2024-01-26T05:05:31.243" v="553" actId="2696"/>
        <pc:sldMkLst>
          <pc:docMk/>
          <pc:sldMk cId="636835626" sldId="1313"/>
        </pc:sldMkLst>
      </pc:sldChg>
      <pc:sldChg chg="modSp add del mod">
        <pc:chgData name="한준 김" userId="7dd4edb89109a895" providerId="LiveId" clId="{B0EA322A-F585-4EE5-A004-E657958631F0}" dt="2024-03-06T05:41:43.452" v="2687" actId="2696"/>
        <pc:sldMkLst>
          <pc:docMk/>
          <pc:sldMk cId="2124432667" sldId="1313"/>
        </pc:sldMkLst>
      </pc:sldChg>
      <pc:sldChg chg="add del">
        <pc:chgData name="한준 김" userId="7dd4edb89109a895" providerId="LiveId" clId="{B0EA322A-F585-4EE5-A004-E657958631F0}" dt="2024-02-08T04:26:46.447" v="1235" actId="2696"/>
        <pc:sldMkLst>
          <pc:docMk/>
          <pc:sldMk cId="3263588834" sldId="1313"/>
        </pc:sldMkLst>
      </pc:sldChg>
      <pc:sldChg chg="add del">
        <pc:chgData name="한준 김" userId="7dd4edb89109a895" providerId="LiveId" clId="{B0EA322A-F585-4EE5-A004-E657958631F0}" dt="2024-02-29T06:45:20.453" v="2429" actId="2696"/>
        <pc:sldMkLst>
          <pc:docMk/>
          <pc:sldMk cId="808281612" sldId="1314"/>
        </pc:sldMkLst>
      </pc:sldChg>
      <pc:sldChg chg="add del">
        <pc:chgData name="한준 김" userId="7dd4edb89109a895" providerId="LiveId" clId="{B0EA322A-F585-4EE5-A004-E657958631F0}" dt="2024-02-29T06:45:24.499" v="2431"/>
        <pc:sldMkLst>
          <pc:docMk/>
          <pc:sldMk cId="2520176526" sldId="1314"/>
        </pc:sldMkLst>
      </pc:sldChg>
      <pc:sldChg chg="add del">
        <pc:chgData name="한준 김" userId="7dd4edb89109a895" providerId="LiveId" clId="{B0EA322A-F585-4EE5-A004-E657958631F0}" dt="2024-03-06T05:41:43.452" v="2687" actId="2696"/>
        <pc:sldMkLst>
          <pc:docMk/>
          <pc:sldMk cId="3796170559" sldId="1314"/>
        </pc:sldMkLst>
      </pc:sldChg>
      <pc:sldChg chg="add del">
        <pc:chgData name="한준 김" userId="7dd4edb89109a895" providerId="LiveId" clId="{B0EA322A-F585-4EE5-A004-E657958631F0}" dt="2024-01-26T05:02:54.207" v="547" actId="2696"/>
        <pc:sldMkLst>
          <pc:docMk/>
          <pc:sldMk cId="72837008" sldId="1315"/>
        </pc:sldMkLst>
      </pc:sldChg>
      <pc:sldChg chg="add del modTransition">
        <pc:chgData name="한준 김" userId="7dd4edb89109a895" providerId="LiveId" clId="{B0EA322A-F585-4EE5-A004-E657958631F0}" dt="2024-02-29T06:48:50.038" v="2455" actId="2696"/>
        <pc:sldMkLst>
          <pc:docMk/>
          <pc:sldMk cId="346025205" sldId="1316"/>
        </pc:sldMkLst>
      </pc:sldChg>
      <pc:sldChg chg="add del">
        <pc:chgData name="한준 김" userId="7dd4edb89109a895" providerId="LiveId" clId="{B0EA322A-F585-4EE5-A004-E657958631F0}" dt="2024-02-02T05:03:09.431" v="762" actId="2696"/>
        <pc:sldMkLst>
          <pc:docMk/>
          <pc:sldMk cId="1498558102" sldId="1316"/>
        </pc:sldMkLst>
      </pc:sldChg>
      <pc:sldChg chg="add del">
        <pc:chgData name="한준 김" userId="7dd4edb89109a895" providerId="LiveId" clId="{B0EA322A-F585-4EE5-A004-E657958631F0}" dt="2024-02-02T05:03:09.431" v="762" actId="2696"/>
        <pc:sldMkLst>
          <pc:docMk/>
          <pc:sldMk cId="973233129" sldId="1317"/>
        </pc:sldMkLst>
      </pc:sldChg>
      <pc:sldChg chg="modSp add del mod">
        <pc:chgData name="한준 김" userId="7dd4edb89109a895" providerId="LiveId" clId="{B0EA322A-F585-4EE5-A004-E657958631F0}" dt="2024-02-08T04:26:46.447" v="1235" actId="2696"/>
        <pc:sldMkLst>
          <pc:docMk/>
          <pc:sldMk cId="14030242" sldId="1318"/>
        </pc:sldMkLst>
      </pc:sldChg>
      <pc:sldChg chg="modSp add del mod">
        <pc:chgData name="한준 김" userId="7dd4edb89109a895" providerId="LiveId" clId="{B0EA322A-F585-4EE5-A004-E657958631F0}" dt="2024-02-08T04:26:46.447" v="1235" actId="2696"/>
        <pc:sldMkLst>
          <pc:docMk/>
          <pc:sldMk cId="2823567309" sldId="1319"/>
        </pc:sldMkLst>
      </pc:sldChg>
      <pc:sldChg chg="add del">
        <pc:chgData name="한준 김" userId="7dd4edb89109a895" providerId="LiveId" clId="{B0EA322A-F585-4EE5-A004-E657958631F0}" dt="2024-04-05T02:27:37.482" v="4019" actId="2696"/>
        <pc:sldMkLst>
          <pc:docMk/>
          <pc:sldMk cId="4033538644" sldId="1319"/>
        </pc:sldMkLst>
      </pc:sldChg>
      <pc:sldChg chg="add del ord modTransition">
        <pc:chgData name="한준 김" userId="7dd4edb89109a895" providerId="LiveId" clId="{B0EA322A-F585-4EE5-A004-E657958631F0}" dt="2024-03-16T05:05:51.106" v="2835" actId="47"/>
        <pc:sldMkLst>
          <pc:docMk/>
          <pc:sldMk cId="2489666957" sldId="1320"/>
        </pc:sldMkLst>
      </pc:sldChg>
      <pc:sldChg chg="add del ord">
        <pc:chgData name="한준 김" userId="7dd4edb89109a895" providerId="LiveId" clId="{B0EA322A-F585-4EE5-A004-E657958631F0}" dt="2024-03-16T05:05:51.106" v="2835" actId="47"/>
        <pc:sldMkLst>
          <pc:docMk/>
          <pc:sldMk cId="3258639610" sldId="1321"/>
        </pc:sldMkLst>
      </pc:sldChg>
      <pc:sldChg chg="add del">
        <pc:chgData name="한준 김" userId="7dd4edb89109a895" providerId="LiveId" clId="{B0EA322A-F585-4EE5-A004-E657958631F0}" dt="2024-05-28T06:22:30.285" v="5716" actId="2696"/>
        <pc:sldMkLst>
          <pc:docMk/>
          <pc:sldMk cId="647327709" sldId="1322"/>
        </pc:sldMkLst>
      </pc:sldChg>
      <pc:sldChg chg="add del">
        <pc:chgData name="한준 김" userId="7dd4edb89109a895" providerId="LiveId" clId="{B0EA322A-F585-4EE5-A004-E657958631F0}" dt="2024-05-28T06:22:30.285" v="5716" actId="2696"/>
        <pc:sldMkLst>
          <pc:docMk/>
          <pc:sldMk cId="3419290863" sldId="1323"/>
        </pc:sldMkLst>
      </pc:sldChg>
      <pc:sldChg chg="add del">
        <pc:chgData name="한준 김" userId="7dd4edb89109a895" providerId="LiveId" clId="{B0EA322A-F585-4EE5-A004-E657958631F0}" dt="2024-03-06T05:43:11.063" v="2707" actId="2696"/>
        <pc:sldMkLst>
          <pc:docMk/>
          <pc:sldMk cId="3800174617" sldId="1324"/>
        </pc:sldMkLst>
      </pc:sldChg>
      <pc:sldChg chg="add del">
        <pc:chgData name="한준 김" userId="7dd4edb89109a895" providerId="LiveId" clId="{B0EA322A-F585-4EE5-A004-E657958631F0}" dt="2024-03-06T05:43:11.063" v="2707" actId="2696"/>
        <pc:sldMkLst>
          <pc:docMk/>
          <pc:sldMk cId="2117405656" sldId="1325"/>
        </pc:sldMkLst>
      </pc:sldChg>
      <pc:sldChg chg="modSp add del mod ord">
        <pc:chgData name="한준 김" userId="7dd4edb89109a895" providerId="LiveId" clId="{B0EA322A-F585-4EE5-A004-E657958631F0}" dt="2024-07-19T05:42:04.592" v="8398" actId="2696"/>
        <pc:sldMkLst>
          <pc:docMk/>
          <pc:sldMk cId="866767981" sldId="1326"/>
        </pc:sldMkLst>
      </pc:sldChg>
      <pc:sldChg chg="add del">
        <pc:chgData name="한준 김" userId="7dd4edb89109a895" providerId="LiveId" clId="{B0EA322A-F585-4EE5-A004-E657958631F0}" dt="2024-03-16T05:16:55.132" v="3030" actId="2696"/>
        <pc:sldMkLst>
          <pc:docMk/>
          <pc:sldMk cId="1518010867" sldId="1326"/>
        </pc:sldMkLst>
      </pc:sldChg>
      <pc:sldChg chg="add del">
        <pc:chgData name="한준 김" userId="7dd4edb89109a895" providerId="LiveId" clId="{B0EA322A-F585-4EE5-A004-E657958631F0}" dt="2024-03-16T05:16:55.132" v="3030" actId="2696"/>
        <pc:sldMkLst>
          <pc:docMk/>
          <pc:sldMk cId="3457017646" sldId="1327"/>
        </pc:sldMkLst>
      </pc:sldChg>
      <pc:sldChg chg="add del">
        <pc:chgData name="한준 김" userId="7dd4edb89109a895" providerId="LiveId" clId="{B0EA322A-F585-4EE5-A004-E657958631F0}" dt="2024-03-16T05:16:55.132" v="3030" actId="2696"/>
        <pc:sldMkLst>
          <pc:docMk/>
          <pc:sldMk cId="558484931" sldId="1328"/>
        </pc:sldMkLst>
      </pc:sldChg>
      <pc:sldChg chg="add del modTransition setBg">
        <pc:chgData name="한준 김" userId="7dd4edb89109a895" providerId="LiveId" clId="{B0EA322A-F585-4EE5-A004-E657958631F0}" dt="2024-01-05T07:56:48.769" v="329" actId="2696"/>
        <pc:sldMkLst>
          <pc:docMk/>
          <pc:sldMk cId="931576010" sldId="1328"/>
        </pc:sldMkLst>
      </pc:sldChg>
      <pc:sldChg chg="add del modTransition">
        <pc:chgData name="한준 김" userId="7dd4edb89109a895" providerId="LiveId" clId="{B0EA322A-F585-4EE5-A004-E657958631F0}" dt="2024-02-15T07:35:02.394" v="1240" actId="2696"/>
        <pc:sldMkLst>
          <pc:docMk/>
          <pc:sldMk cId="2698196877" sldId="1328"/>
        </pc:sldMkLst>
      </pc:sldChg>
      <pc:sldChg chg="add del">
        <pc:chgData name="한준 김" userId="7dd4edb89109a895" providerId="LiveId" clId="{B0EA322A-F585-4EE5-A004-E657958631F0}" dt="2024-02-23T04:23:25.985" v="1926" actId="2696"/>
        <pc:sldMkLst>
          <pc:docMk/>
          <pc:sldMk cId="3198997218" sldId="1328"/>
        </pc:sldMkLst>
      </pc:sldChg>
      <pc:sldChg chg="add del modTransition">
        <pc:chgData name="한준 김" userId="7dd4edb89109a895" providerId="LiveId" clId="{B0EA322A-F585-4EE5-A004-E657958631F0}" dt="2024-02-15T07:35:11.767" v="1242"/>
        <pc:sldMkLst>
          <pc:docMk/>
          <pc:sldMk cId="3727855493" sldId="1328"/>
        </pc:sldMkLst>
      </pc:sldChg>
      <pc:sldChg chg="add del modTransition">
        <pc:chgData name="한준 김" userId="7dd4edb89109a895" providerId="LiveId" clId="{B0EA322A-F585-4EE5-A004-E657958631F0}" dt="2024-03-28T05:07:46.760" v="3613" actId="2696"/>
        <pc:sldMkLst>
          <pc:docMk/>
          <pc:sldMk cId="3806600226" sldId="1328"/>
        </pc:sldMkLst>
      </pc:sldChg>
      <pc:sldChg chg="add del modTransition">
        <pc:chgData name="한준 김" userId="7dd4edb89109a895" providerId="LiveId" clId="{B0EA322A-F585-4EE5-A004-E657958631F0}" dt="2024-02-15T07:35:11.767" v="1242"/>
        <pc:sldMkLst>
          <pc:docMk/>
          <pc:sldMk cId="514361190" sldId="1329"/>
        </pc:sldMkLst>
      </pc:sldChg>
      <pc:sldChg chg="add del">
        <pc:chgData name="한준 김" userId="7dd4edb89109a895" providerId="LiveId" clId="{B0EA322A-F585-4EE5-A004-E657958631F0}" dt="2024-04-05T02:26:06.226" v="4015" actId="2696"/>
        <pc:sldMkLst>
          <pc:docMk/>
          <pc:sldMk cId="1446969254" sldId="1329"/>
        </pc:sldMkLst>
      </pc:sldChg>
      <pc:sldChg chg="add del">
        <pc:chgData name="한준 김" userId="7dd4edb89109a895" providerId="LiveId" clId="{B0EA322A-F585-4EE5-A004-E657958631F0}" dt="2024-02-23T04:23:25.985" v="1926" actId="2696"/>
        <pc:sldMkLst>
          <pc:docMk/>
          <pc:sldMk cId="1555877104" sldId="1329"/>
        </pc:sldMkLst>
      </pc:sldChg>
      <pc:sldChg chg="add del modTransition">
        <pc:chgData name="한준 김" userId="7dd4edb89109a895" providerId="LiveId" clId="{B0EA322A-F585-4EE5-A004-E657958631F0}" dt="2024-02-15T07:35:02.394" v="1240" actId="2696"/>
        <pc:sldMkLst>
          <pc:docMk/>
          <pc:sldMk cId="1679466650" sldId="1329"/>
        </pc:sldMkLst>
      </pc:sldChg>
      <pc:sldChg chg="add del">
        <pc:chgData name="한준 김" userId="7dd4edb89109a895" providerId="LiveId" clId="{B0EA322A-F585-4EE5-A004-E657958631F0}" dt="2024-02-23T04:23:25.985" v="1926" actId="2696"/>
        <pc:sldMkLst>
          <pc:docMk/>
          <pc:sldMk cId="1535721515" sldId="1330"/>
        </pc:sldMkLst>
      </pc:sldChg>
      <pc:sldChg chg="modSp add del mod modTransition modAnim">
        <pc:chgData name="한준 김" userId="7dd4edb89109a895" providerId="LiveId" clId="{B0EA322A-F585-4EE5-A004-E657958631F0}" dt="2024-03-28T05:07:46.760" v="3613" actId="2696"/>
        <pc:sldMkLst>
          <pc:docMk/>
          <pc:sldMk cId="2254324539" sldId="1330"/>
        </pc:sldMkLst>
      </pc:sldChg>
      <pc:sldChg chg="add del modTransition">
        <pc:chgData name="한준 김" userId="7dd4edb89109a895" providerId="LiveId" clId="{B0EA322A-F585-4EE5-A004-E657958631F0}" dt="2024-02-15T07:35:11.767" v="1242"/>
        <pc:sldMkLst>
          <pc:docMk/>
          <pc:sldMk cId="3138634940" sldId="1330"/>
        </pc:sldMkLst>
      </pc:sldChg>
      <pc:sldChg chg="add del">
        <pc:chgData name="한준 김" userId="7dd4edb89109a895" providerId="LiveId" clId="{B0EA322A-F585-4EE5-A004-E657958631F0}" dt="2024-04-18T04:39:16.930" v="4624" actId="2696"/>
        <pc:sldMkLst>
          <pc:docMk/>
          <pc:sldMk cId="3396654606" sldId="1330"/>
        </pc:sldMkLst>
      </pc:sldChg>
      <pc:sldChg chg="add del modTransition">
        <pc:chgData name="한준 김" userId="7dd4edb89109a895" providerId="LiveId" clId="{B0EA322A-F585-4EE5-A004-E657958631F0}" dt="2024-02-15T07:35:02.394" v="1240" actId="2696"/>
        <pc:sldMkLst>
          <pc:docMk/>
          <pc:sldMk cId="4149188921" sldId="1330"/>
        </pc:sldMkLst>
      </pc:sldChg>
      <pc:sldChg chg="add del modTransition">
        <pc:chgData name="한준 김" userId="7dd4edb89109a895" providerId="LiveId" clId="{B0EA322A-F585-4EE5-A004-E657958631F0}" dt="2024-02-15T07:35:02.394" v="1240" actId="2696"/>
        <pc:sldMkLst>
          <pc:docMk/>
          <pc:sldMk cId="396390660" sldId="1331"/>
        </pc:sldMkLst>
      </pc:sldChg>
      <pc:sldChg chg="add del modTransition">
        <pc:chgData name="한준 김" userId="7dd4edb89109a895" providerId="LiveId" clId="{B0EA322A-F585-4EE5-A004-E657958631F0}" dt="2024-02-15T07:35:11.767" v="1242"/>
        <pc:sldMkLst>
          <pc:docMk/>
          <pc:sldMk cId="706354782" sldId="1331"/>
        </pc:sldMkLst>
      </pc:sldChg>
      <pc:sldChg chg="add del">
        <pc:chgData name="한준 김" userId="7dd4edb89109a895" providerId="LiveId" clId="{B0EA322A-F585-4EE5-A004-E657958631F0}" dt="2024-01-26T05:02:54.207" v="547" actId="2696"/>
        <pc:sldMkLst>
          <pc:docMk/>
          <pc:sldMk cId="2327298643" sldId="1331"/>
        </pc:sldMkLst>
      </pc:sldChg>
      <pc:sldChg chg="add del">
        <pc:chgData name="한준 김" userId="7dd4edb89109a895" providerId="LiveId" clId="{B0EA322A-F585-4EE5-A004-E657958631F0}" dt="2024-02-23T04:23:25.985" v="1926" actId="2696"/>
        <pc:sldMkLst>
          <pc:docMk/>
          <pc:sldMk cId="3250133359" sldId="1331"/>
        </pc:sldMkLst>
      </pc:sldChg>
      <pc:sldChg chg="add del">
        <pc:chgData name="한준 김" userId="7dd4edb89109a895" providerId="LiveId" clId="{B0EA322A-F585-4EE5-A004-E657958631F0}" dt="2024-04-18T04:39:16.930" v="4624" actId="2696"/>
        <pc:sldMkLst>
          <pc:docMk/>
          <pc:sldMk cId="3262144423" sldId="1331"/>
        </pc:sldMkLst>
      </pc:sldChg>
      <pc:sldChg chg="add del modTransition">
        <pc:chgData name="한준 김" userId="7dd4edb89109a895" providerId="LiveId" clId="{B0EA322A-F585-4EE5-A004-E657958631F0}" dt="2024-02-15T07:35:02.394" v="1240" actId="2696"/>
        <pc:sldMkLst>
          <pc:docMk/>
          <pc:sldMk cId="139472277" sldId="1332"/>
        </pc:sldMkLst>
      </pc:sldChg>
      <pc:sldChg chg="add del">
        <pc:chgData name="한준 김" userId="7dd4edb89109a895" providerId="LiveId" clId="{B0EA322A-F585-4EE5-A004-E657958631F0}" dt="2024-04-26T07:28:32.087" v="4779" actId="2696"/>
        <pc:sldMkLst>
          <pc:docMk/>
          <pc:sldMk cId="1408490854" sldId="1332"/>
        </pc:sldMkLst>
      </pc:sldChg>
      <pc:sldChg chg="add del modTransition">
        <pc:chgData name="한준 김" userId="7dd4edb89109a895" providerId="LiveId" clId="{B0EA322A-F585-4EE5-A004-E657958631F0}" dt="2024-02-15T07:35:11.767" v="1242"/>
        <pc:sldMkLst>
          <pc:docMk/>
          <pc:sldMk cId="1595534119" sldId="1332"/>
        </pc:sldMkLst>
      </pc:sldChg>
      <pc:sldChg chg="add del">
        <pc:chgData name="한준 김" userId="7dd4edb89109a895" providerId="LiveId" clId="{B0EA322A-F585-4EE5-A004-E657958631F0}" dt="2024-02-23T04:23:25.985" v="1926" actId="2696"/>
        <pc:sldMkLst>
          <pc:docMk/>
          <pc:sldMk cId="2098580445" sldId="1332"/>
        </pc:sldMkLst>
      </pc:sldChg>
      <pc:sldChg chg="add del">
        <pc:chgData name="한준 김" userId="7dd4edb89109a895" providerId="LiveId" clId="{B0EA322A-F585-4EE5-A004-E657958631F0}" dt="2024-01-26T05:02:54.207" v="547" actId="2696"/>
        <pc:sldMkLst>
          <pc:docMk/>
          <pc:sldMk cId="2371049509" sldId="1332"/>
        </pc:sldMkLst>
      </pc:sldChg>
      <pc:sldChg chg="addSp delSp modSp add del mod delAnim">
        <pc:chgData name="한준 김" userId="7dd4edb89109a895" providerId="LiveId" clId="{B0EA322A-F585-4EE5-A004-E657958631F0}" dt="2024-07-11T04:43:55.527" v="7808" actId="2696"/>
        <pc:sldMkLst>
          <pc:docMk/>
          <pc:sldMk cId="2395405100" sldId="1332"/>
        </pc:sldMkLst>
      </pc:sldChg>
      <pc:sldChg chg="add del">
        <pc:chgData name="한준 김" userId="7dd4edb89109a895" providerId="LiveId" clId="{B0EA322A-F585-4EE5-A004-E657958631F0}" dt="2024-04-26T07:28:32.087" v="4779" actId="2696"/>
        <pc:sldMkLst>
          <pc:docMk/>
          <pc:sldMk cId="132422586" sldId="1333"/>
        </pc:sldMkLst>
      </pc:sldChg>
      <pc:sldChg chg="add del">
        <pc:chgData name="한준 김" userId="7dd4edb89109a895" providerId="LiveId" clId="{B0EA322A-F585-4EE5-A004-E657958631F0}" dt="2024-01-26T05:02:54.207" v="547" actId="2696"/>
        <pc:sldMkLst>
          <pc:docMk/>
          <pc:sldMk cId="3654046557" sldId="1333"/>
        </pc:sldMkLst>
      </pc:sldChg>
      <pc:sldChg chg="modSp add del mod modTransition">
        <pc:chgData name="한준 김" userId="7dd4edb89109a895" providerId="LiveId" clId="{B0EA322A-F585-4EE5-A004-E657958631F0}" dt="2024-07-11T04:43:55.527" v="7808" actId="2696"/>
        <pc:sldMkLst>
          <pc:docMk/>
          <pc:sldMk cId="3899169922" sldId="1333"/>
        </pc:sldMkLst>
      </pc:sldChg>
      <pc:sldChg chg="add del">
        <pc:chgData name="한준 김" userId="7dd4edb89109a895" providerId="LiveId" clId="{B0EA322A-F585-4EE5-A004-E657958631F0}" dt="2024-02-29T06:44:54.530" v="2425" actId="2696"/>
        <pc:sldMkLst>
          <pc:docMk/>
          <pc:sldMk cId="85550161" sldId="1334"/>
        </pc:sldMkLst>
      </pc:sldChg>
      <pc:sldChg chg="add del">
        <pc:chgData name="한준 김" userId="7dd4edb89109a895" providerId="LiveId" clId="{B0EA322A-F585-4EE5-A004-E657958631F0}" dt="2024-02-29T06:44:37.619" v="2423"/>
        <pc:sldMkLst>
          <pc:docMk/>
          <pc:sldMk cId="1004544229" sldId="1334"/>
        </pc:sldMkLst>
      </pc:sldChg>
      <pc:sldChg chg="add del">
        <pc:chgData name="한준 김" userId="7dd4edb89109a895" providerId="LiveId" clId="{B0EA322A-F585-4EE5-A004-E657958631F0}" dt="2024-04-26T07:28:32.087" v="4779" actId="2696"/>
        <pc:sldMkLst>
          <pc:docMk/>
          <pc:sldMk cId="1804238241" sldId="1334"/>
        </pc:sldMkLst>
      </pc:sldChg>
      <pc:sldChg chg="add del">
        <pc:chgData name="한준 김" userId="7dd4edb89109a895" providerId="LiveId" clId="{B0EA322A-F585-4EE5-A004-E657958631F0}" dt="2024-02-29T06:44:32.946" v="2421" actId="2696"/>
        <pc:sldMkLst>
          <pc:docMk/>
          <pc:sldMk cId="3233235952" sldId="1334"/>
        </pc:sldMkLst>
      </pc:sldChg>
      <pc:sldChg chg="add del modTransition">
        <pc:chgData name="한준 김" userId="7dd4edb89109a895" providerId="LiveId" clId="{B0EA322A-F585-4EE5-A004-E657958631F0}" dt="2024-02-02T05:03:09.431" v="762" actId="2696"/>
        <pc:sldMkLst>
          <pc:docMk/>
          <pc:sldMk cId="3631742586" sldId="1334"/>
        </pc:sldMkLst>
      </pc:sldChg>
      <pc:sldChg chg="add del">
        <pc:chgData name="한준 김" userId="7dd4edb89109a895" providerId="LiveId" clId="{B0EA322A-F585-4EE5-A004-E657958631F0}" dt="2024-04-12T06:57:53.128" v="4439" actId="2696"/>
        <pc:sldMkLst>
          <pc:docMk/>
          <pc:sldMk cId="26593269" sldId="1335"/>
        </pc:sldMkLst>
      </pc:sldChg>
      <pc:sldChg chg="add del modTransition">
        <pc:chgData name="한준 김" userId="7dd4edb89109a895" providerId="LiveId" clId="{B0EA322A-F585-4EE5-A004-E657958631F0}" dt="2024-02-02T05:03:09.431" v="762" actId="2696"/>
        <pc:sldMkLst>
          <pc:docMk/>
          <pc:sldMk cId="94592943" sldId="1335"/>
        </pc:sldMkLst>
      </pc:sldChg>
      <pc:sldChg chg="add del modTransition setBg">
        <pc:chgData name="한준 김" userId="7dd4edb89109a895" providerId="LiveId" clId="{B0EA322A-F585-4EE5-A004-E657958631F0}" dt="2024-01-05T07:56:48.769" v="329" actId="2696"/>
        <pc:sldMkLst>
          <pc:docMk/>
          <pc:sldMk cId="2888395555" sldId="1335"/>
        </pc:sldMkLst>
      </pc:sldChg>
      <pc:sldChg chg="add del modTransition">
        <pc:chgData name="한준 김" userId="7dd4edb89109a895" providerId="LiveId" clId="{B0EA322A-F585-4EE5-A004-E657958631F0}" dt="2024-02-02T05:03:09.431" v="762" actId="2696"/>
        <pc:sldMkLst>
          <pc:docMk/>
          <pc:sldMk cId="345745670" sldId="1336"/>
        </pc:sldMkLst>
      </pc:sldChg>
      <pc:sldChg chg="add del">
        <pc:chgData name="한준 김" userId="7dd4edb89109a895" providerId="LiveId" clId="{B0EA322A-F585-4EE5-A004-E657958631F0}" dt="2024-02-29T06:45:24.499" v="2431"/>
        <pc:sldMkLst>
          <pc:docMk/>
          <pc:sldMk cId="366054463" sldId="1336"/>
        </pc:sldMkLst>
      </pc:sldChg>
      <pc:sldChg chg="add del modTransition setBg">
        <pc:chgData name="한준 김" userId="7dd4edb89109a895" providerId="LiveId" clId="{B0EA322A-F585-4EE5-A004-E657958631F0}" dt="2024-01-05T07:56:48.769" v="329" actId="2696"/>
        <pc:sldMkLst>
          <pc:docMk/>
          <pc:sldMk cId="1022861376" sldId="1336"/>
        </pc:sldMkLst>
      </pc:sldChg>
      <pc:sldChg chg="add del">
        <pc:chgData name="한준 김" userId="7dd4edb89109a895" providerId="LiveId" clId="{B0EA322A-F585-4EE5-A004-E657958631F0}" dt="2024-03-06T05:41:43.452" v="2687" actId="2696"/>
        <pc:sldMkLst>
          <pc:docMk/>
          <pc:sldMk cId="1819780422" sldId="1336"/>
        </pc:sldMkLst>
      </pc:sldChg>
      <pc:sldChg chg="add del">
        <pc:chgData name="한준 김" userId="7dd4edb89109a895" providerId="LiveId" clId="{B0EA322A-F585-4EE5-A004-E657958631F0}" dt="2024-04-12T06:57:53.128" v="4439" actId="2696"/>
        <pc:sldMkLst>
          <pc:docMk/>
          <pc:sldMk cId="2411705404" sldId="1336"/>
        </pc:sldMkLst>
      </pc:sldChg>
      <pc:sldChg chg="modSp add del mod modTransition">
        <pc:chgData name="한준 김" userId="7dd4edb89109a895" providerId="LiveId" clId="{B0EA322A-F585-4EE5-A004-E657958631F0}" dt="2024-07-11T04:43:55.527" v="7808" actId="2696"/>
        <pc:sldMkLst>
          <pc:docMk/>
          <pc:sldMk cId="3022131417" sldId="1336"/>
        </pc:sldMkLst>
      </pc:sldChg>
      <pc:sldChg chg="add del">
        <pc:chgData name="한준 김" userId="7dd4edb89109a895" providerId="LiveId" clId="{B0EA322A-F585-4EE5-A004-E657958631F0}" dt="2024-02-29T06:45:20.453" v="2429" actId="2696"/>
        <pc:sldMkLst>
          <pc:docMk/>
          <pc:sldMk cId="3066525178" sldId="1336"/>
        </pc:sldMkLst>
      </pc:sldChg>
      <pc:sldChg chg="modSp add del mod modTransition">
        <pc:chgData name="한준 김" userId="7dd4edb89109a895" providerId="LiveId" clId="{B0EA322A-F585-4EE5-A004-E657958631F0}" dt="2024-07-11T04:43:55.527" v="7808" actId="2696"/>
        <pc:sldMkLst>
          <pc:docMk/>
          <pc:sldMk cId="774936148" sldId="1337"/>
        </pc:sldMkLst>
      </pc:sldChg>
      <pc:sldChg chg="add del modTransition setBg">
        <pc:chgData name="한준 김" userId="7dd4edb89109a895" providerId="LiveId" clId="{B0EA322A-F585-4EE5-A004-E657958631F0}" dt="2024-01-05T07:56:48.769" v="329" actId="2696"/>
        <pc:sldMkLst>
          <pc:docMk/>
          <pc:sldMk cId="3981369764" sldId="1337"/>
        </pc:sldMkLst>
      </pc:sldChg>
      <pc:sldChg chg="add del">
        <pc:chgData name="한준 김" userId="7dd4edb89109a895" providerId="LiveId" clId="{B0EA322A-F585-4EE5-A004-E657958631F0}" dt="2024-04-12T06:57:53.128" v="4439" actId="2696"/>
        <pc:sldMkLst>
          <pc:docMk/>
          <pc:sldMk cId="4078830111" sldId="1337"/>
        </pc:sldMkLst>
      </pc:sldChg>
      <pc:sldChg chg="add del">
        <pc:chgData name="한준 김" userId="7dd4edb89109a895" providerId="LiveId" clId="{B0EA322A-F585-4EE5-A004-E657958631F0}" dt="2024-05-16T09:14:27.822" v="5397" actId="2696"/>
        <pc:sldMkLst>
          <pc:docMk/>
          <pc:sldMk cId="91723390" sldId="1338"/>
        </pc:sldMkLst>
      </pc:sldChg>
      <pc:sldChg chg="modSp add del mod">
        <pc:chgData name="한준 김" userId="7dd4edb89109a895" providerId="LiveId" clId="{B0EA322A-F585-4EE5-A004-E657958631F0}" dt="2024-02-08T04:26:46.447" v="1235" actId="2696"/>
        <pc:sldMkLst>
          <pc:docMk/>
          <pc:sldMk cId="2471484070" sldId="1338"/>
        </pc:sldMkLst>
      </pc:sldChg>
      <pc:sldChg chg="modSp add del mod modTransition">
        <pc:chgData name="한준 김" userId="7dd4edb89109a895" providerId="LiveId" clId="{B0EA322A-F585-4EE5-A004-E657958631F0}" dt="2024-07-11T04:43:55.527" v="7808" actId="2696"/>
        <pc:sldMkLst>
          <pc:docMk/>
          <pc:sldMk cId="2964999100" sldId="1338"/>
        </pc:sldMkLst>
      </pc:sldChg>
      <pc:sldChg chg="add del">
        <pc:chgData name="한준 김" userId="7dd4edb89109a895" providerId="LiveId" clId="{B0EA322A-F585-4EE5-A004-E657958631F0}" dt="2024-05-16T09:14:27.822" v="5397" actId="2696"/>
        <pc:sldMkLst>
          <pc:docMk/>
          <pc:sldMk cId="994212084" sldId="1339"/>
        </pc:sldMkLst>
      </pc:sldChg>
      <pc:sldChg chg="add del">
        <pc:chgData name="한준 김" userId="7dd4edb89109a895" providerId="LiveId" clId="{B0EA322A-F585-4EE5-A004-E657958631F0}" dt="2024-07-11T04:43:55.527" v="7808" actId="2696"/>
        <pc:sldMkLst>
          <pc:docMk/>
          <pc:sldMk cId="1949092155" sldId="1339"/>
        </pc:sldMkLst>
      </pc:sldChg>
      <pc:sldChg chg="modSp add del mod">
        <pc:chgData name="한준 김" userId="7dd4edb89109a895" providerId="LiveId" clId="{B0EA322A-F585-4EE5-A004-E657958631F0}" dt="2024-04-12T06:56:14.724" v="4431" actId="2696"/>
        <pc:sldMkLst>
          <pc:docMk/>
          <pc:sldMk cId="4252738567" sldId="1339"/>
        </pc:sldMkLst>
      </pc:sldChg>
      <pc:sldChg chg="add del">
        <pc:chgData name="한준 김" userId="7dd4edb89109a895" providerId="LiveId" clId="{B0EA322A-F585-4EE5-A004-E657958631F0}" dt="2024-05-16T09:14:27.822" v="5397" actId="2696"/>
        <pc:sldMkLst>
          <pc:docMk/>
          <pc:sldMk cId="2380786928" sldId="1340"/>
        </pc:sldMkLst>
      </pc:sldChg>
      <pc:sldChg chg="addSp delSp add del setBg delDesignElem">
        <pc:chgData name="한준 김" userId="7dd4edb89109a895" providerId="LiveId" clId="{B0EA322A-F585-4EE5-A004-E657958631F0}" dt="2024-07-06T05:51:43.993" v="7773" actId="2696"/>
        <pc:sldMkLst>
          <pc:docMk/>
          <pc:sldMk cId="3093150570" sldId="1340"/>
        </pc:sldMkLst>
      </pc:sldChg>
      <pc:sldChg chg="add del modTransition">
        <pc:chgData name="한준 김" userId="7dd4edb89109a895" providerId="LiveId" clId="{B0EA322A-F585-4EE5-A004-E657958631F0}" dt="2024-02-29T06:47:11.247" v="2446" actId="2696"/>
        <pc:sldMkLst>
          <pc:docMk/>
          <pc:sldMk cId="3124136746" sldId="1340"/>
        </pc:sldMkLst>
      </pc:sldChg>
      <pc:sldChg chg="add del">
        <pc:chgData name="한준 김" userId="7dd4edb89109a895" providerId="LiveId" clId="{B0EA322A-F585-4EE5-A004-E657958631F0}" dt="2024-04-12T06:56:14.724" v="4431" actId="2696"/>
        <pc:sldMkLst>
          <pc:docMk/>
          <pc:sldMk cId="3238211105" sldId="1340"/>
        </pc:sldMkLst>
      </pc:sldChg>
      <pc:sldChg chg="add del">
        <pc:chgData name="한준 김" userId="7dd4edb89109a895" providerId="LiveId" clId="{B0EA322A-F585-4EE5-A004-E657958631F0}" dt="2024-05-23T07:09:53.750" v="5546" actId="2696"/>
        <pc:sldMkLst>
          <pc:docMk/>
          <pc:sldMk cId="2147852231" sldId="1341"/>
        </pc:sldMkLst>
      </pc:sldChg>
      <pc:sldChg chg="modSp add del mod modTransition">
        <pc:chgData name="한준 김" userId="7dd4edb89109a895" providerId="LiveId" clId="{B0EA322A-F585-4EE5-A004-E657958631F0}" dt="2024-02-29T06:47:11.247" v="2446" actId="2696"/>
        <pc:sldMkLst>
          <pc:docMk/>
          <pc:sldMk cId="2890522046" sldId="1341"/>
        </pc:sldMkLst>
      </pc:sldChg>
      <pc:sldChg chg="addSp delSp add del setBg delDesignElem">
        <pc:chgData name="한준 김" userId="7dd4edb89109a895" providerId="LiveId" clId="{B0EA322A-F585-4EE5-A004-E657958631F0}" dt="2024-07-06T05:51:43.993" v="7773" actId="2696"/>
        <pc:sldMkLst>
          <pc:docMk/>
          <pc:sldMk cId="3432472885" sldId="1341"/>
        </pc:sldMkLst>
      </pc:sldChg>
      <pc:sldChg chg="add del">
        <pc:chgData name="한준 김" userId="7dd4edb89109a895" providerId="LiveId" clId="{B0EA322A-F585-4EE5-A004-E657958631F0}" dt="2024-04-18T04:38:10.719" v="4614" actId="2696"/>
        <pc:sldMkLst>
          <pc:docMk/>
          <pc:sldMk cId="954048599" sldId="1342"/>
        </pc:sldMkLst>
      </pc:sldChg>
      <pc:sldChg chg="add del">
        <pc:chgData name="한준 김" userId="7dd4edb89109a895" providerId="LiveId" clId="{B0EA322A-F585-4EE5-A004-E657958631F0}" dt="2024-04-12T06:56:46.447" v="4437" actId="2696"/>
        <pc:sldMkLst>
          <pc:docMk/>
          <pc:sldMk cId="1483925641" sldId="1342"/>
        </pc:sldMkLst>
      </pc:sldChg>
      <pc:sldChg chg="add del">
        <pc:chgData name="한준 김" userId="7dd4edb89109a895" providerId="LiveId" clId="{B0EA322A-F585-4EE5-A004-E657958631F0}" dt="2024-05-23T07:09:53.750" v="5546" actId="2696"/>
        <pc:sldMkLst>
          <pc:docMk/>
          <pc:sldMk cId="3736722413" sldId="1342"/>
        </pc:sldMkLst>
      </pc:sldChg>
      <pc:sldChg chg="add del">
        <pc:chgData name="한준 김" userId="7dd4edb89109a895" providerId="LiveId" clId="{B0EA322A-F585-4EE5-A004-E657958631F0}" dt="2024-03-06T05:43:11.063" v="2707" actId="2696"/>
        <pc:sldMkLst>
          <pc:docMk/>
          <pc:sldMk cId="677124376" sldId="1343"/>
        </pc:sldMkLst>
      </pc:sldChg>
      <pc:sldChg chg="add del">
        <pc:chgData name="한준 김" userId="7dd4edb89109a895" providerId="LiveId" clId="{B0EA322A-F585-4EE5-A004-E657958631F0}" dt="2024-04-18T04:38:10.719" v="4614" actId="2696"/>
        <pc:sldMkLst>
          <pc:docMk/>
          <pc:sldMk cId="1119026021" sldId="1343"/>
        </pc:sldMkLst>
      </pc:sldChg>
      <pc:sldChg chg="add del">
        <pc:chgData name="한준 김" userId="7dd4edb89109a895" providerId="LiveId" clId="{B0EA322A-F585-4EE5-A004-E657958631F0}" dt="2024-05-23T07:09:53.750" v="5546" actId="2696"/>
        <pc:sldMkLst>
          <pc:docMk/>
          <pc:sldMk cId="1840830607" sldId="1343"/>
        </pc:sldMkLst>
      </pc:sldChg>
      <pc:sldChg chg="delSp modSp add del mod delAnim">
        <pc:chgData name="한준 김" userId="7dd4edb89109a895" providerId="LiveId" clId="{B0EA322A-F585-4EE5-A004-E657958631F0}" dt="2024-07-11T04:43:55.527" v="7808" actId="2696"/>
        <pc:sldMkLst>
          <pc:docMk/>
          <pc:sldMk cId="2353319718" sldId="1343"/>
        </pc:sldMkLst>
      </pc:sldChg>
      <pc:sldChg chg="add del modTransition">
        <pc:chgData name="한준 김" userId="7dd4edb89109a895" providerId="LiveId" clId="{B0EA322A-F585-4EE5-A004-E657958631F0}" dt="2024-05-28T06:20:43.861" v="5705" actId="2696"/>
        <pc:sldMkLst>
          <pc:docMk/>
          <pc:sldMk cId="92643805" sldId="1344"/>
        </pc:sldMkLst>
      </pc:sldChg>
      <pc:sldChg chg="modSp add del mod">
        <pc:chgData name="한준 김" userId="7dd4edb89109a895" providerId="LiveId" clId="{B0EA322A-F585-4EE5-A004-E657958631F0}" dt="2024-03-06T05:43:11.063" v="2707" actId="2696"/>
        <pc:sldMkLst>
          <pc:docMk/>
          <pc:sldMk cId="3256514498" sldId="1344"/>
        </pc:sldMkLst>
      </pc:sldChg>
      <pc:sldChg chg="add del">
        <pc:chgData name="한준 김" userId="7dd4edb89109a895" providerId="LiveId" clId="{B0EA322A-F585-4EE5-A004-E657958631F0}" dt="2024-04-18T04:38:48.678" v="4622"/>
        <pc:sldMkLst>
          <pc:docMk/>
          <pc:sldMk cId="870899916" sldId="1345"/>
        </pc:sldMkLst>
      </pc:sldChg>
      <pc:sldChg chg="add del modTransition">
        <pc:chgData name="한준 김" userId="7dd4edb89109a895" providerId="LiveId" clId="{B0EA322A-F585-4EE5-A004-E657958631F0}" dt="2024-05-28T06:20:43.861" v="5705" actId="2696"/>
        <pc:sldMkLst>
          <pc:docMk/>
          <pc:sldMk cId="2750232031" sldId="1345"/>
        </pc:sldMkLst>
      </pc:sldChg>
      <pc:sldChg chg="add del">
        <pc:chgData name="한준 김" userId="7dd4edb89109a895" providerId="LiveId" clId="{B0EA322A-F585-4EE5-A004-E657958631F0}" dt="2024-04-26T07:26:54.826" v="4742" actId="2696"/>
        <pc:sldMkLst>
          <pc:docMk/>
          <pc:sldMk cId="3360670375" sldId="1345"/>
        </pc:sldMkLst>
      </pc:sldChg>
      <pc:sldChg chg="add del">
        <pc:chgData name="한준 김" userId="7dd4edb89109a895" providerId="LiveId" clId="{B0EA322A-F585-4EE5-A004-E657958631F0}" dt="2024-04-18T04:38:42.504" v="4620" actId="2696"/>
        <pc:sldMkLst>
          <pc:docMk/>
          <pc:sldMk cId="3505041011" sldId="1345"/>
        </pc:sldMkLst>
      </pc:sldChg>
      <pc:sldChg chg="modSp add del mod">
        <pc:chgData name="한준 김" userId="7dd4edb89109a895" providerId="LiveId" clId="{B0EA322A-F585-4EE5-A004-E657958631F0}" dt="2024-03-06T05:43:11.063" v="2707" actId="2696"/>
        <pc:sldMkLst>
          <pc:docMk/>
          <pc:sldMk cId="4120554405" sldId="1345"/>
        </pc:sldMkLst>
      </pc:sldChg>
      <pc:sldChg chg="add del">
        <pc:chgData name="한준 김" userId="7dd4edb89109a895" providerId="LiveId" clId="{B0EA322A-F585-4EE5-A004-E657958631F0}" dt="2024-04-26T07:26:54.826" v="4742" actId="2696"/>
        <pc:sldMkLst>
          <pc:docMk/>
          <pc:sldMk cId="2090124640" sldId="1346"/>
        </pc:sldMkLst>
      </pc:sldChg>
      <pc:sldChg chg="add del modTransition">
        <pc:chgData name="한준 김" userId="7dd4edb89109a895" providerId="LiveId" clId="{B0EA322A-F585-4EE5-A004-E657958631F0}" dt="2024-05-28T06:20:43.861" v="5705" actId="2696"/>
        <pc:sldMkLst>
          <pc:docMk/>
          <pc:sldMk cId="2749959117" sldId="1346"/>
        </pc:sldMkLst>
      </pc:sldChg>
      <pc:sldChg chg="add del">
        <pc:chgData name="한준 김" userId="7dd4edb89109a895" providerId="LiveId" clId="{B0EA322A-F585-4EE5-A004-E657958631F0}" dt="2024-06-14T05:19:10.027" v="6309" actId="2696"/>
        <pc:sldMkLst>
          <pc:docMk/>
          <pc:sldMk cId="1680539963" sldId="1347"/>
        </pc:sldMkLst>
      </pc:sldChg>
      <pc:sldChg chg="add del ord">
        <pc:chgData name="한준 김" userId="7dd4edb89109a895" providerId="LiveId" clId="{B0EA322A-F585-4EE5-A004-E657958631F0}" dt="2024-03-16T05:16:55.132" v="3030" actId="2696"/>
        <pc:sldMkLst>
          <pc:docMk/>
          <pc:sldMk cId="1902293868" sldId="1347"/>
        </pc:sldMkLst>
      </pc:sldChg>
      <pc:sldChg chg="add del">
        <pc:chgData name="한준 김" userId="7dd4edb89109a895" providerId="LiveId" clId="{B0EA322A-F585-4EE5-A004-E657958631F0}" dt="2024-03-06T05:44:47.178" v="2716" actId="2696"/>
        <pc:sldMkLst>
          <pc:docMk/>
          <pc:sldMk cId="3176115791" sldId="1348"/>
        </pc:sldMkLst>
      </pc:sldChg>
      <pc:sldChg chg="add del">
        <pc:chgData name="한준 김" userId="7dd4edb89109a895" providerId="LiveId" clId="{B0EA322A-F585-4EE5-A004-E657958631F0}" dt="2024-06-14T05:19:10.027" v="6309" actId="2696"/>
        <pc:sldMkLst>
          <pc:docMk/>
          <pc:sldMk cId="4112365662" sldId="1348"/>
        </pc:sldMkLst>
      </pc:sldChg>
      <pc:sldChg chg="add del">
        <pc:chgData name="한준 김" userId="7dd4edb89109a895" providerId="LiveId" clId="{B0EA322A-F585-4EE5-A004-E657958631F0}" dt="2024-06-14T05:19:10.027" v="6309" actId="2696"/>
        <pc:sldMkLst>
          <pc:docMk/>
          <pc:sldMk cId="289536545" sldId="1349"/>
        </pc:sldMkLst>
      </pc:sldChg>
      <pc:sldChg chg="modSp add del mod modTransition">
        <pc:chgData name="한준 김" userId="7dd4edb89109a895" providerId="LiveId" clId="{B0EA322A-F585-4EE5-A004-E657958631F0}" dt="2024-02-29T06:47:11.247" v="2446" actId="2696"/>
        <pc:sldMkLst>
          <pc:docMk/>
          <pc:sldMk cId="3979019809" sldId="1349"/>
        </pc:sldMkLst>
      </pc:sldChg>
      <pc:sldChg chg="add del">
        <pc:chgData name="한준 김" userId="7dd4edb89109a895" providerId="LiveId" clId="{B0EA322A-F585-4EE5-A004-E657958631F0}" dt="2024-06-20T04:44:52.275" v="6698" actId="2696"/>
        <pc:sldMkLst>
          <pc:docMk/>
          <pc:sldMk cId="1626130353" sldId="1350"/>
        </pc:sldMkLst>
      </pc:sldChg>
      <pc:sldChg chg="add del">
        <pc:chgData name="한준 김" userId="7dd4edb89109a895" providerId="LiveId" clId="{B0EA322A-F585-4EE5-A004-E657958631F0}" dt="2024-04-05T02:28:28.429" v="4023" actId="47"/>
        <pc:sldMkLst>
          <pc:docMk/>
          <pc:sldMk cId="2417607659" sldId="1350"/>
        </pc:sldMkLst>
      </pc:sldChg>
      <pc:sldChg chg="add del">
        <pc:chgData name="한준 김" userId="7dd4edb89109a895" providerId="LiveId" clId="{B0EA322A-F585-4EE5-A004-E657958631F0}" dt="2024-04-05T02:28:30.877" v="4024" actId="47"/>
        <pc:sldMkLst>
          <pc:docMk/>
          <pc:sldMk cId="1761757255" sldId="1351"/>
        </pc:sldMkLst>
      </pc:sldChg>
      <pc:sldChg chg="modSp add del mod">
        <pc:chgData name="한준 김" userId="7dd4edb89109a895" providerId="LiveId" clId="{B0EA322A-F585-4EE5-A004-E657958631F0}" dt="2024-06-20T04:44:52.275" v="6698" actId="2696"/>
        <pc:sldMkLst>
          <pc:docMk/>
          <pc:sldMk cId="3001851126" sldId="1351"/>
        </pc:sldMkLst>
      </pc:sldChg>
      <pc:sldChg chg="modSp add del mod">
        <pc:chgData name="한준 김" userId="7dd4edb89109a895" providerId="LiveId" clId="{B0EA322A-F585-4EE5-A004-E657958631F0}" dt="2024-04-12T06:57:53.128" v="4439" actId="2696"/>
        <pc:sldMkLst>
          <pc:docMk/>
          <pc:sldMk cId="875444889" sldId="1352"/>
        </pc:sldMkLst>
      </pc:sldChg>
      <pc:sldChg chg="add del">
        <pc:chgData name="한준 김" userId="7dd4edb89109a895" providerId="LiveId" clId="{B0EA322A-F585-4EE5-A004-E657958631F0}" dt="2024-06-20T04:44:52.275" v="6698" actId="2696"/>
        <pc:sldMkLst>
          <pc:docMk/>
          <pc:sldMk cId="2705457229" sldId="1352"/>
        </pc:sldMkLst>
      </pc:sldChg>
      <pc:sldChg chg="modSp mod">
        <pc:chgData name="한준 김" userId="7dd4edb89109a895" providerId="LiveId" clId="{B0EA322A-F585-4EE5-A004-E657958631F0}" dt="2024-07-20T05:33:59.559" v="8959" actId="20577"/>
        <pc:sldMkLst>
          <pc:docMk/>
          <pc:sldMk cId="0" sldId="1355"/>
        </pc:sldMkLst>
      </pc:sldChg>
      <pc:sldChg chg="ord">
        <pc:chgData name="한준 김" userId="7dd4edb89109a895" providerId="LiveId" clId="{B0EA322A-F585-4EE5-A004-E657958631F0}" dt="2024-06-26T05:39:33.016" v="7042"/>
        <pc:sldMkLst>
          <pc:docMk/>
          <pc:sldMk cId="2493788336" sldId="1357"/>
        </pc:sldMkLst>
      </pc:sldChg>
      <pc:sldChg chg="addSp delSp modSp add del mod">
        <pc:chgData name="한준 김" userId="7dd4edb89109a895" providerId="LiveId" clId="{B0EA322A-F585-4EE5-A004-E657958631F0}" dt="2024-07-19T05:50:46.638" v="8724" actId="20577"/>
        <pc:sldMkLst>
          <pc:docMk/>
          <pc:sldMk cId="2121473090" sldId="1358"/>
        </pc:sldMkLst>
      </pc:sldChg>
      <pc:sldChg chg="add del modTransition">
        <pc:chgData name="한준 김" userId="7dd4edb89109a895" providerId="LiveId" clId="{B0EA322A-F585-4EE5-A004-E657958631F0}" dt="2024-04-05T02:26:06.226" v="4015" actId="2696"/>
        <pc:sldMkLst>
          <pc:docMk/>
          <pc:sldMk cId="1626776222" sldId="1359"/>
        </pc:sldMkLst>
      </pc:sldChg>
      <pc:sldChg chg="add del modTransition">
        <pc:chgData name="한준 김" userId="7dd4edb89109a895" providerId="LiveId" clId="{B0EA322A-F585-4EE5-A004-E657958631F0}" dt="2024-04-05T02:26:06.226" v="4015" actId="2696"/>
        <pc:sldMkLst>
          <pc:docMk/>
          <pc:sldMk cId="2154897094" sldId="1360"/>
        </pc:sldMkLst>
      </pc:sldChg>
      <pc:sldChg chg="add del modTransition">
        <pc:chgData name="한준 김" userId="7dd4edb89109a895" providerId="LiveId" clId="{B0EA322A-F585-4EE5-A004-E657958631F0}" dt="2024-04-05T02:26:06.226" v="4015" actId="2696"/>
        <pc:sldMkLst>
          <pc:docMk/>
          <pc:sldMk cId="4252891721" sldId="1361"/>
        </pc:sldMkLst>
      </pc:sldChg>
      <pc:sldChg chg="add del">
        <pc:chgData name="한준 김" userId="7dd4edb89109a895" providerId="LiveId" clId="{B0EA322A-F585-4EE5-A004-E657958631F0}" dt="2024-04-18T04:38:10.719" v="4614" actId="2696"/>
        <pc:sldMkLst>
          <pc:docMk/>
          <pc:sldMk cId="1148797377" sldId="1362"/>
        </pc:sldMkLst>
      </pc:sldChg>
      <pc:sldChg chg="add del">
        <pc:chgData name="한준 김" userId="7dd4edb89109a895" providerId="LiveId" clId="{B0EA322A-F585-4EE5-A004-E657958631F0}" dt="2024-05-10T07:43:37.483" v="5176" actId="2696"/>
        <pc:sldMkLst>
          <pc:docMk/>
          <pc:sldMk cId="3436985641" sldId="1362"/>
        </pc:sldMkLst>
      </pc:sldChg>
      <pc:sldChg chg="add del">
        <pc:chgData name="한준 김" userId="7dd4edb89109a895" providerId="LiveId" clId="{B0EA322A-F585-4EE5-A004-E657958631F0}" dt="2024-04-18T04:38:10.719" v="4614" actId="2696"/>
        <pc:sldMkLst>
          <pc:docMk/>
          <pc:sldMk cId="1312406509" sldId="1363"/>
        </pc:sldMkLst>
      </pc:sldChg>
      <pc:sldChg chg="add del">
        <pc:chgData name="한준 김" userId="7dd4edb89109a895" providerId="LiveId" clId="{B0EA322A-F585-4EE5-A004-E657958631F0}" dt="2024-05-10T07:43:37.483" v="5176" actId="2696"/>
        <pc:sldMkLst>
          <pc:docMk/>
          <pc:sldMk cId="2726549651" sldId="1363"/>
        </pc:sldMkLst>
      </pc:sldChg>
      <pc:sldChg chg="add del">
        <pc:chgData name="한준 김" userId="7dd4edb89109a895" providerId="LiveId" clId="{B0EA322A-F585-4EE5-A004-E657958631F0}" dt="2024-04-18T04:38:10.719" v="4614" actId="2696"/>
        <pc:sldMkLst>
          <pc:docMk/>
          <pc:sldMk cId="987500616" sldId="1364"/>
        </pc:sldMkLst>
      </pc:sldChg>
      <pc:sldChg chg="add del">
        <pc:chgData name="한준 김" userId="7dd4edb89109a895" providerId="LiveId" clId="{B0EA322A-F585-4EE5-A004-E657958631F0}" dt="2024-05-10T07:43:37.483" v="5176" actId="2696"/>
        <pc:sldMkLst>
          <pc:docMk/>
          <pc:sldMk cId="4037461716" sldId="1364"/>
        </pc:sldMkLst>
      </pc:sldChg>
      <pc:sldChg chg="add del">
        <pc:chgData name="한준 김" userId="7dd4edb89109a895" providerId="LiveId" clId="{B0EA322A-F585-4EE5-A004-E657958631F0}" dt="2024-04-26T07:26:54.826" v="4742" actId="2696"/>
        <pc:sldMkLst>
          <pc:docMk/>
          <pc:sldMk cId="399822637" sldId="1369"/>
        </pc:sldMkLst>
      </pc:sldChg>
      <pc:sldChg chg="add del">
        <pc:chgData name="한준 김" userId="7dd4edb89109a895" providerId="LiveId" clId="{B0EA322A-F585-4EE5-A004-E657958631F0}" dt="2024-04-26T07:26:54.826" v="4742" actId="2696"/>
        <pc:sldMkLst>
          <pc:docMk/>
          <pc:sldMk cId="2119364609" sldId="1370"/>
        </pc:sldMkLst>
      </pc:sldChg>
      <pc:sldChg chg="modSp add del mod ord">
        <pc:chgData name="한준 김" userId="7dd4edb89109a895" providerId="LiveId" clId="{B0EA322A-F585-4EE5-A004-E657958631F0}" dt="2024-07-19T05:47:29.725" v="8618" actId="20577"/>
        <pc:sldMkLst>
          <pc:docMk/>
          <pc:sldMk cId="2072769587" sldId="1371"/>
        </pc:sldMkLst>
      </pc:sldChg>
      <pc:sldChg chg="add del modTransition">
        <pc:chgData name="한준 김" userId="7dd4edb89109a895" providerId="LiveId" clId="{B0EA322A-F585-4EE5-A004-E657958631F0}" dt="2024-05-28T06:20:43.861" v="5705" actId="2696"/>
        <pc:sldMkLst>
          <pc:docMk/>
          <pc:sldMk cId="278820314" sldId="1372"/>
        </pc:sldMkLst>
      </pc:sldChg>
      <pc:sldChg chg="add del">
        <pc:chgData name="한준 김" userId="7dd4edb89109a895" providerId="LiveId" clId="{B0EA322A-F585-4EE5-A004-E657958631F0}" dt="2024-04-26T07:26:54.826" v="4742" actId="2696"/>
        <pc:sldMkLst>
          <pc:docMk/>
          <pc:sldMk cId="4170055479" sldId="1372"/>
        </pc:sldMkLst>
      </pc:sldChg>
      <pc:sldChg chg="modSp add del mod">
        <pc:chgData name="한준 김" userId="7dd4edb89109a895" providerId="LiveId" clId="{B0EA322A-F585-4EE5-A004-E657958631F0}" dt="2024-06-20T04:44:52.275" v="6698" actId="2696"/>
        <pc:sldMkLst>
          <pc:docMk/>
          <pc:sldMk cId="2678293595" sldId="1377"/>
        </pc:sldMkLst>
      </pc:sldChg>
      <pc:sldChg chg="modSp add del mod">
        <pc:chgData name="한준 김" userId="7dd4edb89109a895" providerId="LiveId" clId="{B0EA322A-F585-4EE5-A004-E657958631F0}" dt="2024-06-14T05:25:39.270" v="6438" actId="2696"/>
        <pc:sldMkLst>
          <pc:docMk/>
          <pc:sldMk cId="2206248653" sldId="1378"/>
        </pc:sldMkLst>
      </pc:sldChg>
      <pc:sldChg chg="add del">
        <pc:chgData name="한준 김" userId="7dd4edb89109a895" providerId="LiveId" clId="{B0EA322A-F585-4EE5-A004-E657958631F0}" dt="2024-05-02T06:51:47.258" v="4875" actId="2696"/>
        <pc:sldMkLst>
          <pc:docMk/>
          <pc:sldMk cId="3805705562" sldId="1378"/>
        </pc:sldMkLst>
      </pc:sldChg>
      <pc:sldChg chg="add del">
        <pc:chgData name="한준 김" userId="7dd4edb89109a895" providerId="LiveId" clId="{B0EA322A-F585-4EE5-A004-E657958631F0}" dt="2024-05-02T06:51:47.258" v="4875" actId="2696"/>
        <pc:sldMkLst>
          <pc:docMk/>
          <pc:sldMk cId="2325354872" sldId="1379"/>
        </pc:sldMkLst>
      </pc:sldChg>
      <pc:sldChg chg="add del modTransition">
        <pc:chgData name="한준 김" userId="7dd4edb89109a895" providerId="LiveId" clId="{B0EA322A-F585-4EE5-A004-E657958631F0}" dt="2024-03-28T05:07:46.760" v="3613" actId="2696"/>
        <pc:sldMkLst>
          <pc:docMk/>
          <pc:sldMk cId="3197100279" sldId="1379"/>
        </pc:sldMkLst>
      </pc:sldChg>
      <pc:sldChg chg="add del modTransition">
        <pc:chgData name="한준 김" userId="7dd4edb89109a895" providerId="LiveId" clId="{B0EA322A-F585-4EE5-A004-E657958631F0}" dt="2024-03-22T15:00:06.992" v="3427" actId="47"/>
        <pc:sldMkLst>
          <pc:docMk/>
          <pc:sldMk cId="51849148" sldId="1380"/>
        </pc:sldMkLst>
      </pc:sldChg>
      <pc:sldChg chg="add del">
        <pc:chgData name="한준 김" userId="7dd4edb89109a895" providerId="LiveId" clId="{B0EA322A-F585-4EE5-A004-E657958631F0}" dt="2024-05-02T06:51:47.258" v="4875" actId="2696"/>
        <pc:sldMkLst>
          <pc:docMk/>
          <pc:sldMk cId="572801239" sldId="1380"/>
        </pc:sldMkLst>
      </pc:sldChg>
      <pc:sldChg chg="add del ord">
        <pc:chgData name="한준 김" userId="7dd4edb89109a895" providerId="LiveId" clId="{B0EA322A-F585-4EE5-A004-E657958631F0}" dt="2024-04-05T02:26:06.226" v="4015" actId="2696"/>
        <pc:sldMkLst>
          <pc:docMk/>
          <pc:sldMk cId="1602063848" sldId="1381"/>
        </pc:sldMkLst>
      </pc:sldChg>
      <pc:sldChg chg="add del">
        <pc:chgData name="한준 김" userId="7dd4edb89109a895" providerId="LiveId" clId="{B0EA322A-F585-4EE5-A004-E657958631F0}" dt="2024-05-02T06:58:28.378" v="4936"/>
        <pc:sldMkLst>
          <pc:docMk/>
          <pc:sldMk cId="1126620534" sldId="1382"/>
        </pc:sldMkLst>
      </pc:sldChg>
      <pc:sldChg chg="add del">
        <pc:chgData name="한준 김" userId="7dd4edb89109a895" providerId="LiveId" clId="{B0EA322A-F585-4EE5-A004-E657958631F0}" dt="2024-05-02T06:58:28.378" v="4936"/>
        <pc:sldMkLst>
          <pc:docMk/>
          <pc:sldMk cId="3486340102" sldId="1383"/>
        </pc:sldMkLst>
      </pc:sldChg>
      <pc:sldChg chg="add del">
        <pc:chgData name="한준 김" userId="7dd4edb89109a895" providerId="LiveId" clId="{B0EA322A-F585-4EE5-A004-E657958631F0}" dt="2024-05-16T09:12:00.161" v="5377" actId="2696"/>
        <pc:sldMkLst>
          <pc:docMk/>
          <pc:sldMk cId="3308570407" sldId="1387"/>
        </pc:sldMkLst>
      </pc:sldChg>
      <pc:sldChg chg="add del">
        <pc:chgData name="한준 김" userId="7dd4edb89109a895" providerId="LiveId" clId="{B0EA322A-F585-4EE5-A004-E657958631F0}" dt="2024-07-11T04:54:15.078" v="7885" actId="47"/>
        <pc:sldMkLst>
          <pc:docMk/>
          <pc:sldMk cId="884988809" sldId="1388"/>
        </pc:sldMkLst>
      </pc:sldChg>
      <pc:sldChg chg="add del">
        <pc:chgData name="한준 김" userId="7dd4edb89109a895" providerId="LiveId" clId="{B0EA322A-F585-4EE5-A004-E657958631F0}" dt="2024-05-16T09:12:00.161" v="5377" actId="2696"/>
        <pc:sldMkLst>
          <pc:docMk/>
          <pc:sldMk cId="2395753029" sldId="1390"/>
        </pc:sldMkLst>
      </pc:sldChg>
      <pc:sldChg chg="add del">
        <pc:chgData name="한준 김" userId="7dd4edb89109a895" providerId="LiveId" clId="{B0EA322A-F585-4EE5-A004-E657958631F0}" dt="2024-05-16T09:12:00.161" v="5377" actId="2696"/>
        <pc:sldMkLst>
          <pc:docMk/>
          <pc:sldMk cId="4219986708" sldId="1392"/>
        </pc:sldMkLst>
      </pc:sldChg>
      <pc:sldChg chg="add del">
        <pc:chgData name="한준 김" userId="7dd4edb89109a895" providerId="LiveId" clId="{B0EA322A-F585-4EE5-A004-E657958631F0}" dt="2024-05-16T09:12:00.161" v="5377" actId="2696"/>
        <pc:sldMkLst>
          <pc:docMk/>
          <pc:sldMk cId="2523320041" sldId="1396"/>
        </pc:sldMkLst>
      </pc:sldChg>
      <pc:sldChg chg="modSp add del mod">
        <pc:chgData name="한준 김" userId="7dd4edb89109a895" providerId="LiveId" clId="{B0EA322A-F585-4EE5-A004-E657958631F0}" dt="2024-05-23T07:06:28.268" v="5529" actId="2696"/>
        <pc:sldMkLst>
          <pc:docMk/>
          <pc:sldMk cId="4092911523" sldId="1398"/>
        </pc:sldMkLst>
      </pc:sldChg>
      <pc:sldChg chg="add del">
        <pc:chgData name="한준 김" userId="7dd4edb89109a895" providerId="LiveId" clId="{B0EA322A-F585-4EE5-A004-E657958631F0}" dt="2024-05-23T07:06:28.268" v="5529" actId="2696"/>
        <pc:sldMkLst>
          <pc:docMk/>
          <pc:sldMk cId="3893622681" sldId="1399"/>
        </pc:sldMkLst>
      </pc:sldChg>
      <pc:sldChg chg="add del modTransition">
        <pc:chgData name="한준 김" userId="7dd4edb89109a895" providerId="LiveId" clId="{B0EA322A-F585-4EE5-A004-E657958631F0}" dt="2024-05-28T06:16:40.823" v="5665" actId="2696"/>
        <pc:sldMkLst>
          <pc:docMk/>
          <pc:sldMk cId="3367885202" sldId="1411"/>
        </pc:sldMkLst>
      </pc:sldChg>
      <pc:sldChg chg="add del modTransition">
        <pc:chgData name="한준 김" userId="7dd4edb89109a895" providerId="LiveId" clId="{B0EA322A-F585-4EE5-A004-E657958631F0}" dt="2024-05-28T06:16:40.823" v="5665" actId="2696"/>
        <pc:sldMkLst>
          <pc:docMk/>
          <pc:sldMk cId="223849470" sldId="1412"/>
        </pc:sldMkLst>
      </pc:sldChg>
      <pc:sldChg chg="add del">
        <pc:chgData name="한준 김" userId="7dd4edb89109a895" providerId="LiveId" clId="{B0EA322A-F585-4EE5-A004-E657958631F0}" dt="2024-06-14T05:14:37.085" v="6252" actId="2696"/>
        <pc:sldMkLst>
          <pc:docMk/>
          <pc:sldMk cId="2024258830" sldId="1415"/>
        </pc:sldMkLst>
      </pc:sldChg>
      <pc:sldChg chg="add del">
        <pc:chgData name="한준 김" userId="7dd4edb89109a895" providerId="LiveId" clId="{B0EA322A-F585-4EE5-A004-E657958631F0}" dt="2024-06-05T06:34:51.381" v="5886" actId="2696"/>
        <pc:sldMkLst>
          <pc:docMk/>
          <pc:sldMk cId="1576429943" sldId="1416"/>
        </pc:sldMkLst>
      </pc:sldChg>
      <pc:sldChg chg="add del">
        <pc:chgData name="한준 김" userId="7dd4edb89109a895" providerId="LiveId" clId="{B0EA322A-F585-4EE5-A004-E657958631F0}" dt="2024-06-05T06:34:55.526" v="5888"/>
        <pc:sldMkLst>
          <pc:docMk/>
          <pc:sldMk cId="2314620770" sldId="1416"/>
        </pc:sldMkLst>
      </pc:sldChg>
      <pc:sldChg chg="add del">
        <pc:chgData name="한준 김" userId="7dd4edb89109a895" providerId="LiveId" clId="{B0EA322A-F585-4EE5-A004-E657958631F0}" dt="2024-06-14T05:14:37.085" v="6252" actId="2696"/>
        <pc:sldMkLst>
          <pc:docMk/>
          <pc:sldMk cId="4250167735" sldId="1416"/>
        </pc:sldMkLst>
      </pc:sldChg>
      <pc:sldChg chg="modSp add del mod">
        <pc:chgData name="한준 김" userId="7dd4edb89109a895" providerId="LiveId" clId="{B0EA322A-F585-4EE5-A004-E657958631F0}" dt="2024-06-20T04:42:42.220" v="6682" actId="2696"/>
        <pc:sldMkLst>
          <pc:docMk/>
          <pc:sldMk cId="1529021750" sldId="1420"/>
        </pc:sldMkLst>
      </pc:sldChg>
      <pc:sldChg chg="add del">
        <pc:chgData name="한준 김" userId="7dd4edb89109a895" providerId="LiveId" clId="{B0EA322A-F585-4EE5-A004-E657958631F0}" dt="2024-06-20T04:42:42.220" v="6682" actId="2696"/>
        <pc:sldMkLst>
          <pc:docMk/>
          <pc:sldMk cId="923847811" sldId="1421"/>
        </pc:sldMkLst>
      </pc:sldChg>
      <pc:sldChg chg="add del">
        <pc:chgData name="한준 김" userId="7dd4edb89109a895" providerId="LiveId" clId="{B0EA322A-F585-4EE5-A004-E657958631F0}" dt="2024-06-05T06:33:47.217" v="5847" actId="2696"/>
        <pc:sldMkLst>
          <pc:docMk/>
          <pc:sldMk cId="630438518" sldId="1424"/>
        </pc:sldMkLst>
      </pc:sldChg>
      <pc:sldChg chg="add del">
        <pc:chgData name="한준 김" userId="7dd4edb89109a895" providerId="LiveId" clId="{B0EA322A-F585-4EE5-A004-E657958631F0}" dt="2024-05-28T06:17:34.727" v="5693"/>
        <pc:sldMkLst>
          <pc:docMk/>
          <pc:sldMk cId="644358346" sldId="1424"/>
        </pc:sldMkLst>
      </pc:sldChg>
      <pc:sldChg chg="add del">
        <pc:chgData name="한준 김" userId="7dd4edb89109a895" providerId="LiveId" clId="{B0EA322A-F585-4EE5-A004-E657958631F0}" dt="2024-05-28T06:17:30.092" v="5691" actId="2696"/>
        <pc:sldMkLst>
          <pc:docMk/>
          <pc:sldMk cId="1497314236" sldId="1424"/>
        </pc:sldMkLst>
      </pc:sldChg>
      <pc:sldChg chg="add del">
        <pc:chgData name="한준 김" userId="7dd4edb89109a895" providerId="LiveId" clId="{B0EA322A-F585-4EE5-A004-E657958631F0}" dt="2024-06-05T06:34:51.381" v="5886" actId="2696"/>
        <pc:sldMkLst>
          <pc:docMk/>
          <pc:sldMk cId="1426724226" sldId="1426"/>
        </pc:sldMkLst>
      </pc:sldChg>
      <pc:sldChg chg="add del">
        <pc:chgData name="한준 김" userId="7dd4edb89109a895" providerId="LiveId" clId="{B0EA322A-F585-4EE5-A004-E657958631F0}" dt="2024-06-05T06:34:55.526" v="5888"/>
        <pc:sldMkLst>
          <pc:docMk/>
          <pc:sldMk cId="3165488861" sldId="1426"/>
        </pc:sldMkLst>
      </pc:sldChg>
      <pc:sldChg chg="add del">
        <pc:chgData name="한준 김" userId="7dd4edb89109a895" providerId="LiveId" clId="{B0EA322A-F585-4EE5-A004-E657958631F0}" dt="2024-06-14T05:14:37.085" v="6252" actId="2696"/>
        <pc:sldMkLst>
          <pc:docMk/>
          <pc:sldMk cId="3995392613" sldId="1426"/>
        </pc:sldMkLst>
      </pc:sldChg>
      <pc:sldChg chg="add del">
        <pc:chgData name="한준 김" userId="7dd4edb89109a895" providerId="LiveId" clId="{B0EA322A-F585-4EE5-A004-E657958631F0}" dt="2024-06-14T05:14:37.085" v="6252" actId="2696"/>
        <pc:sldMkLst>
          <pc:docMk/>
          <pc:sldMk cId="2864100949" sldId="1428"/>
        </pc:sldMkLst>
      </pc:sldChg>
      <pc:sldChg chg="add del">
        <pc:chgData name="한준 김" userId="7dd4edb89109a895" providerId="LiveId" clId="{B0EA322A-F585-4EE5-A004-E657958631F0}" dt="2024-06-05T06:34:55.526" v="5888"/>
        <pc:sldMkLst>
          <pc:docMk/>
          <pc:sldMk cId="4029307256" sldId="1428"/>
        </pc:sldMkLst>
      </pc:sldChg>
      <pc:sldChg chg="add del">
        <pc:chgData name="한준 김" userId="7dd4edb89109a895" providerId="LiveId" clId="{B0EA322A-F585-4EE5-A004-E657958631F0}" dt="2024-06-05T06:34:51.381" v="5886" actId="2696"/>
        <pc:sldMkLst>
          <pc:docMk/>
          <pc:sldMk cId="4206897647" sldId="1428"/>
        </pc:sldMkLst>
      </pc:sldChg>
      <pc:sldChg chg="add del">
        <pc:chgData name="한준 김" userId="7dd4edb89109a895" providerId="LiveId" clId="{B0EA322A-F585-4EE5-A004-E657958631F0}" dt="2024-06-14T05:14:37.085" v="6252" actId="2696"/>
        <pc:sldMkLst>
          <pc:docMk/>
          <pc:sldMk cId="2509388496" sldId="1429"/>
        </pc:sldMkLst>
      </pc:sldChg>
      <pc:sldChg chg="add del">
        <pc:chgData name="한준 김" userId="7dd4edb89109a895" providerId="LiveId" clId="{B0EA322A-F585-4EE5-A004-E657958631F0}" dt="2024-06-05T06:34:55.526" v="5888"/>
        <pc:sldMkLst>
          <pc:docMk/>
          <pc:sldMk cId="2602934377" sldId="1429"/>
        </pc:sldMkLst>
      </pc:sldChg>
      <pc:sldChg chg="add del">
        <pc:chgData name="한준 김" userId="7dd4edb89109a895" providerId="LiveId" clId="{B0EA322A-F585-4EE5-A004-E657958631F0}" dt="2024-06-05T06:34:51.381" v="5886" actId="2696"/>
        <pc:sldMkLst>
          <pc:docMk/>
          <pc:sldMk cId="2890138637" sldId="1429"/>
        </pc:sldMkLst>
      </pc:sldChg>
      <pc:sldChg chg="add del">
        <pc:chgData name="한준 김" userId="7dd4edb89109a895" providerId="LiveId" clId="{B0EA322A-F585-4EE5-A004-E657958631F0}" dt="2024-06-20T04:42:42.220" v="6682" actId="2696"/>
        <pc:sldMkLst>
          <pc:docMk/>
          <pc:sldMk cId="3998794555" sldId="1432"/>
        </pc:sldMkLst>
      </pc:sldChg>
      <pc:sldChg chg="add del">
        <pc:chgData name="한준 김" userId="7dd4edb89109a895" providerId="LiveId" clId="{B0EA322A-F585-4EE5-A004-E657958631F0}" dt="2024-06-26T05:35:33.495" v="7003" actId="2696"/>
        <pc:sldMkLst>
          <pc:docMk/>
          <pc:sldMk cId="2326857959" sldId="1438"/>
        </pc:sldMkLst>
      </pc:sldChg>
      <pc:sldChg chg="add del ord">
        <pc:chgData name="한준 김" userId="7dd4edb89109a895" providerId="LiveId" clId="{B0EA322A-F585-4EE5-A004-E657958631F0}" dt="2024-07-19T05:36:56.933" v="8376" actId="2696"/>
        <pc:sldMkLst>
          <pc:docMk/>
          <pc:sldMk cId="800729638" sldId="1440"/>
        </pc:sldMkLst>
      </pc:sldChg>
      <pc:sldChg chg="add del">
        <pc:chgData name="한준 김" userId="7dd4edb89109a895" providerId="LiveId" clId="{B0EA322A-F585-4EE5-A004-E657958631F0}" dt="2024-07-19T05:36:56.933" v="8376" actId="2696"/>
        <pc:sldMkLst>
          <pc:docMk/>
          <pc:sldMk cId="2664649149" sldId="1441"/>
        </pc:sldMkLst>
      </pc:sldChg>
      <pc:sldChg chg="add del">
        <pc:chgData name="한준 김" userId="7dd4edb89109a895" providerId="LiveId" clId="{B0EA322A-F585-4EE5-A004-E657958631F0}" dt="2024-07-19T05:37:42.774" v="8392" actId="2696"/>
        <pc:sldMkLst>
          <pc:docMk/>
          <pc:sldMk cId="1809052888" sldId="1446"/>
        </pc:sldMkLst>
      </pc:sldChg>
      <pc:sldChg chg="add del">
        <pc:chgData name="한준 김" userId="7dd4edb89109a895" providerId="LiveId" clId="{B0EA322A-F585-4EE5-A004-E657958631F0}" dt="2024-07-19T05:37:48.434" v="8394"/>
        <pc:sldMkLst>
          <pc:docMk/>
          <pc:sldMk cId="3949003840" sldId="1446"/>
        </pc:sldMkLst>
      </pc:sldChg>
      <pc:sldChg chg="add">
        <pc:chgData name="한준 김" userId="7dd4edb89109a895" providerId="LiveId" clId="{B0EA322A-F585-4EE5-A004-E657958631F0}" dt="2024-07-19T05:37:48.453" v="8395"/>
        <pc:sldMkLst>
          <pc:docMk/>
          <pc:sldMk cId="4088050402" sldId="1446"/>
        </pc:sldMkLst>
      </pc:sldChg>
      <pc:sldChg chg="add del modTransition">
        <pc:chgData name="한준 김" userId="7dd4edb89109a895" providerId="LiveId" clId="{B0EA322A-F585-4EE5-A004-E657958631F0}" dt="2024-06-26T05:35:33.495" v="7003" actId="2696"/>
        <pc:sldMkLst>
          <pc:docMk/>
          <pc:sldMk cId="3706893545" sldId="1451"/>
        </pc:sldMkLst>
      </pc:sldChg>
      <pc:sldChg chg="add del modTransition">
        <pc:chgData name="한준 김" userId="7dd4edb89109a895" providerId="LiveId" clId="{B0EA322A-F585-4EE5-A004-E657958631F0}" dt="2024-06-26T05:35:33.495" v="7003" actId="2696"/>
        <pc:sldMkLst>
          <pc:docMk/>
          <pc:sldMk cId="2439859396" sldId="1452"/>
        </pc:sldMkLst>
      </pc:sldChg>
      <pc:sldChg chg="add">
        <pc:chgData name="한준 김" userId="7dd4edb89109a895" providerId="LiveId" clId="{B0EA322A-F585-4EE5-A004-E657958631F0}" dt="2024-07-19T05:37:48.453" v="8395"/>
        <pc:sldMkLst>
          <pc:docMk/>
          <pc:sldMk cId="2404714928" sldId="1453"/>
        </pc:sldMkLst>
      </pc:sldChg>
      <pc:sldChg chg="add del">
        <pc:chgData name="한준 김" userId="7dd4edb89109a895" providerId="LiveId" clId="{B0EA322A-F585-4EE5-A004-E657958631F0}" dt="2024-07-19T05:37:48.434" v="8394"/>
        <pc:sldMkLst>
          <pc:docMk/>
          <pc:sldMk cId="3153433767" sldId="1453"/>
        </pc:sldMkLst>
      </pc:sldChg>
      <pc:sldChg chg="add del">
        <pc:chgData name="한준 김" userId="7dd4edb89109a895" providerId="LiveId" clId="{B0EA322A-F585-4EE5-A004-E657958631F0}" dt="2024-07-19T05:37:42.774" v="8392" actId="2696"/>
        <pc:sldMkLst>
          <pc:docMk/>
          <pc:sldMk cId="3176600903" sldId="1453"/>
        </pc:sldMkLst>
      </pc:sldChg>
      <pc:sldChg chg="add del">
        <pc:chgData name="한준 김" userId="7dd4edb89109a895" providerId="LiveId" clId="{B0EA322A-F585-4EE5-A004-E657958631F0}" dt="2024-07-19T05:37:48.434" v="8394"/>
        <pc:sldMkLst>
          <pc:docMk/>
          <pc:sldMk cId="1620303531" sldId="1454"/>
        </pc:sldMkLst>
      </pc:sldChg>
      <pc:sldChg chg="add del">
        <pc:chgData name="한준 김" userId="7dd4edb89109a895" providerId="LiveId" clId="{B0EA322A-F585-4EE5-A004-E657958631F0}" dt="2024-07-19T05:37:42.774" v="8392" actId="2696"/>
        <pc:sldMkLst>
          <pc:docMk/>
          <pc:sldMk cId="2122178583" sldId="1454"/>
        </pc:sldMkLst>
      </pc:sldChg>
      <pc:sldChg chg="add">
        <pc:chgData name="한준 김" userId="7dd4edb89109a895" providerId="LiveId" clId="{B0EA322A-F585-4EE5-A004-E657958631F0}" dt="2024-07-19T05:37:48.453" v="8395"/>
        <pc:sldMkLst>
          <pc:docMk/>
          <pc:sldMk cId="4055178503" sldId="1454"/>
        </pc:sldMkLst>
      </pc:sldChg>
      <pc:sldChg chg="add del">
        <pc:chgData name="한준 김" userId="7dd4edb89109a895" providerId="LiveId" clId="{B0EA322A-F585-4EE5-A004-E657958631F0}" dt="2024-07-19T05:37:48.434" v="8394"/>
        <pc:sldMkLst>
          <pc:docMk/>
          <pc:sldMk cId="1133954479" sldId="1455"/>
        </pc:sldMkLst>
      </pc:sldChg>
      <pc:sldChg chg="add del">
        <pc:chgData name="한준 김" userId="7dd4edb89109a895" providerId="LiveId" clId="{B0EA322A-F585-4EE5-A004-E657958631F0}" dt="2024-07-19T05:37:42.774" v="8392" actId="2696"/>
        <pc:sldMkLst>
          <pc:docMk/>
          <pc:sldMk cId="1712510854" sldId="1455"/>
        </pc:sldMkLst>
      </pc:sldChg>
      <pc:sldChg chg="add">
        <pc:chgData name="한준 김" userId="7dd4edb89109a895" providerId="LiveId" clId="{B0EA322A-F585-4EE5-A004-E657958631F0}" dt="2024-07-19T05:37:48.453" v="8395"/>
        <pc:sldMkLst>
          <pc:docMk/>
          <pc:sldMk cId="2823511971" sldId="1455"/>
        </pc:sldMkLst>
      </pc:sldChg>
      <pc:sldChg chg="add del">
        <pc:chgData name="한준 김" userId="7dd4edb89109a895" providerId="LiveId" clId="{B0EA322A-F585-4EE5-A004-E657958631F0}" dt="2024-07-19T05:37:42.774" v="8392" actId="2696"/>
        <pc:sldMkLst>
          <pc:docMk/>
          <pc:sldMk cId="960403573" sldId="1456"/>
        </pc:sldMkLst>
      </pc:sldChg>
      <pc:sldChg chg="add del">
        <pc:chgData name="한준 김" userId="7dd4edb89109a895" providerId="LiveId" clId="{B0EA322A-F585-4EE5-A004-E657958631F0}" dt="2024-07-19T05:37:48.434" v="8394"/>
        <pc:sldMkLst>
          <pc:docMk/>
          <pc:sldMk cId="965660194" sldId="1456"/>
        </pc:sldMkLst>
      </pc:sldChg>
      <pc:sldChg chg="add">
        <pc:chgData name="한준 김" userId="7dd4edb89109a895" providerId="LiveId" clId="{B0EA322A-F585-4EE5-A004-E657958631F0}" dt="2024-07-19T05:37:48.453" v="8395"/>
        <pc:sldMkLst>
          <pc:docMk/>
          <pc:sldMk cId="3657901042" sldId="1456"/>
        </pc:sldMkLst>
      </pc:sldChg>
      <pc:sldChg chg="add del">
        <pc:chgData name="한준 김" userId="7dd4edb89109a895" providerId="LiveId" clId="{B0EA322A-F585-4EE5-A004-E657958631F0}" dt="2024-03-28T05:06:13.326" v="3551" actId="2696"/>
        <pc:sldMkLst>
          <pc:docMk/>
          <pc:sldMk cId="2367636122" sldId="1461"/>
        </pc:sldMkLst>
      </pc:sldChg>
      <pc:sldChg chg="add del">
        <pc:chgData name="한준 김" userId="7dd4edb89109a895" providerId="LiveId" clId="{B0EA322A-F585-4EE5-A004-E657958631F0}" dt="2024-04-05T02:22:25.092" v="3926" actId="2696"/>
        <pc:sldMkLst>
          <pc:docMk/>
          <pc:sldMk cId="1271251762" sldId="1465"/>
        </pc:sldMkLst>
      </pc:sldChg>
      <pc:sldChg chg="add del">
        <pc:chgData name="한준 김" userId="7dd4edb89109a895" providerId="LiveId" clId="{B0EA322A-F585-4EE5-A004-E657958631F0}" dt="2024-03-28T05:06:39.912" v="3557"/>
        <pc:sldMkLst>
          <pc:docMk/>
          <pc:sldMk cId="3624190243" sldId="1465"/>
        </pc:sldMkLst>
      </pc:sldChg>
      <pc:sldChg chg="add del">
        <pc:chgData name="한준 김" userId="7dd4edb89109a895" providerId="LiveId" clId="{B0EA322A-F585-4EE5-A004-E657958631F0}" dt="2024-03-28T05:06:35.777" v="3555" actId="2696"/>
        <pc:sldMkLst>
          <pc:docMk/>
          <pc:sldMk cId="4127334030" sldId="1465"/>
        </pc:sldMkLst>
      </pc:sldChg>
      <pc:sldChg chg="modSp add del mod">
        <pc:chgData name="한준 김" userId="7dd4edb89109a895" providerId="LiveId" clId="{B0EA322A-F585-4EE5-A004-E657958631F0}" dt="2024-05-10T07:41:19.317" v="5127" actId="2696"/>
        <pc:sldMkLst>
          <pc:docMk/>
          <pc:sldMk cId="3410452069" sldId="1467"/>
        </pc:sldMkLst>
      </pc:sldChg>
      <pc:sldChg chg="add del">
        <pc:chgData name="한준 김" userId="7dd4edb89109a895" providerId="LiveId" clId="{B0EA322A-F585-4EE5-A004-E657958631F0}" dt="2024-05-10T07:41:19.317" v="5127" actId="2696"/>
        <pc:sldMkLst>
          <pc:docMk/>
          <pc:sldMk cId="1554689200" sldId="1468"/>
        </pc:sldMkLst>
      </pc:sldChg>
      <pc:sldChg chg="modSp add del mod modAnim">
        <pc:chgData name="한준 김" userId="7dd4edb89109a895" providerId="LiveId" clId="{B0EA322A-F585-4EE5-A004-E657958631F0}" dt="2024-02-15T07:34:33.873" v="1236" actId="2696"/>
        <pc:sldMkLst>
          <pc:docMk/>
          <pc:sldMk cId="226183303" sldId="1472"/>
        </pc:sldMkLst>
      </pc:sldChg>
      <pc:sldChg chg="add del">
        <pc:chgData name="한준 김" userId="7dd4edb89109a895" providerId="LiveId" clId="{B0EA322A-F585-4EE5-A004-E657958631F0}" dt="2024-02-15T07:34:33.873" v="1236" actId="2696"/>
        <pc:sldMkLst>
          <pc:docMk/>
          <pc:sldMk cId="3796122394" sldId="1473"/>
        </pc:sldMkLst>
      </pc:sldChg>
      <pc:sldChg chg="add del">
        <pc:chgData name="한준 김" userId="7dd4edb89109a895" providerId="LiveId" clId="{B0EA322A-F585-4EE5-A004-E657958631F0}" dt="2024-03-28T05:06:13.326" v="3551" actId="2696"/>
        <pc:sldMkLst>
          <pc:docMk/>
          <pc:sldMk cId="1889245140" sldId="1476"/>
        </pc:sldMkLst>
      </pc:sldChg>
      <pc:sldChg chg="add del">
        <pc:chgData name="한준 김" userId="7dd4edb89109a895" providerId="LiveId" clId="{B0EA322A-F585-4EE5-A004-E657958631F0}" dt="2024-03-28T05:06:13.326" v="3551" actId="2696"/>
        <pc:sldMkLst>
          <pc:docMk/>
          <pc:sldMk cId="1574211678" sldId="1477"/>
        </pc:sldMkLst>
      </pc:sldChg>
      <pc:sldChg chg="add del">
        <pc:chgData name="한준 김" userId="7dd4edb89109a895" providerId="LiveId" clId="{B0EA322A-F585-4EE5-A004-E657958631F0}" dt="2024-03-28T05:06:13.326" v="3551" actId="2696"/>
        <pc:sldMkLst>
          <pc:docMk/>
          <pc:sldMk cId="1058382230" sldId="1478"/>
        </pc:sldMkLst>
      </pc:sldChg>
      <pc:sldChg chg="add del">
        <pc:chgData name="한준 김" userId="7dd4edb89109a895" providerId="LiveId" clId="{B0EA322A-F585-4EE5-A004-E657958631F0}" dt="2024-03-28T05:06:13.326" v="3551" actId="2696"/>
        <pc:sldMkLst>
          <pc:docMk/>
          <pc:sldMk cId="2476268545" sldId="1479"/>
        </pc:sldMkLst>
      </pc:sldChg>
      <pc:sldChg chg="add del">
        <pc:chgData name="한준 김" userId="7dd4edb89109a895" providerId="LiveId" clId="{B0EA322A-F585-4EE5-A004-E657958631F0}" dt="2024-03-28T05:06:13.326" v="3551" actId="2696"/>
        <pc:sldMkLst>
          <pc:docMk/>
          <pc:sldMk cId="3483506239" sldId="1480"/>
        </pc:sldMkLst>
      </pc:sldChg>
      <pc:sldChg chg="add del">
        <pc:chgData name="한준 김" userId="7dd4edb89109a895" providerId="LiveId" clId="{B0EA322A-F585-4EE5-A004-E657958631F0}" dt="2024-03-28T05:06:13.326" v="3551" actId="2696"/>
        <pc:sldMkLst>
          <pc:docMk/>
          <pc:sldMk cId="3976462966" sldId="1481"/>
        </pc:sldMkLst>
      </pc:sldChg>
      <pc:sldChg chg="add del">
        <pc:chgData name="한준 김" userId="7dd4edb89109a895" providerId="LiveId" clId="{B0EA322A-F585-4EE5-A004-E657958631F0}" dt="2024-04-05T02:22:25.092" v="3926" actId="2696"/>
        <pc:sldMkLst>
          <pc:docMk/>
          <pc:sldMk cId="471846665" sldId="1491"/>
        </pc:sldMkLst>
      </pc:sldChg>
      <pc:sldChg chg="add del modTransition">
        <pc:chgData name="한준 김" userId="7dd4edb89109a895" providerId="LiveId" clId="{B0EA322A-F585-4EE5-A004-E657958631F0}" dt="2024-03-28T05:06:35.777" v="3555" actId="2696"/>
        <pc:sldMkLst>
          <pc:docMk/>
          <pc:sldMk cId="1133254590" sldId="1491"/>
        </pc:sldMkLst>
      </pc:sldChg>
      <pc:sldChg chg="add del modTransition">
        <pc:chgData name="한준 김" userId="7dd4edb89109a895" providerId="LiveId" clId="{B0EA322A-F585-4EE5-A004-E657958631F0}" dt="2024-03-28T05:06:39.912" v="3557"/>
        <pc:sldMkLst>
          <pc:docMk/>
          <pc:sldMk cId="3856496646" sldId="1491"/>
        </pc:sldMkLst>
      </pc:sldChg>
      <pc:sldChg chg="add del modTransition">
        <pc:chgData name="한준 김" userId="7dd4edb89109a895" providerId="LiveId" clId="{B0EA322A-F585-4EE5-A004-E657958631F0}" dt="2024-03-28T05:06:35.777" v="3555" actId="2696"/>
        <pc:sldMkLst>
          <pc:docMk/>
          <pc:sldMk cId="524153704" sldId="1492"/>
        </pc:sldMkLst>
      </pc:sldChg>
      <pc:sldChg chg="add del modTransition">
        <pc:chgData name="한준 김" userId="7dd4edb89109a895" providerId="LiveId" clId="{B0EA322A-F585-4EE5-A004-E657958631F0}" dt="2024-03-28T05:06:39.912" v="3557"/>
        <pc:sldMkLst>
          <pc:docMk/>
          <pc:sldMk cId="856700480" sldId="1492"/>
        </pc:sldMkLst>
      </pc:sldChg>
      <pc:sldChg chg="add del">
        <pc:chgData name="한준 김" userId="7dd4edb89109a895" providerId="LiveId" clId="{B0EA322A-F585-4EE5-A004-E657958631F0}" dt="2024-04-05T02:22:25.092" v="3926" actId="2696"/>
        <pc:sldMkLst>
          <pc:docMk/>
          <pc:sldMk cId="1332361203" sldId="1492"/>
        </pc:sldMkLst>
      </pc:sldChg>
      <pc:sldChg chg="add del modTransition">
        <pc:chgData name="한준 김" userId="7dd4edb89109a895" providerId="LiveId" clId="{B0EA322A-F585-4EE5-A004-E657958631F0}" dt="2024-03-28T05:06:39.912" v="3557"/>
        <pc:sldMkLst>
          <pc:docMk/>
          <pc:sldMk cId="2162143910" sldId="1493"/>
        </pc:sldMkLst>
      </pc:sldChg>
      <pc:sldChg chg="add del modTransition">
        <pc:chgData name="한준 김" userId="7dd4edb89109a895" providerId="LiveId" clId="{B0EA322A-F585-4EE5-A004-E657958631F0}" dt="2024-03-28T05:06:35.777" v="3555" actId="2696"/>
        <pc:sldMkLst>
          <pc:docMk/>
          <pc:sldMk cId="2696178866" sldId="1493"/>
        </pc:sldMkLst>
      </pc:sldChg>
      <pc:sldChg chg="add del">
        <pc:chgData name="한준 김" userId="7dd4edb89109a895" providerId="LiveId" clId="{B0EA322A-F585-4EE5-A004-E657958631F0}" dt="2024-04-05T02:22:25.092" v="3926" actId="2696"/>
        <pc:sldMkLst>
          <pc:docMk/>
          <pc:sldMk cId="3810803040" sldId="1493"/>
        </pc:sldMkLst>
      </pc:sldChg>
      <pc:sldChg chg="add del">
        <pc:chgData name="한준 김" userId="7dd4edb89109a895" providerId="LiveId" clId="{B0EA322A-F585-4EE5-A004-E657958631F0}" dt="2024-05-10T07:41:19.317" v="5127" actId="2696"/>
        <pc:sldMkLst>
          <pc:docMk/>
          <pc:sldMk cId="2953653417" sldId="1494"/>
        </pc:sldMkLst>
      </pc:sldChg>
      <pc:sldChg chg="add del">
        <pc:chgData name="한준 김" userId="7dd4edb89109a895" providerId="LiveId" clId="{B0EA322A-F585-4EE5-A004-E657958631F0}" dt="2024-05-02T06:51:47.258" v="4875" actId="2696"/>
        <pc:sldMkLst>
          <pc:docMk/>
          <pc:sldMk cId="1164135910" sldId="1496"/>
        </pc:sldMkLst>
      </pc:sldChg>
      <pc:sldChg chg="add del modTransition">
        <pc:chgData name="한준 김" userId="7dd4edb89109a895" providerId="LiveId" clId="{B0EA322A-F585-4EE5-A004-E657958631F0}" dt="2024-01-18T08:23:42.278" v="491" actId="2696"/>
        <pc:sldMkLst>
          <pc:docMk/>
          <pc:sldMk cId="757738690" sldId="1497"/>
        </pc:sldMkLst>
      </pc:sldChg>
      <pc:sldChg chg="add del modTransition">
        <pc:chgData name="한준 김" userId="7dd4edb89109a895" providerId="LiveId" clId="{B0EA322A-F585-4EE5-A004-E657958631F0}" dt="2024-01-18T08:23:56.103" v="492" actId="2696"/>
        <pc:sldMkLst>
          <pc:docMk/>
          <pc:sldMk cId="1479394711" sldId="1498"/>
        </pc:sldMkLst>
      </pc:sldChg>
      <pc:sldChg chg="add del">
        <pc:chgData name="한준 김" userId="7dd4edb89109a895" providerId="LiveId" clId="{B0EA322A-F585-4EE5-A004-E657958631F0}" dt="2024-05-02T06:51:47.258" v="4875" actId="2696"/>
        <pc:sldMkLst>
          <pc:docMk/>
          <pc:sldMk cId="3863842550" sldId="1498"/>
        </pc:sldMkLst>
      </pc:sldChg>
      <pc:sldChg chg="add del">
        <pc:chgData name="한준 김" userId="7dd4edb89109a895" providerId="LiveId" clId="{B0EA322A-F585-4EE5-A004-E657958631F0}" dt="2024-05-02T06:51:47.258" v="4875" actId="2696"/>
        <pc:sldMkLst>
          <pc:docMk/>
          <pc:sldMk cId="706940541" sldId="1499"/>
        </pc:sldMkLst>
      </pc:sldChg>
      <pc:sldChg chg="add del modTransition">
        <pc:chgData name="한준 김" userId="7dd4edb89109a895" providerId="LiveId" clId="{B0EA322A-F585-4EE5-A004-E657958631F0}" dt="2024-01-26T05:01:05.312" v="541" actId="2696"/>
        <pc:sldMkLst>
          <pc:docMk/>
          <pc:sldMk cId="2460176864" sldId="1500"/>
        </pc:sldMkLst>
      </pc:sldChg>
      <pc:sldChg chg="add del">
        <pc:chgData name="한준 김" userId="7dd4edb89109a895" providerId="LiveId" clId="{B0EA322A-F585-4EE5-A004-E657958631F0}" dt="2024-05-02T06:51:47.258" v="4875" actId="2696"/>
        <pc:sldMkLst>
          <pc:docMk/>
          <pc:sldMk cId="4128351642" sldId="1500"/>
        </pc:sldMkLst>
      </pc:sldChg>
      <pc:sldChg chg="add del">
        <pc:chgData name="한준 김" userId="7dd4edb89109a895" providerId="LiveId" clId="{B0EA322A-F585-4EE5-A004-E657958631F0}" dt="2024-05-02T06:51:47.258" v="4875" actId="2696"/>
        <pc:sldMkLst>
          <pc:docMk/>
          <pc:sldMk cId="1204687053" sldId="1501"/>
        </pc:sldMkLst>
      </pc:sldChg>
      <pc:sldChg chg="add del">
        <pc:chgData name="한준 김" userId="7dd4edb89109a895" providerId="LiveId" clId="{B0EA322A-F585-4EE5-A004-E657958631F0}" dt="2024-05-16T09:12:00.161" v="5377" actId="2696"/>
        <pc:sldMkLst>
          <pc:docMk/>
          <pc:sldMk cId="3168287428" sldId="1502"/>
        </pc:sldMkLst>
      </pc:sldChg>
      <pc:sldChg chg="add del">
        <pc:chgData name="한준 김" userId="7dd4edb89109a895" providerId="LiveId" clId="{B0EA322A-F585-4EE5-A004-E657958631F0}" dt="2024-05-16T09:12:00.161" v="5377" actId="2696"/>
        <pc:sldMkLst>
          <pc:docMk/>
          <pc:sldMk cId="2667164517" sldId="1503"/>
        </pc:sldMkLst>
      </pc:sldChg>
      <pc:sldChg chg="add del modTransition">
        <pc:chgData name="한준 김" userId="7dd4edb89109a895" providerId="LiveId" clId="{B0EA322A-F585-4EE5-A004-E657958631F0}" dt="2024-02-02T04:57:22.867" v="629" actId="2696"/>
        <pc:sldMkLst>
          <pc:docMk/>
          <pc:sldMk cId="3030492743" sldId="1503"/>
        </pc:sldMkLst>
      </pc:sldChg>
      <pc:sldChg chg="add del">
        <pc:chgData name="한준 김" userId="7dd4edb89109a895" providerId="LiveId" clId="{B0EA322A-F585-4EE5-A004-E657958631F0}" dt="2024-05-16T09:12:00.161" v="5377" actId="2696"/>
        <pc:sldMkLst>
          <pc:docMk/>
          <pc:sldMk cId="2522766247" sldId="1505"/>
        </pc:sldMkLst>
      </pc:sldChg>
      <pc:sldChg chg="add del modTransition">
        <pc:chgData name="한준 김" userId="7dd4edb89109a895" providerId="LiveId" clId="{B0EA322A-F585-4EE5-A004-E657958631F0}" dt="2024-02-02T04:57:22.867" v="629" actId="2696"/>
        <pc:sldMkLst>
          <pc:docMk/>
          <pc:sldMk cId="1414792191" sldId="1506"/>
        </pc:sldMkLst>
      </pc:sldChg>
      <pc:sldChg chg="add del modTransition">
        <pc:chgData name="한준 김" userId="7dd4edb89109a895" providerId="LiveId" clId="{B0EA322A-F585-4EE5-A004-E657958631F0}" dt="2024-02-02T04:57:22.867" v="629" actId="2696"/>
        <pc:sldMkLst>
          <pc:docMk/>
          <pc:sldMk cId="3069787514" sldId="1507"/>
        </pc:sldMkLst>
      </pc:sldChg>
      <pc:sldChg chg="add del">
        <pc:chgData name="한준 김" userId="7dd4edb89109a895" providerId="LiveId" clId="{B0EA322A-F585-4EE5-A004-E657958631F0}" dt="2024-05-23T07:06:28.268" v="5529" actId="2696"/>
        <pc:sldMkLst>
          <pc:docMk/>
          <pc:sldMk cId="4028512177" sldId="1510"/>
        </pc:sldMkLst>
      </pc:sldChg>
      <pc:sldChg chg="add del">
        <pc:chgData name="한준 김" userId="7dd4edb89109a895" providerId="LiveId" clId="{B0EA322A-F585-4EE5-A004-E657958631F0}" dt="2024-05-23T07:06:28.268" v="5529" actId="2696"/>
        <pc:sldMkLst>
          <pc:docMk/>
          <pc:sldMk cId="4230839265" sldId="1511"/>
        </pc:sldMkLst>
      </pc:sldChg>
      <pc:sldChg chg="add del">
        <pc:chgData name="한준 김" userId="7dd4edb89109a895" providerId="LiveId" clId="{B0EA322A-F585-4EE5-A004-E657958631F0}" dt="2024-05-23T07:06:28.268" v="5529" actId="2696"/>
        <pc:sldMkLst>
          <pc:docMk/>
          <pc:sldMk cId="2043006617" sldId="1512"/>
        </pc:sldMkLst>
      </pc:sldChg>
      <pc:sldChg chg="add del">
        <pc:chgData name="한준 김" userId="7dd4edb89109a895" providerId="LiveId" clId="{B0EA322A-F585-4EE5-A004-E657958631F0}" dt="2024-05-23T07:06:28.268" v="5529" actId="2696"/>
        <pc:sldMkLst>
          <pc:docMk/>
          <pc:sldMk cId="3501673417" sldId="1513"/>
        </pc:sldMkLst>
      </pc:sldChg>
      <pc:sldChg chg="add del">
        <pc:chgData name="한준 김" userId="7dd4edb89109a895" providerId="LiveId" clId="{B0EA322A-F585-4EE5-A004-E657958631F0}" dt="2024-05-28T06:16:40.823" v="5665" actId="2696"/>
        <pc:sldMkLst>
          <pc:docMk/>
          <pc:sldMk cId="3051755326" sldId="1514"/>
        </pc:sldMkLst>
      </pc:sldChg>
      <pc:sldChg chg="add del">
        <pc:chgData name="한준 김" userId="7dd4edb89109a895" providerId="LiveId" clId="{B0EA322A-F585-4EE5-A004-E657958631F0}" dt="2024-05-28T06:16:40.823" v="5665" actId="2696"/>
        <pc:sldMkLst>
          <pc:docMk/>
          <pc:sldMk cId="1025163185" sldId="1515"/>
        </pc:sldMkLst>
      </pc:sldChg>
      <pc:sldChg chg="add del modTransition">
        <pc:chgData name="한준 김" userId="7dd4edb89109a895" providerId="LiveId" clId="{B0EA322A-F585-4EE5-A004-E657958631F0}" dt="2024-06-05T06:33:47.217" v="5847" actId="2696"/>
        <pc:sldMkLst>
          <pc:docMk/>
          <pc:sldMk cId="2193800780" sldId="1520"/>
        </pc:sldMkLst>
      </pc:sldChg>
      <pc:sldChg chg="delSp add del mod modTransition delAnim">
        <pc:chgData name="한준 김" userId="7dd4edb89109a895" providerId="LiveId" clId="{B0EA322A-F585-4EE5-A004-E657958631F0}" dt="2024-06-05T06:33:47.217" v="5847" actId="2696"/>
        <pc:sldMkLst>
          <pc:docMk/>
          <pc:sldMk cId="598204612" sldId="1521"/>
        </pc:sldMkLst>
      </pc:sldChg>
      <pc:sldChg chg="add del modTransition">
        <pc:chgData name="한준 김" userId="7dd4edb89109a895" providerId="LiveId" clId="{B0EA322A-F585-4EE5-A004-E657958631F0}" dt="2024-06-05T06:33:47.217" v="5847" actId="2696"/>
        <pc:sldMkLst>
          <pc:docMk/>
          <pc:sldMk cId="310778090" sldId="1522"/>
        </pc:sldMkLst>
      </pc:sldChg>
      <pc:sldChg chg="add del modTransition">
        <pc:chgData name="한준 김" userId="7dd4edb89109a895" providerId="LiveId" clId="{B0EA322A-F585-4EE5-A004-E657958631F0}" dt="2024-02-29T06:44:37.619" v="2423"/>
        <pc:sldMkLst>
          <pc:docMk/>
          <pc:sldMk cId="584821300" sldId="1523"/>
        </pc:sldMkLst>
      </pc:sldChg>
      <pc:sldChg chg="delSp add del mod modTransition delAnim">
        <pc:chgData name="한준 김" userId="7dd4edb89109a895" providerId="LiveId" clId="{B0EA322A-F585-4EE5-A004-E657958631F0}" dt="2024-06-05T06:33:47.217" v="5847" actId="2696"/>
        <pc:sldMkLst>
          <pc:docMk/>
          <pc:sldMk cId="1331874240" sldId="1523"/>
        </pc:sldMkLst>
      </pc:sldChg>
      <pc:sldChg chg="add del">
        <pc:chgData name="한준 김" userId="7dd4edb89109a895" providerId="LiveId" clId="{B0EA322A-F585-4EE5-A004-E657958631F0}" dt="2024-02-29T06:44:54.530" v="2425" actId="2696"/>
        <pc:sldMkLst>
          <pc:docMk/>
          <pc:sldMk cId="2499520644" sldId="1523"/>
        </pc:sldMkLst>
      </pc:sldChg>
      <pc:sldChg chg="add del">
        <pc:chgData name="한준 김" userId="7dd4edb89109a895" providerId="LiveId" clId="{B0EA322A-F585-4EE5-A004-E657958631F0}" dt="2024-02-29T06:44:32.946" v="2421" actId="2696"/>
        <pc:sldMkLst>
          <pc:docMk/>
          <pc:sldMk cId="3122851853" sldId="1523"/>
        </pc:sldMkLst>
      </pc:sldChg>
      <pc:sldChg chg="add del modTransition">
        <pc:chgData name="한준 김" userId="7dd4edb89109a895" providerId="LiveId" clId="{B0EA322A-F585-4EE5-A004-E657958631F0}" dt="2024-06-05T06:33:47.217" v="5847" actId="2696"/>
        <pc:sldMkLst>
          <pc:docMk/>
          <pc:sldMk cId="3013566797" sldId="1524"/>
        </pc:sldMkLst>
      </pc:sldChg>
      <pc:sldChg chg="add del modTransition">
        <pc:chgData name="한준 김" userId="7dd4edb89109a895" providerId="LiveId" clId="{B0EA322A-F585-4EE5-A004-E657958631F0}" dt="2024-06-05T06:33:47.217" v="5847" actId="2696"/>
        <pc:sldMkLst>
          <pc:docMk/>
          <pc:sldMk cId="505124782" sldId="1525"/>
        </pc:sldMkLst>
      </pc:sldChg>
      <pc:sldChg chg="add del modTransition">
        <pc:chgData name="한준 김" userId="7dd4edb89109a895" providerId="LiveId" clId="{B0EA322A-F585-4EE5-A004-E657958631F0}" dt="2024-06-14T05:14:37.085" v="6252" actId="2696"/>
        <pc:sldMkLst>
          <pc:docMk/>
          <pc:sldMk cId="3263351513" sldId="1526"/>
        </pc:sldMkLst>
      </pc:sldChg>
      <pc:sldChg chg="add del modTransition">
        <pc:chgData name="한준 김" userId="7dd4edb89109a895" providerId="LiveId" clId="{B0EA322A-F585-4EE5-A004-E657958631F0}" dt="2024-03-06T05:41:43.452" v="2687" actId="2696"/>
        <pc:sldMkLst>
          <pc:docMk/>
          <pc:sldMk cId="587157495" sldId="1528"/>
        </pc:sldMkLst>
      </pc:sldChg>
      <pc:sldChg chg="add del modTransition">
        <pc:chgData name="한준 김" userId="7dd4edb89109a895" providerId="LiveId" clId="{B0EA322A-F585-4EE5-A004-E657958631F0}" dt="2024-06-14T05:14:37.085" v="6252" actId="2696"/>
        <pc:sldMkLst>
          <pc:docMk/>
          <pc:sldMk cId="1162602000" sldId="1528"/>
        </pc:sldMkLst>
      </pc:sldChg>
      <pc:sldChg chg="add del modTransition">
        <pc:chgData name="한준 김" userId="7dd4edb89109a895" providerId="LiveId" clId="{B0EA322A-F585-4EE5-A004-E657958631F0}" dt="2024-06-14T05:14:37.085" v="6252" actId="2696"/>
        <pc:sldMkLst>
          <pc:docMk/>
          <pc:sldMk cId="390518718" sldId="1529"/>
        </pc:sldMkLst>
      </pc:sldChg>
      <pc:sldChg chg="add del setBg">
        <pc:chgData name="한준 김" userId="7dd4edb89109a895" providerId="LiveId" clId="{B0EA322A-F585-4EE5-A004-E657958631F0}" dt="2024-06-20T04:42:42.220" v="6682" actId="2696"/>
        <pc:sldMkLst>
          <pc:docMk/>
          <pc:sldMk cId="1470080091" sldId="1534"/>
        </pc:sldMkLst>
      </pc:sldChg>
      <pc:sldChg chg="add del">
        <pc:chgData name="한준 김" userId="7dd4edb89109a895" providerId="LiveId" clId="{B0EA322A-F585-4EE5-A004-E657958631F0}" dt="2024-06-20T04:42:42.220" v="6682" actId="2696"/>
        <pc:sldMkLst>
          <pc:docMk/>
          <pc:sldMk cId="1338599615" sldId="1535"/>
        </pc:sldMkLst>
      </pc:sldChg>
      <pc:sldChg chg="add del">
        <pc:chgData name="한준 김" userId="7dd4edb89109a895" providerId="LiveId" clId="{B0EA322A-F585-4EE5-A004-E657958631F0}" dt="2024-06-20T04:42:42.220" v="6682" actId="2696"/>
        <pc:sldMkLst>
          <pc:docMk/>
          <pc:sldMk cId="892745441" sldId="1536"/>
        </pc:sldMkLst>
      </pc:sldChg>
      <pc:sldChg chg="add del">
        <pc:chgData name="한준 김" userId="7dd4edb89109a895" providerId="LiveId" clId="{B0EA322A-F585-4EE5-A004-E657958631F0}" dt="2024-06-20T04:42:42.220" v="6682" actId="2696"/>
        <pc:sldMkLst>
          <pc:docMk/>
          <pc:sldMk cId="2336166557" sldId="1537"/>
        </pc:sldMkLst>
      </pc:sldChg>
      <pc:sldChg chg="add del">
        <pc:chgData name="한준 김" userId="7dd4edb89109a895" providerId="LiveId" clId="{B0EA322A-F585-4EE5-A004-E657958631F0}" dt="2024-06-26T05:35:33.495" v="7003" actId="2696"/>
        <pc:sldMkLst>
          <pc:docMk/>
          <pc:sldMk cId="3020779413" sldId="1539"/>
        </pc:sldMkLst>
      </pc:sldChg>
      <pc:sldChg chg="add del">
        <pc:chgData name="한준 김" userId="7dd4edb89109a895" providerId="LiveId" clId="{B0EA322A-F585-4EE5-A004-E657958631F0}" dt="2024-06-26T05:35:33.495" v="7003" actId="2696"/>
        <pc:sldMkLst>
          <pc:docMk/>
          <pc:sldMk cId="3965970947" sldId="1540"/>
        </pc:sldMkLst>
      </pc:sldChg>
      <pc:sldChg chg="add del">
        <pc:chgData name="한준 김" userId="7dd4edb89109a895" providerId="LiveId" clId="{B0EA322A-F585-4EE5-A004-E657958631F0}" dt="2024-06-26T05:35:33.495" v="7003" actId="2696"/>
        <pc:sldMkLst>
          <pc:docMk/>
          <pc:sldMk cId="1401900919" sldId="1541"/>
        </pc:sldMkLst>
      </pc:sldChg>
      <pc:sldChg chg="addSp delSp modSp add del mod modTransition setBg delAnim">
        <pc:chgData name="한준 김" userId="7dd4edb89109a895" providerId="LiveId" clId="{B0EA322A-F585-4EE5-A004-E657958631F0}" dt="2024-07-19T05:36:56.933" v="8376" actId="2696"/>
        <pc:sldMkLst>
          <pc:docMk/>
          <pc:sldMk cId="3470304838" sldId="1544"/>
        </pc:sldMkLst>
      </pc:sldChg>
      <pc:sldChg chg="add del modTransition">
        <pc:chgData name="한준 김" userId="7dd4edb89109a895" providerId="LiveId" clId="{B0EA322A-F585-4EE5-A004-E657958631F0}" dt="2024-07-19T05:36:56.933" v="8376" actId="2696"/>
        <pc:sldMkLst>
          <pc:docMk/>
          <pc:sldMk cId="3211785647" sldId="1546"/>
        </pc:sldMkLst>
      </pc:sldChg>
      <pc:sldChg chg="add del modTransition">
        <pc:chgData name="한준 김" userId="7dd4edb89109a895" providerId="LiveId" clId="{B0EA322A-F585-4EE5-A004-E657958631F0}" dt="2024-07-19T05:36:56.933" v="8376" actId="2696"/>
        <pc:sldMkLst>
          <pc:docMk/>
          <pc:sldMk cId="4245705400" sldId="1547"/>
        </pc:sldMkLst>
      </pc:sldChg>
      <pc:sldChg chg="add del modTransition">
        <pc:chgData name="한준 김" userId="7dd4edb89109a895" providerId="LiveId" clId="{B0EA322A-F585-4EE5-A004-E657958631F0}" dt="2024-07-19T05:36:56.933" v="8376" actId="2696"/>
        <pc:sldMkLst>
          <pc:docMk/>
          <pc:sldMk cId="828686419" sldId="1548"/>
        </pc:sldMkLst>
      </pc:sldChg>
      <pc:sldChg chg="add del">
        <pc:chgData name="한준 김" userId="7dd4edb89109a895" providerId="LiveId" clId="{B0EA322A-F585-4EE5-A004-E657958631F0}" dt="2024-04-12T06:56:14.724" v="4431" actId="2696"/>
        <pc:sldMkLst>
          <pc:docMk/>
          <pc:sldMk cId="2511785035" sldId="1548"/>
        </pc:sldMkLst>
      </pc:sldChg>
      <pc:sldChg chg="add del modTransition">
        <pc:chgData name="한준 김" userId="7dd4edb89109a895" providerId="LiveId" clId="{B0EA322A-F585-4EE5-A004-E657958631F0}" dt="2024-07-19T05:36:56.933" v="8376" actId="2696"/>
        <pc:sldMkLst>
          <pc:docMk/>
          <pc:sldMk cId="465525291" sldId="1549"/>
        </pc:sldMkLst>
      </pc:sldChg>
      <pc:sldChg chg="add del modTransition">
        <pc:chgData name="한준 김" userId="7dd4edb89109a895" providerId="LiveId" clId="{B0EA322A-F585-4EE5-A004-E657958631F0}" dt="2024-04-18T04:38:10.719" v="4614" actId="2696"/>
        <pc:sldMkLst>
          <pc:docMk/>
          <pc:sldMk cId="1234062551" sldId="1551"/>
        </pc:sldMkLst>
      </pc:sldChg>
      <pc:sldChg chg="add del modTransition">
        <pc:chgData name="한준 김" userId="7dd4edb89109a895" providerId="LiveId" clId="{B0EA322A-F585-4EE5-A004-E657958631F0}" dt="2024-04-18T04:38:10.719" v="4614" actId="2696"/>
        <pc:sldMkLst>
          <pc:docMk/>
          <pc:sldMk cId="3520441982" sldId="1554"/>
        </pc:sldMkLst>
      </pc:sldChg>
      <pc:sldChg chg="add del modTransition">
        <pc:chgData name="한준 김" userId="7dd4edb89109a895" providerId="LiveId" clId="{B0EA322A-F585-4EE5-A004-E657958631F0}" dt="2024-04-18T04:38:10.719" v="4614" actId="2696"/>
        <pc:sldMkLst>
          <pc:docMk/>
          <pc:sldMk cId="3193177793" sldId="1555"/>
        </pc:sldMkLst>
      </pc:sldChg>
      <pc:sldChg chg="add del modTransition">
        <pc:chgData name="한준 김" userId="7dd4edb89109a895" providerId="LiveId" clId="{B0EA322A-F585-4EE5-A004-E657958631F0}" dt="2024-07-19T05:37:34.692" v="8391"/>
        <pc:sldMkLst>
          <pc:docMk/>
          <pc:sldMk cId="3083665525" sldId="1556"/>
        </pc:sldMkLst>
      </pc:sldChg>
      <pc:sldChg chg="add del modTransition">
        <pc:chgData name="한준 김" userId="7dd4edb89109a895" providerId="LiveId" clId="{B0EA322A-F585-4EE5-A004-E657958631F0}" dt="2024-04-26T07:26:54.826" v="4742" actId="2696"/>
        <pc:sldMkLst>
          <pc:docMk/>
          <pc:sldMk cId="2927722557" sldId="1558"/>
        </pc:sldMkLst>
      </pc:sldChg>
      <pc:sldChg chg="add del modTransition">
        <pc:chgData name="한준 김" userId="7dd4edb89109a895" providerId="LiveId" clId="{B0EA322A-F585-4EE5-A004-E657958631F0}" dt="2024-07-19T05:37:34.692" v="8391"/>
        <pc:sldMkLst>
          <pc:docMk/>
          <pc:sldMk cId="3639680504" sldId="1558"/>
        </pc:sldMkLst>
      </pc:sldChg>
      <pc:sldChg chg="add del modTransition">
        <pc:chgData name="한준 김" userId="7dd4edb89109a895" providerId="LiveId" clId="{B0EA322A-F585-4EE5-A004-E657958631F0}" dt="2024-07-19T05:37:34.692" v="8391"/>
        <pc:sldMkLst>
          <pc:docMk/>
          <pc:sldMk cId="4038092678" sldId="1561"/>
        </pc:sldMkLst>
      </pc:sldChg>
      <pc:sldChg chg="add del modTransition">
        <pc:chgData name="한준 김" userId="7dd4edb89109a895" providerId="LiveId" clId="{B0EA322A-F585-4EE5-A004-E657958631F0}" dt="2024-01-26T05:01:05.312" v="541" actId="2696"/>
        <pc:sldMkLst>
          <pc:docMk/>
          <pc:sldMk cId="3895214962" sldId="1562"/>
        </pc:sldMkLst>
      </pc:sldChg>
      <pc:sldChg chg="add del modTransition">
        <pc:chgData name="한준 김" userId="7dd4edb89109a895" providerId="LiveId" clId="{B0EA322A-F585-4EE5-A004-E657958631F0}" dt="2024-02-02T04:57:22.867" v="629" actId="2696"/>
        <pc:sldMkLst>
          <pc:docMk/>
          <pc:sldMk cId="3348045123" sldId="1563"/>
        </pc:sldMkLst>
      </pc:sldChg>
      <pc:sldChg chg="add del modTransition">
        <pc:chgData name="한준 김" userId="7dd4edb89109a895" providerId="LiveId" clId="{B0EA322A-F585-4EE5-A004-E657958631F0}" dt="2024-02-08T04:20:00.089" v="1173" actId="2696"/>
        <pc:sldMkLst>
          <pc:docMk/>
          <pc:sldMk cId="1658205124" sldId="1565"/>
        </pc:sldMkLst>
      </pc:sldChg>
      <pc:sldChg chg="add del">
        <pc:chgData name="한준 김" userId="7dd4edb89109a895" providerId="LiveId" clId="{B0EA322A-F585-4EE5-A004-E657958631F0}" dt="2024-03-28T05:06:13.326" v="3551" actId="2696"/>
        <pc:sldMkLst>
          <pc:docMk/>
          <pc:sldMk cId="515809345" sldId="1568"/>
        </pc:sldMkLst>
      </pc:sldChg>
      <pc:sldChg chg="add del modTransition">
        <pc:chgData name="한준 김" userId="7dd4edb89109a895" providerId="LiveId" clId="{B0EA322A-F585-4EE5-A004-E657958631F0}" dt="2024-02-23T04:23:25.985" v="1926" actId="2696"/>
        <pc:sldMkLst>
          <pc:docMk/>
          <pc:sldMk cId="206480491" sldId="1570"/>
        </pc:sldMkLst>
      </pc:sldChg>
      <pc:sldChg chg="add del">
        <pc:chgData name="한준 김" userId="7dd4edb89109a895" providerId="LiveId" clId="{B0EA322A-F585-4EE5-A004-E657958631F0}" dt="2024-03-22T14:57:33.373" v="3411" actId="2696"/>
        <pc:sldMkLst>
          <pc:docMk/>
          <pc:sldMk cId="189997978" sldId="1571"/>
        </pc:sldMkLst>
      </pc:sldChg>
      <pc:sldChg chg="add del modTransition">
        <pc:chgData name="한준 김" userId="7dd4edb89109a895" providerId="LiveId" clId="{B0EA322A-F585-4EE5-A004-E657958631F0}" dt="2024-03-22T14:59:50.404" v="3424" actId="2696"/>
        <pc:sldMkLst>
          <pc:docMk/>
          <pc:sldMk cId="906674140" sldId="1571"/>
        </pc:sldMkLst>
      </pc:sldChg>
      <pc:sldChg chg="add del">
        <pc:chgData name="한준 김" userId="7dd4edb89109a895" providerId="LiveId" clId="{B0EA322A-F585-4EE5-A004-E657958631F0}" dt="2024-02-29T06:44:37.619" v="2423"/>
        <pc:sldMkLst>
          <pc:docMk/>
          <pc:sldMk cId="1301503082" sldId="1571"/>
        </pc:sldMkLst>
      </pc:sldChg>
      <pc:sldChg chg="add del">
        <pc:chgData name="한준 김" userId="7dd4edb89109a895" providerId="LiveId" clId="{B0EA322A-F585-4EE5-A004-E657958631F0}" dt="2024-02-29T06:44:54.530" v="2425" actId="2696"/>
        <pc:sldMkLst>
          <pc:docMk/>
          <pc:sldMk cId="1855634537" sldId="1571"/>
        </pc:sldMkLst>
      </pc:sldChg>
      <pc:sldChg chg="add del">
        <pc:chgData name="한준 김" userId="7dd4edb89109a895" providerId="LiveId" clId="{B0EA322A-F585-4EE5-A004-E657958631F0}" dt="2024-02-29T06:44:32.946" v="2421" actId="2696"/>
        <pc:sldMkLst>
          <pc:docMk/>
          <pc:sldMk cId="3791571781" sldId="1571"/>
        </pc:sldMkLst>
      </pc:sldChg>
      <pc:sldChg chg="add del modTransition">
        <pc:chgData name="한준 김" userId="7dd4edb89109a895" providerId="LiveId" clId="{B0EA322A-F585-4EE5-A004-E657958631F0}" dt="2024-03-22T14:59:53.006" v="3425" actId="2696"/>
        <pc:sldMkLst>
          <pc:docMk/>
          <pc:sldMk cId="2911222183" sldId="1572"/>
        </pc:sldMkLst>
      </pc:sldChg>
      <pc:sldChg chg="add del">
        <pc:chgData name="한준 김" userId="7dd4edb89109a895" providerId="LiveId" clId="{B0EA322A-F585-4EE5-A004-E657958631F0}" dt="2024-03-22T14:57:33.373" v="3411" actId="2696"/>
        <pc:sldMkLst>
          <pc:docMk/>
          <pc:sldMk cId="3164413326" sldId="1572"/>
        </pc:sldMkLst>
      </pc:sldChg>
      <pc:sldChg chg="add del ord">
        <pc:chgData name="한준 김" userId="7dd4edb89109a895" providerId="LiveId" clId="{B0EA322A-F585-4EE5-A004-E657958631F0}" dt="2024-03-28T05:06:13.326" v="3551" actId="2696"/>
        <pc:sldMkLst>
          <pc:docMk/>
          <pc:sldMk cId="900506866" sldId="1573"/>
        </pc:sldMkLst>
      </pc:sldChg>
      <pc:sldChg chg="add del">
        <pc:chgData name="한준 김" userId="7dd4edb89109a895" providerId="LiveId" clId="{B0EA322A-F585-4EE5-A004-E657958631F0}" dt="2024-03-06T05:41:43.452" v="2687" actId="2696"/>
        <pc:sldMkLst>
          <pc:docMk/>
          <pc:sldMk cId="2162278194" sldId="1573"/>
        </pc:sldMkLst>
      </pc:sldChg>
      <pc:sldChg chg="add del modTransition">
        <pc:chgData name="한준 김" userId="7dd4edb89109a895" providerId="LiveId" clId="{B0EA322A-F585-4EE5-A004-E657958631F0}" dt="2024-04-05T02:22:25.092" v="3926" actId="2696"/>
        <pc:sldMkLst>
          <pc:docMk/>
          <pc:sldMk cId="1126267920" sldId="1574"/>
        </pc:sldMkLst>
      </pc:sldChg>
      <pc:sldChg chg="add del modTransition">
        <pc:chgData name="한준 김" userId="7dd4edb89109a895" providerId="LiveId" clId="{B0EA322A-F585-4EE5-A004-E657958631F0}" dt="2024-04-05T02:22:25.092" v="3926" actId="2696"/>
        <pc:sldMkLst>
          <pc:docMk/>
          <pc:sldMk cId="4049046102" sldId="1575"/>
        </pc:sldMkLst>
      </pc:sldChg>
      <pc:sldChg chg="add del modTransition">
        <pc:chgData name="한준 김" userId="7dd4edb89109a895" providerId="LiveId" clId="{B0EA322A-F585-4EE5-A004-E657958631F0}" dt="2024-04-05T02:22:25.092" v="3926" actId="2696"/>
        <pc:sldMkLst>
          <pc:docMk/>
          <pc:sldMk cId="313355125" sldId="1576"/>
        </pc:sldMkLst>
      </pc:sldChg>
      <pc:sldChg chg="add del ord modTransition">
        <pc:chgData name="한준 김" userId="7dd4edb89109a895" providerId="LiveId" clId="{B0EA322A-F585-4EE5-A004-E657958631F0}" dt="2024-03-16T05:05:51.106" v="2835" actId="47"/>
        <pc:sldMkLst>
          <pc:docMk/>
          <pc:sldMk cId="2335954166" sldId="1576"/>
        </pc:sldMkLst>
      </pc:sldChg>
      <pc:sldChg chg="add del modTransition">
        <pc:chgData name="한준 김" userId="7dd4edb89109a895" providerId="LiveId" clId="{B0EA322A-F585-4EE5-A004-E657958631F0}" dt="2024-03-22T14:55:33.589" v="3356" actId="2696"/>
        <pc:sldMkLst>
          <pc:docMk/>
          <pc:sldMk cId="1763613461" sldId="1577"/>
        </pc:sldMkLst>
      </pc:sldChg>
      <pc:sldChg chg="add del modTransition">
        <pc:chgData name="한준 김" userId="7dd4edb89109a895" providerId="LiveId" clId="{B0EA322A-F585-4EE5-A004-E657958631F0}" dt="2024-04-05T02:22:25.092" v="3926" actId="2696"/>
        <pc:sldMkLst>
          <pc:docMk/>
          <pc:sldMk cId="3570490492" sldId="1578"/>
        </pc:sldMkLst>
      </pc:sldChg>
      <pc:sldChg chg="add del">
        <pc:chgData name="한준 김" userId="7dd4edb89109a895" providerId="LiveId" clId="{B0EA322A-F585-4EE5-A004-E657958631F0}" dt="2024-04-12T06:56:14.724" v="4431" actId="2696"/>
        <pc:sldMkLst>
          <pc:docMk/>
          <pc:sldMk cId="1888627102" sldId="1579"/>
        </pc:sldMkLst>
      </pc:sldChg>
      <pc:sldChg chg="add del modTransition">
        <pc:chgData name="한준 김" userId="7dd4edb89109a895" providerId="LiveId" clId="{B0EA322A-F585-4EE5-A004-E657958631F0}" dt="2024-05-10T07:41:19.317" v="5127" actId="2696"/>
        <pc:sldMkLst>
          <pc:docMk/>
          <pc:sldMk cId="2598568787" sldId="1580"/>
        </pc:sldMkLst>
      </pc:sldChg>
      <pc:sldChg chg="add del">
        <pc:chgData name="한준 김" userId="7dd4edb89109a895" providerId="LiveId" clId="{B0EA322A-F585-4EE5-A004-E657958631F0}" dt="2024-04-18T04:38:10.719" v="4614" actId="2696"/>
        <pc:sldMkLst>
          <pc:docMk/>
          <pc:sldMk cId="2500149722" sldId="1581"/>
        </pc:sldMkLst>
      </pc:sldChg>
      <pc:sldChg chg="add del modTransition">
        <pc:chgData name="한준 김" userId="7dd4edb89109a895" providerId="LiveId" clId="{B0EA322A-F585-4EE5-A004-E657958631F0}" dt="2024-05-10T07:41:19.317" v="5127" actId="2696"/>
        <pc:sldMkLst>
          <pc:docMk/>
          <pc:sldMk cId="346197798" sldId="1582"/>
        </pc:sldMkLst>
      </pc:sldChg>
      <pc:sldChg chg="add del modTransition">
        <pc:chgData name="한준 김" userId="7dd4edb89109a895" providerId="LiveId" clId="{B0EA322A-F585-4EE5-A004-E657958631F0}" dt="2024-05-10T07:41:19.317" v="5127" actId="2696"/>
        <pc:sldMkLst>
          <pc:docMk/>
          <pc:sldMk cId="3047353884" sldId="1583"/>
        </pc:sldMkLst>
      </pc:sldChg>
      <pc:sldChg chg="add del">
        <pc:chgData name="한준 김" userId="7dd4edb89109a895" providerId="LiveId" clId="{B0EA322A-F585-4EE5-A004-E657958631F0}" dt="2024-04-26T07:26:54.826" v="4742" actId="2696"/>
        <pc:sldMkLst>
          <pc:docMk/>
          <pc:sldMk cId="4206404491" sldId="1583"/>
        </pc:sldMkLst>
      </pc:sldChg>
      <pc:sldChg chg="add del modTransition">
        <pc:chgData name="한준 김" userId="7dd4edb89109a895" providerId="LiveId" clId="{B0EA322A-F585-4EE5-A004-E657958631F0}" dt="2024-05-10T07:41:19.317" v="5127" actId="2696"/>
        <pc:sldMkLst>
          <pc:docMk/>
          <pc:sldMk cId="1646346509" sldId="1584"/>
        </pc:sldMkLst>
      </pc:sldChg>
      <pc:sldChg chg="modSp add del mod modTransition">
        <pc:chgData name="한준 김" userId="7dd4edb89109a895" providerId="LiveId" clId="{B0EA322A-F585-4EE5-A004-E657958631F0}" dt="2024-05-10T07:41:19.317" v="5127" actId="2696"/>
        <pc:sldMkLst>
          <pc:docMk/>
          <pc:sldMk cId="1954181716" sldId="1585"/>
        </pc:sldMkLst>
      </pc:sldChg>
      <pc:sldChg chg="add del modTransition">
        <pc:chgData name="한준 김" userId="7dd4edb89109a895" providerId="LiveId" clId="{B0EA322A-F585-4EE5-A004-E657958631F0}" dt="2024-01-26T05:01:05.312" v="541" actId="2696"/>
        <pc:sldMkLst>
          <pc:docMk/>
          <pc:sldMk cId="824738831" sldId="1586"/>
        </pc:sldMkLst>
      </pc:sldChg>
      <pc:sldChg chg="add del modTransition">
        <pc:chgData name="한준 김" userId="7dd4edb89109a895" providerId="LiveId" clId="{B0EA322A-F585-4EE5-A004-E657958631F0}" dt="2024-02-08T04:21:00.677" v="1230" actId="47"/>
        <pc:sldMkLst>
          <pc:docMk/>
          <pc:sldMk cId="3389688940" sldId="1586"/>
        </pc:sldMkLst>
      </pc:sldChg>
      <pc:sldChg chg="add del modTransition">
        <pc:chgData name="한준 김" userId="7dd4edb89109a895" providerId="LiveId" clId="{B0EA322A-F585-4EE5-A004-E657958631F0}" dt="2024-01-26T05:01:05.312" v="541" actId="2696"/>
        <pc:sldMkLst>
          <pc:docMk/>
          <pc:sldMk cId="3073157610" sldId="1587"/>
        </pc:sldMkLst>
      </pc:sldChg>
      <pc:sldChg chg="add del modTransition">
        <pc:chgData name="한준 김" userId="7dd4edb89109a895" providerId="LiveId" clId="{B0EA322A-F585-4EE5-A004-E657958631F0}" dt="2024-02-15T07:34:33.873" v="1236" actId="2696"/>
        <pc:sldMkLst>
          <pc:docMk/>
          <pc:sldMk cId="4219465689" sldId="1587"/>
        </pc:sldMkLst>
      </pc:sldChg>
      <pc:sldChg chg="add del modTransition">
        <pc:chgData name="한준 김" userId="7dd4edb89109a895" providerId="LiveId" clId="{B0EA322A-F585-4EE5-A004-E657958631F0}" dt="2024-01-26T05:01:05.312" v="541" actId="2696"/>
        <pc:sldMkLst>
          <pc:docMk/>
          <pc:sldMk cId="352030981" sldId="1588"/>
        </pc:sldMkLst>
      </pc:sldChg>
      <pc:sldChg chg="add del modTransition">
        <pc:chgData name="한준 김" userId="7dd4edb89109a895" providerId="LiveId" clId="{B0EA322A-F585-4EE5-A004-E657958631F0}" dt="2024-02-15T07:34:33.873" v="1236" actId="2696"/>
        <pc:sldMkLst>
          <pc:docMk/>
          <pc:sldMk cId="1303619135" sldId="1588"/>
        </pc:sldMkLst>
      </pc:sldChg>
      <pc:sldChg chg="add del modTransition">
        <pc:chgData name="한준 김" userId="7dd4edb89109a895" providerId="LiveId" clId="{B0EA322A-F585-4EE5-A004-E657958631F0}" dt="2024-02-15T07:34:33.873" v="1236" actId="2696"/>
        <pc:sldMkLst>
          <pc:docMk/>
          <pc:sldMk cId="3967087315" sldId="1589"/>
        </pc:sldMkLst>
      </pc:sldChg>
      <pc:sldChg chg="add del modTransition">
        <pc:chgData name="한준 김" userId="7dd4edb89109a895" providerId="LiveId" clId="{B0EA322A-F585-4EE5-A004-E657958631F0}" dt="2024-02-15T07:34:33.873" v="1236" actId="2696"/>
        <pc:sldMkLst>
          <pc:docMk/>
          <pc:sldMk cId="1518182066" sldId="1591"/>
        </pc:sldMkLst>
      </pc:sldChg>
      <pc:sldChg chg="add del">
        <pc:chgData name="한준 김" userId="7dd4edb89109a895" providerId="LiveId" clId="{B0EA322A-F585-4EE5-A004-E657958631F0}" dt="2024-05-02T06:51:47.258" v="4875" actId="2696"/>
        <pc:sldMkLst>
          <pc:docMk/>
          <pc:sldMk cId="383329485" sldId="1592"/>
        </pc:sldMkLst>
      </pc:sldChg>
      <pc:sldChg chg="add del">
        <pc:chgData name="한준 김" userId="7dd4edb89109a895" providerId="LiveId" clId="{B0EA322A-F585-4EE5-A004-E657958631F0}" dt="2024-05-23T07:06:28.268" v="5529" actId="2696"/>
        <pc:sldMkLst>
          <pc:docMk/>
          <pc:sldMk cId="1348976540" sldId="1594"/>
        </pc:sldMkLst>
      </pc:sldChg>
      <pc:sldChg chg="add del">
        <pc:chgData name="한준 김" userId="7dd4edb89109a895" providerId="LiveId" clId="{B0EA322A-F585-4EE5-A004-E657958631F0}" dt="2024-05-16T09:12:00.161" v="5377" actId="2696"/>
        <pc:sldMkLst>
          <pc:docMk/>
          <pc:sldMk cId="3792944086" sldId="1598"/>
        </pc:sldMkLst>
      </pc:sldChg>
      <pc:sldChg chg="add del">
        <pc:chgData name="한준 김" userId="7dd4edb89109a895" providerId="LiveId" clId="{B0EA322A-F585-4EE5-A004-E657958631F0}" dt="2024-05-28T06:16:40.823" v="5665" actId="2696"/>
        <pc:sldMkLst>
          <pc:docMk/>
          <pc:sldMk cId="30295783" sldId="1601"/>
        </pc:sldMkLst>
      </pc:sldChg>
      <pc:sldChg chg="add del modTransition">
        <pc:chgData name="한준 김" userId="7dd4edb89109a895" providerId="LiveId" clId="{B0EA322A-F585-4EE5-A004-E657958631F0}" dt="2024-02-08T04:20:00.089" v="1173" actId="2696"/>
        <pc:sldMkLst>
          <pc:docMk/>
          <pc:sldMk cId="1480001668" sldId="1601"/>
        </pc:sldMkLst>
      </pc:sldChg>
      <pc:sldChg chg="add del modTransition">
        <pc:chgData name="한준 김" userId="7dd4edb89109a895" providerId="LiveId" clId="{B0EA322A-F585-4EE5-A004-E657958631F0}" dt="2024-02-08T04:20:00.089" v="1173" actId="2696"/>
        <pc:sldMkLst>
          <pc:docMk/>
          <pc:sldMk cId="2213012687" sldId="1602"/>
        </pc:sldMkLst>
      </pc:sldChg>
      <pc:sldChg chg="add del modTransition">
        <pc:chgData name="한준 김" userId="7dd4edb89109a895" providerId="LiveId" clId="{B0EA322A-F585-4EE5-A004-E657958631F0}" dt="2024-02-08T04:20:00.089" v="1173" actId="2696"/>
        <pc:sldMkLst>
          <pc:docMk/>
          <pc:sldMk cId="1956211775" sldId="1604"/>
        </pc:sldMkLst>
      </pc:sldChg>
      <pc:sldChg chg="add del modTransition">
        <pc:chgData name="한준 김" userId="7dd4edb89109a895" providerId="LiveId" clId="{B0EA322A-F585-4EE5-A004-E657958631F0}" dt="2024-02-23T04:23:25.985" v="1926" actId="2696"/>
        <pc:sldMkLst>
          <pc:docMk/>
          <pc:sldMk cId="2244704082" sldId="1606"/>
        </pc:sldMkLst>
      </pc:sldChg>
      <pc:sldChg chg="add del">
        <pc:chgData name="한준 김" userId="7dd4edb89109a895" providerId="LiveId" clId="{B0EA322A-F585-4EE5-A004-E657958631F0}" dt="2024-05-28T06:16:40.823" v="5665" actId="2696"/>
        <pc:sldMkLst>
          <pc:docMk/>
          <pc:sldMk cId="2672995583" sldId="1608"/>
        </pc:sldMkLst>
      </pc:sldChg>
      <pc:sldChg chg="add del modTransition">
        <pc:chgData name="한준 김" userId="7dd4edb89109a895" providerId="LiveId" clId="{B0EA322A-F585-4EE5-A004-E657958631F0}" dt="2024-02-23T04:23:25.985" v="1926" actId="2696"/>
        <pc:sldMkLst>
          <pc:docMk/>
          <pc:sldMk cId="2611521362" sldId="1609"/>
        </pc:sldMkLst>
      </pc:sldChg>
      <pc:sldChg chg="add del">
        <pc:chgData name="한준 김" userId="7dd4edb89109a895" providerId="LiveId" clId="{B0EA322A-F585-4EE5-A004-E657958631F0}" dt="2024-06-05T06:33:47.217" v="5847" actId="2696"/>
        <pc:sldMkLst>
          <pc:docMk/>
          <pc:sldMk cId="296506576" sldId="1610"/>
        </pc:sldMkLst>
      </pc:sldChg>
      <pc:sldChg chg="add del">
        <pc:chgData name="한준 김" userId="7dd4edb89109a895" providerId="LiveId" clId="{B0EA322A-F585-4EE5-A004-E657958631F0}" dt="2024-02-29T06:44:54.530" v="2425" actId="2696"/>
        <pc:sldMkLst>
          <pc:docMk/>
          <pc:sldMk cId="2366099385" sldId="1612"/>
        </pc:sldMkLst>
      </pc:sldChg>
      <pc:sldChg chg="add del modTransition">
        <pc:chgData name="한준 김" userId="7dd4edb89109a895" providerId="LiveId" clId="{B0EA322A-F585-4EE5-A004-E657958631F0}" dt="2024-02-29T06:44:37.619" v="2423"/>
        <pc:sldMkLst>
          <pc:docMk/>
          <pc:sldMk cId="2420068691" sldId="1612"/>
        </pc:sldMkLst>
      </pc:sldChg>
      <pc:sldChg chg="add del">
        <pc:chgData name="한준 김" userId="7dd4edb89109a895" providerId="LiveId" clId="{B0EA322A-F585-4EE5-A004-E657958631F0}" dt="2024-02-29T06:44:32.946" v="2421" actId="2696"/>
        <pc:sldMkLst>
          <pc:docMk/>
          <pc:sldMk cId="2895798700" sldId="1612"/>
        </pc:sldMkLst>
      </pc:sldChg>
      <pc:sldChg chg="modSp add del">
        <pc:chgData name="한준 김" userId="7dd4edb89109a895" providerId="LiveId" clId="{B0EA322A-F585-4EE5-A004-E657958631F0}" dt="2024-06-05T06:33:47.217" v="5847" actId="2696"/>
        <pc:sldMkLst>
          <pc:docMk/>
          <pc:sldMk cId="3285465129" sldId="1614"/>
        </pc:sldMkLst>
      </pc:sldChg>
      <pc:sldChg chg="add del">
        <pc:chgData name="한준 김" userId="7dd4edb89109a895" providerId="LiveId" clId="{B0EA322A-F585-4EE5-A004-E657958631F0}" dt="2024-06-05T06:33:47.217" v="5847" actId="2696"/>
        <pc:sldMkLst>
          <pc:docMk/>
          <pc:sldMk cId="1679502717" sldId="1616"/>
        </pc:sldMkLst>
      </pc:sldChg>
      <pc:sldChg chg="modSp add del">
        <pc:chgData name="한준 김" userId="7dd4edb89109a895" providerId="LiveId" clId="{B0EA322A-F585-4EE5-A004-E657958631F0}" dt="2024-06-05T06:33:47.217" v="5847" actId="2696"/>
        <pc:sldMkLst>
          <pc:docMk/>
          <pc:sldMk cId="3562499646" sldId="1618"/>
        </pc:sldMkLst>
      </pc:sldChg>
      <pc:sldChg chg="add del">
        <pc:chgData name="한준 김" userId="7dd4edb89109a895" providerId="LiveId" clId="{B0EA322A-F585-4EE5-A004-E657958631F0}" dt="2024-06-05T06:33:47.217" v="5847" actId="2696"/>
        <pc:sldMkLst>
          <pc:docMk/>
          <pc:sldMk cId="2941396756" sldId="1620"/>
        </pc:sldMkLst>
      </pc:sldChg>
      <pc:sldChg chg="modSp add del mod">
        <pc:chgData name="한준 김" userId="7dd4edb89109a895" providerId="LiveId" clId="{B0EA322A-F585-4EE5-A004-E657958631F0}" dt="2024-06-05T06:33:47.217" v="5847" actId="2696"/>
        <pc:sldMkLst>
          <pc:docMk/>
          <pc:sldMk cId="2934603137" sldId="1622"/>
        </pc:sldMkLst>
      </pc:sldChg>
      <pc:sldChg chg="add del modTransition">
        <pc:chgData name="한준 김" userId="7dd4edb89109a895" providerId="LiveId" clId="{B0EA322A-F585-4EE5-A004-E657958631F0}" dt="2024-06-05T06:33:47.217" v="5847" actId="2696"/>
        <pc:sldMkLst>
          <pc:docMk/>
          <pc:sldMk cId="4140822626" sldId="1624"/>
        </pc:sldMkLst>
      </pc:sldChg>
      <pc:sldChg chg="add del modTransition">
        <pc:chgData name="한준 김" userId="7dd4edb89109a895" providerId="LiveId" clId="{B0EA322A-F585-4EE5-A004-E657958631F0}" dt="2024-06-14T05:14:37.085" v="6252" actId="2696"/>
        <pc:sldMkLst>
          <pc:docMk/>
          <pc:sldMk cId="3167140680" sldId="1627"/>
        </pc:sldMkLst>
      </pc:sldChg>
      <pc:sldChg chg="add del modTransition">
        <pc:chgData name="한준 김" userId="7dd4edb89109a895" providerId="LiveId" clId="{B0EA322A-F585-4EE5-A004-E657958631F0}" dt="2024-06-14T05:14:37.085" v="6252" actId="2696"/>
        <pc:sldMkLst>
          <pc:docMk/>
          <pc:sldMk cId="1345045485" sldId="1633"/>
        </pc:sldMkLst>
      </pc:sldChg>
      <pc:sldChg chg="add del modTransition">
        <pc:chgData name="한준 김" userId="7dd4edb89109a895" providerId="LiveId" clId="{B0EA322A-F585-4EE5-A004-E657958631F0}" dt="2024-06-14T05:14:37.085" v="6252" actId="2696"/>
        <pc:sldMkLst>
          <pc:docMk/>
          <pc:sldMk cId="4200396775" sldId="1634"/>
        </pc:sldMkLst>
      </pc:sldChg>
      <pc:sldChg chg="add del modTransition">
        <pc:chgData name="한준 김" userId="7dd4edb89109a895" providerId="LiveId" clId="{B0EA322A-F585-4EE5-A004-E657958631F0}" dt="2024-06-14T05:14:37.085" v="6252" actId="2696"/>
        <pc:sldMkLst>
          <pc:docMk/>
          <pc:sldMk cId="1932298681" sldId="1635"/>
        </pc:sldMkLst>
      </pc:sldChg>
      <pc:sldChg chg="add del modTransition">
        <pc:chgData name="한준 김" userId="7dd4edb89109a895" providerId="LiveId" clId="{B0EA322A-F585-4EE5-A004-E657958631F0}" dt="2024-06-14T05:14:37.085" v="6252" actId="2696"/>
        <pc:sldMkLst>
          <pc:docMk/>
          <pc:sldMk cId="761677198" sldId="1636"/>
        </pc:sldMkLst>
      </pc:sldChg>
      <pc:sldChg chg="add del">
        <pc:chgData name="한준 김" userId="7dd4edb89109a895" providerId="LiveId" clId="{B0EA322A-F585-4EE5-A004-E657958631F0}" dt="2024-03-06T05:41:43.452" v="2687" actId="2696"/>
        <pc:sldMkLst>
          <pc:docMk/>
          <pc:sldMk cId="3911357236" sldId="1637"/>
        </pc:sldMkLst>
      </pc:sldChg>
      <pc:sldChg chg="add del">
        <pc:chgData name="한준 김" userId="7dd4edb89109a895" providerId="LiveId" clId="{B0EA322A-F585-4EE5-A004-E657958631F0}" dt="2024-06-26T05:35:33.495" v="7003" actId="2696"/>
        <pc:sldMkLst>
          <pc:docMk/>
          <pc:sldMk cId="910817321" sldId="1638"/>
        </pc:sldMkLst>
      </pc:sldChg>
      <pc:sldChg chg="add del">
        <pc:chgData name="한준 김" userId="7dd4edb89109a895" providerId="LiveId" clId="{B0EA322A-F585-4EE5-A004-E657958631F0}" dt="2024-07-19T05:37:34.692" v="8391"/>
        <pc:sldMkLst>
          <pc:docMk/>
          <pc:sldMk cId="2665989035" sldId="1639"/>
        </pc:sldMkLst>
      </pc:sldChg>
      <pc:sldChg chg="add del">
        <pc:chgData name="한준 김" userId="7dd4edb89109a895" providerId="LiveId" clId="{B0EA322A-F585-4EE5-A004-E657958631F0}" dt="2024-03-28T05:06:13.326" v="3551" actId="2696"/>
        <pc:sldMkLst>
          <pc:docMk/>
          <pc:sldMk cId="2516099783" sldId="1641"/>
        </pc:sldMkLst>
      </pc:sldChg>
      <pc:sldChg chg="modSp add del mod">
        <pc:chgData name="한준 김" userId="7dd4edb89109a895" providerId="LiveId" clId="{B0EA322A-F585-4EE5-A004-E657958631F0}" dt="2024-03-06T05:41:43.452" v="2687" actId="2696"/>
        <pc:sldMkLst>
          <pc:docMk/>
          <pc:sldMk cId="1527988664" sldId="1644"/>
        </pc:sldMkLst>
      </pc:sldChg>
      <pc:sldChg chg="add del ord modTransition">
        <pc:chgData name="한준 김" userId="7dd4edb89109a895" providerId="LiveId" clId="{B0EA322A-F585-4EE5-A004-E657958631F0}" dt="2024-03-16T05:05:51.106" v="2835" actId="47"/>
        <pc:sldMkLst>
          <pc:docMk/>
          <pc:sldMk cId="4241541466" sldId="1647"/>
        </pc:sldMkLst>
      </pc:sldChg>
      <pc:sldChg chg="add del modTransition">
        <pc:chgData name="한준 김" userId="7dd4edb89109a895" providerId="LiveId" clId="{B0EA322A-F585-4EE5-A004-E657958631F0}" dt="2024-07-19T05:37:34.692" v="8391"/>
        <pc:sldMkLst>
          <pc:docMk/>
          <pc:sldMk cId="3101775951" sldId="1649"/>
        </pc:sldMkLst>
      </pc:sldChg>
      <pc:sldChg chg="add del">
        <pc:chgData name="한준 김" userId="7dd4edb89109a895" providerId="LiveId" clId="{B0EA322A-F585-4EE5-A004-E657958631F0}" dt="2024-03-28T05:06:13.326" v="3551" actId="2696"/>
        <pc:sldMkLst>
          <pc:docMk/>
          <pc:sldMk cId="3192940327" sldId="1650"/>
        </pc:sldMkLst>
      </pc:sldChg>
      <pc:sldChg chg="add del modTransition">
        <pc:chgData name="한준 김" userId="7dd4edb89109a895" providerId="LiveId" clId="{B0EA322A-F585-4EE5-A004-E657958631F0}" dt="2024-03-22T14:55:33.589" v="3356" actId="2696"/>
        <pc:sldMkLst>
          <pc:docMk/>
          <pc:sldMk cId="3106354278" sldId="1652"/>
        </pc:sldMkLst>
      </pc:sldChg>
      <pc:sldChg chg="modSp add del modTransition modAnim">
        <pc:chgData name="한준 김" userId="7dd4edb89109a895" providerId="LiveId" clId="{B0EA322A-F585-4EE5-A004-E657958631F0}" dt="2024-03-22T14:55:33.589" v="3356" actId="2696"/>
        <pc:sldMkLst>
          <pc:docMk/>
          <pc:sldMk cId="1735231296" sldId="1653"/>
        </pc:sldMkLst>
      </pc:sldChg>
      <pc:sldChg chg="delSp add del mod delAnim">
        <pc:chgData name="한준 김" userId="7dd4edb89109a895" providerId="LiveId" clId="{B0EA322A-F585-4EE5-A004-E657958631F0}" dt="2024-04-05T02:24:52.086" v="3969" actId="2696"/>
        <pc:sldMkLst>
          <pc:docMk/>
          <pc:sldMk cId="2517771108" sldId="1654"/>
        </pc:sldMkLst>
      </pc:sldChg>
      <pc:sldChg chg="modSp add del mod modTransition">
        <pc:chgData name="한준 김" userId="7dd4edb89109a895" providerId="LiveId" clId="{B0EA322A-F585-4EE5-A004-E657958631F0}" dt="2024-04-05T02:22:25.092" v="3926" actId="2696"/>
        <pc:sldMkLst>
          <pc:docMk/>
          <pc:sldMk cId="3105324020" sldId="1655"/>
        </pc:sldMkLst>
      </pc:sldChg>
      <pc:sldChg chg="delSp modSp add del mod delAnim">
        <pc:chgData name="한준 김" userId="7dd4edb89109a895" providerId="LiveId" clId="{B0EA322A-F585-4EE5-A004-E657958631F0}" dt="2024-04-12T06:56:14.724" v="4431" actId="2696"/>
        <pc:sldMkLst>
          <pc:docMk/>
          <pc:sldMk cId="962420069" sldId="1656"/>
        </pc:sldMkLst>
      </pc:sldChg>
      <pc:sldChg chg="add del modTransition">
        <pc:chgData name="한준 김" userId="7dd4edb89109a895" providerId="LiveId" clId="{B0EA322A-F585-4EE5-A004-E657958631F0}" dt="2024-05-10T07:41:19.317" v="5127" actId="2696"/>
        <pc:sldMkLst>
          <pc:docMk/>
          <pc:sldMk cId="793904215" sldId="1657"/>
        </pc:sldMkLst>
      </pc:sldChg>
      <pc:sldChg chg="add del modTransition">
        <pc:chgData name="한준 김" userId="7dd4edb89109a895" providerId="LiveId" clId="{B0EA322A-F585-4EE5-A004-E657958631F0}" dt="2024-05-10T07:41:19.317" v="5127" actId="2696"/>
        <pc:sldMkLst>
          <pc:docMk/>
          <pc:sldMk cId="960401073" sldId="1658"/>
        </pc:sldMkLst>
      </pc:sldChg>
      <pc:sldChg chg="modSp add del mod modAnim">
        <pc:chgData name="한준 김" userId="7dd4edb89109a895" providerId="LiveId" clId="{B0EA322A-F585-4EE5-A004-E657958631F0}" dt="2024-04-12T06:56:14.724" v="4431" actId="2696"/>
        <pc:sldMkLst>
          <pc:docMk/>
          <pc:sldMk cId="1551219163" sldId="1658"/>
        </pc:sldMkLst>
      </pc:sldChg>
      <pc:sldChg chg="add del modTransition">
        <pc:chgData name="한준 김" userId="7dd4edb89109a895" providerId="LiveId" clId="{B0EA322A-F585-4EE5-A004-E657958631F0}" dt="2024-02-08T04:26:30.221" v="1234" actId="2696"/>
        <pc:sldMkLst>
          <pc:docMk/>
          <pc:sldMk cId="1215769067" sldId="1659"/>
        </pc:sldMkLst>
      </pc:sldChg>
      <pc:sldChg chg="add del">
        <pc:chgData name="한준 김" userId="7dd4edb89109a895" providerId="LiveId" clId="{B0EA322A-F585-4EE5-A004-E657958631F0}" dt="2024-05-02T06:51:47.258" v="4875" actId="2696"/>
        <pc:sldMkLst>
          <pc:docMk/>
          <pc:sldMk cId="3516489489" sldId="1660"/>
        </pc:sldMkLst>
      </pc:sldChg>
      <pc:sldChg chg="add del">
        <pc:chgData name="한준 김" userId="7dd4edb89109a895" providerId="LiveId" clId="{B0EA322A-F585-4EE5-A004-E657958631F0}" dt="2024-04-12T06:56:14.724" v="4431" actId="2696"/>
        <pc:sldMkLst>
          <pc:docMk/>
          <pc:sldMk cId="2056270580" sldId="1662"/>
        </pc:sldMkLst>
      </pc:sldChg>
      <pc:sldChg chg="add del">
        <pc:chgData name="한준 김" userId="7dd4edb89109a895" providerId="LiveId" clId="{B0EA322A-F585-4EE5-A004-E657958631F0}" dt="2024-04-12T06:56:14.724" v="4431" actId="2696"/>
        <pc:sldMkLst>
          <pc:docMk/>
          <pc:sldMk cId="3892618008" sldId="1664"/>
        </pc:sldMkLst>
      </pc:sldChg>
      <pc:sldChg chg="modSp add del mod">
        <pc:chgData name="한준 김" userId="7dd4edb89109a895" providerId="LiveId" clId="{B0EA322A-F585-4EE5-A004-E657958631F0}" dt="2024-04-12T06:56:14.724" v="4431" actId="2696"/>
        <pc:sldMkLst>
          <pc:docMk/>
          <pc:sldMk cId="3656339443" sldId="1668"/>
        </pc:sldMkLst>
      </pc:sldChg>
      <pc:sldChg chg="add del">
        <pc:chgData name="한준 김" userId="7dd4edb89109a895" providerId="LiveId" clId="{B0EA322A-F585-4EE5-A004-E657958631F0}" dt="2024-06-14T05:14:37.085" v="6252" actId="2696"/>
        <pc:sldMkLst>
          <pc:docMk/>
          <pc:sldMk cId="2065286162" sldId="1670"/>
        </pc:sldMkLst>
      </pc:sldChg>
      <pc:sldChg chg="add del modTransition">
        <pc:chgData name="한준 김" userId="7dd4edb89109a895" providerId="LiveId" clId="{B0EA322A-F585-4EE5-A004-E657958631F0}" dt="2024-04-18T04:38:10.719" v="4614" actId="2696"/>
        <pc:sldMkLst>
          <pc:docMk/>
          <pc:sldMk cId="3025140860" sldId="1670"/>
        </pc:sldMkLst>
      </pc:sldChg>
      <pc:sldChg chg="add del">
        <pc:chgData name="한준 김" userId="7dd4edb89109a895" providerId="LiveId" clId="{B0EA322A-F585-4EE5-A004-E657958631F0}" dt="2024-06-20T04:42:42.220" v="6682" actId="2696"/>
        <pc:sldMkLst>
          <pc:docMk/>
          <pc:sldMk cId="3696752844" sldId="1672"/>
        </pc:sldMkLst>
      </pc:sldChg>
      <pc:sldChg chg="add del modTransition">
        <pc:chgData name="한준 김" userId="7dd4edb89109a895" providerId="LiveId" clId="{B0EA322A-F585-4EE5-A004-E657958631F0}" dt="2024-06-14T05:14:37.085" v="6252" actId="2696"/>
        <pc:sldMkLst>
          <pc:docMk/>
          <pc:sldMk cId="4123834999" sldId="1672"/>
        </pc:sldMkLst>
      </pc:sldChg>
      <pc:sldChg chg="add del modTransition">
        <pc:chgData name="한준 김" userId="7dd4edb89109a895" providerId="LiveId" clId="{B0EA322A-F585-4EE5-A004-E657958631F0}" dt="2024-04-26T07:26:54.826" v="4742" actId="2696"/>
        <pc:sldMkLst>
          <pc:docMk/>
          <pc:sldMk cId="186079592" sldId="1673"/>
        </pc:sldMkLst>
      </pc:sldChg>
      <pc:sldChg chg="add del modTransition">
        <pc:chgData name="한준 김" userId="7dd4edb89109a895" providerId="LiveId" clId="{B0EA322A-F585-4EE5-A004-E657958631F0}" dt="2024-04-18T04:38:10.719" v="4614" actId="2696"/>
        <pc:sldMkLst>
          <pc:docMk/>
          <pc:sldMk cId="4007773804" sldId="1677"/>
        </pc:sldMkLst>
      </pc:sldChg>
      <pc:sldChg chg="add del">
        <pc:chgData name="한준 김" userId="7dd4edb89109a895" providerId="LiveId" clId="{B0EA322A-F585-4EE5-A004-E657958631F0}" dt="2024-07-19T05:37:34.692" v="8391"/>
        <pc:sldMkLst>
          <pc:docMk/>
          <pc:sldMk cId="3180209946" sldId="1678"/>
        </pc:sldMkLst>
      </pc:sldChg>
      <pc:sldChg chg="add del">
        <pc:chgData name="한준 김" userId="7dd4edb89109a895" providerId="LiveId" clId="{B0EA322A-F585-4EE5-A004-E657958631F0}" dt="2024-04-18T04:38:10.719" v="4614" actId="2696"/>
        <pc:sldMkLst>
          <pc:docMk/>
          <pc:sldMk cId="2741686701" sldId="1679"/>
        </pc:sldMkLst>
      </pc:sldChg>
      <pc:sldChg chg="add del modTransition">
        <pc:chgData name="한준 김" userId="7dd4edb89109a895" providerId="LiveId" clId="{B0EA322A-F585-4EE5-A004-E657958631F0}" dt="2024-01-26T05:01:05.312" v="541" actId="2696"/>
        <pc:sldMkLst>
          <pc:docMk/>
          <pc:sldMk cId="1423556497" sldId="1682"/>
        </pc:sldMkLst>
      </pc:sldChg>
      <pc:sldChg chg="add del modTransition">
        <pc:chgData name="한준 김" userId="7dd4edb89109a895" providerId="LiveId" clId="{B0EA322A-F585-4EE5-A004-E657958631F0}" dt="2024-01-26T05:01:05.312" v="541" actId="2696"/>
        <pc:sldMkLst>
          <pc:docMk/>
          <pc:sldMk cId="654227494" sldId="1683"/>
        </pc:sldMkLst>
      </pc:sldChg>
      <pc:sldChg chg="add del modTransition">
        <pc:chgData name="한준 김" userId="7dd4edb89109a895" providerId="LiveId" clId="{B0EA322A-F585-4EE5-A004-E657958631F0}" dt="2024-04-05T02:22:25.092" v="3926" actId="2696"/>
        <pc:sldMkLst>
          <pc:docMk/>
          <pc:sldMk cId="913588847" sldId="1683"/>
        </pc:sldMkLst>
      </pc:sldChg>
      <pc:sldChg chg="add del">
        <pc:chgData name="한준 김" userId="7dd4edb89109a895" providerId="LiveId" clId="{B0EA322A-F585-4EE5-A004-E657958631F0}" dt="2024-05-10T07:41:19.317" v="5127" actId="2696"/>
        <pc:sldMkLst>
          <pc:docMk/>
          <pc:sldMk cId="4181618038" sldId="1684"/>
        </pc:sldMkLst>
      </pc:sldChg>
      <pc:sldChg chg="add del">
        <pc:chgData name="한준 김" userId="7dd4edb89109a895" providerId="LiveId" clId="{B0EA322A-F585-4EE5-A004-E657958631F0}" dt="2024-02-15T07:34:33.873" v="1236" actId="2696"/>
        <pc:sldMkLst>
          <pc:docMk/>
          <pc:sldMk cId="264531665" sldId="1686"/>
        </pc:sldMkLst>
      </pc:sldChg>
      <pc:sldChg chg="add del">
        <pc:chgData name="한준 김" userId="7dd4edb89109a895" providerId="LiveId" clId="{B0EA322A-F585-4EE5-A004-E657958631F0}" dt="2024-02-15T07:34:33.873" v="1236" actId="2696"/>
        <pc:sldMkLst>
          <pc:docMk/>
          <pc:sldMk cId="3073042994" sldId="1687"/>
        </pc:sldMkLst>
      </pc:sldChg>
      <pc:sldChg chg="del">
        <pc:chgData name="한준 김" userId="7dd4edb89109a895" providerId="LiveId" clId="{B0EA322A-F585-4EE5-A004-E657958631F0}" dt="2023-12-30T04:54:44.302" v="198" actId="47"/>
        <pc:sldMkLst>
          <pc:docMk/>
          <pc:sldMk cId="3928245138" sldId="1688"/>
        </pc:sldMkLst>
      </pc:sldChg>
      <pc:sldChg chg="modSp del mod">
        <pc:chgData name="한준 김" userId="7dd4edb89109a895" providerId="LiveId" clId="{B0EA322A-F585-4EE5-A004-E657958631F0}" dt="2023-12-30T04:54:44.302" v="198" actId="47"/>
        <pc:sldMkLst>
          <pc:docMk/>
          <pc:sldMk cId="2366303659" sldId="1689"/>
        </pc:sldMkLst>
      </pc:sldChg>
      <pc:sldChg chg="add del">
        <pc:chgData name="한준 김" userId="7dd4edb89109a895" providerId="LiveId" clId="{B0EA322A-F585-4EE5-A004-E657958631F0}" dt="2024-05-16T09:12:00.161" v="5377" actId="2696"/>
        <pc:sldMkLst>
          <pc:docMk/>
          <pc:sldMk cId="3374131592" sldId="1689"/>
        </pc:sldMkLst>
      </pc:sldChg>
      <pc:sldChg chg="add del modTransition">
        <pc:chgData name="한준 김" userId="7dd4edb89109a895" providerId="LiveId" clId="{B0EA322A-F585-4EE5-A004-E657958631F0}" dt="2024-02-02T04:57:22.867" v="629" actId="2696"/>
        <pc:sldMkLst>
          <pc:docMk/>
          <pc:sldMk cId="742053822" sldId="1690"/>
        </pc:sldMkLst>
      </pc:sldChg>
      <pc:sldChg chg="add del">
        <pc:chgData name="한준 김" userId="7dd4edb89109a895" providerId="LiveId" clId="{B0EA322A-F585-4EE5-A004-E657958631F0}" dt="2024-05-16T09:12:00.161" v="5377" actId="2696"/>
        <pc:sldMkLst>
          <pc:docMk/>
          <pc:sldMk cId="1715662066" sldId="1690"/>
        </pc:sldMkLst>
      </pc:sldChg>
      <pc:sldChg chg="add del modTransition">
        <pc:chgData name="한준 김" userId="7dd4edb89109a895" providerId="LiveId" clId="{B0EA322A-F585-4EE5-A004-E657958631F0}" dt="2024-02-02T04:57:22.867" v="629" actId="2696"/>
        <pc:sldMkLst>
          <pc:docMk/>
          <pc:sldMk cId="4053524907" sldId="1691"/>
        </pc:sldMkLst>
      </pc:sldChg>
      <pc:sldChg chg="add del">
        <pc:chgData name="한준 김" userId="7dd4edb89109a895" providerId="LiveId" clId="{B0EA322A-F585-4EE5-A004-E657958631F0}" dt="2024-05-16T09:12:00.161" v="5377" actId="2696"/>
        <pc:sldMkLst>
          <pc:docMk/>
          <pc:sldMk cId="1400152110" sldId="1692"/>
        </pc:sldMkLst>
      </pc:sldChg>
      <pc:sldChg chg="add del modTransition">
        <pc:chgData name="한준 김" userId="7dd4edb89109a895" providerId="LiveId" clId="{B0EA322A-F585-4EE5-A004-E657958631F0}" dt="2024-02-08T04:20:00.089" v="1173" actId="2696"/>
        <pc:sldMkLst>
          <pc:docMk/>
          <pc:sldMk cId="2550772449" sldId="1692"/>
        </pc:sldMkLst>
      </pc:sldChg>
      <pc:sldChg chg="add del modTransition">
        <pc:chgData name="한준 김" userId="7dd4edb89109a895" providerId="LiveId" clId="{B0EA322A-F585-4EE5-A004-E657958631F0}" dt="2024-02-08T04:20:00.089" v="1173" actId="2696"/>
        <pc:sldMkLst>
          <pc:docMk/>
          <pc:sldMk cId="437346640" sldId="1693"/>
        </pc:sldMkLst>
      </pc:sldChg>
      <pc:sldChg chg="add del">
        <pc:chgData name="한준 김" userId="7dd4edb89109a895" providerId="LiveId" clId="{B0EA322A-F585-4EE5-A004-E657958631F0}" dt="2024-05-23T07:06:28.268" v="5529" actId="2696"/>
        <pc:sldMkLst>
          <pc:docMk/>
          <pc:sldMk cId="1698054371" sldId="1693"/>
        </pc:sldMkLst>
      </pc:sldChg>
      <pc:sldChg chg="add del">
        <pc:chgData name="한준 김" userId="7dd4edb89109a895" providerId="LiveId" clId="{B0EA322A-F585-4EE5-A004-E657958631F0}" dt="2024-05-16T09:12:00.161" v="5377" actId="2696"/>
        <pc:sldMkLst>
          <pc:docMk/>
          <pc:sldMk cId="2467306824" sldId="1693"/>
        </pc:sldMkLst>
      </pc:sldChg>
      <pc:sldChg chg="add del">
        <pc:chgData name="한준 김" userId="7dd4edb89109a895" providerId="LiveId" clId="{B0EA322A-F585-4EE5-A004-E657958631F0}" dt="2024-05-16T09:12:00.161" v="5377" actId="2696"/>
        <pc:sldMkLst>
          <pc:docMk/>
          <pc:sldMk cId="2272713793" sldId="1694"/>
        </pc:sldMkLst>
      </pc:sldChg>
      <pc:sldChg chg="add del">
        <pc:chgData name="한준 김" userId="7dd4edb89109a895" providerId="LiveId" clId="{B0EA322A-F585-4EE5-A004-E657958631F0}" dt="2024-05-23T07:06:28.268" v="5529" actId="2696"/>
        <pc:sldMkLst>
          <pc:docMk/>
          <pc:sldMk cId="2325415109" sldId="1694"/>
        </pc:sldMkLst>
      </pc:sldChg>
      <pc:sldChg chg="add del modTransition">
        <pc:chgData name="한준 김" userId="7dd4edb89109a895" providerId="LiveId" clId="{B0EA322A-F585-4EE5-A004-E657958631F0}" dt="2024-02-23T04:23:25.985" v="1926" actId="2696"/>
        <pc:sldMkLst>
          <pc:docMk/>
          <pc:sldMk cId="4063145563" sldId="1694"/>
        </pc:sldMkLst>
      </pc:sldChg>
      <pc:sldChg chg="add del modTransition">
        <pc:chgData name="한준 김" userId="7dd4edb89109a895" providerId="LiveId" clId="{B0EA322A-F585-4EE5-A004-E657958631F0}" dt="2024-02-23T04:23:25.985" v="1926" actId="2696"/>
        <pc:sldMkLst>
          <pc:docMk/>
          <pc:sldMk cId="1059869201" sldId="1695"/>
        </pc:sldMkLst>
      </pc:sldChg>
      <pc:sldChg chg="add del">
        <pc:chgData name="한준 김" userId="7dd4edb89109a895" providerId="LiveId" clId="{B0EA322A-F585-4EE5-A004-E657958631F0}" dt="2024-05-16T09:13:35.807" v="5394" actId="2696"/>
        <pc:sldMkLst>
          <pc:docMk/>
          <pc:sldMk cId="2212230134" sldId="1695"/>
        </pc:sldMkLst>
      </pc:sldChg>
      <pc:sldChg chg="add del">
        <pc:chgData name="한준 김" userId="7dd4edb89109a895" providerId="LiveId" clId="{B0EA322A-F585-4EE5-A004-E657958631F0}" dt="2024-05-23T07:06:28.268" v="5529" actId="2696"/>
        <pc:sldMkLst>
          <pc:docMk/>
          <pc:sldMk cId="1506061406" sldId="1696"/>
        </pc:sldMkLst>
      </pc:sldChg>
      <pc:sldChg chg="add del">
        <pc:chgData name="한준 김" userId="7dd4edb89109a895" providerId="LiveId" clId="{B0EA322A-F585-4EE5-A004-E657958631F0}" dt="2024-02-29T06:44:54.530" v="2425" actId="2696"/>
        <pc:sldMkLst>
          <pc:docMk/>
          <pc:sldMk cId="1956687393" sldId="1696"/>
        </pc:sldMkLst>
      </pc:sldChg>
      <pc:sldChg chg="add del modTransition">
        <pc:chgData name="한준 김" userId="7dd4edb89109a895" providerId="LiveId" clId="{B0EA322A-F585-4EE5-A004-E657958631F0}" dt="2024-02-29T06:44:37.619" v="2423"/>
        <pc:sldMkLst>
          <pc:docMk/>
          <pc:sldMk cId="3708481586" sldId="1696"/>
        </pc:sldMkLst>
      </pc:sldChg>
      <pc:sldChg chg="add del">
        <pc:chgData name="한준 김" userId="7dd4edb89109a895" providerId="LiveId" clId="{B0EA322A-F585-4EE5-A004-E657958631F0}" dt="2024-02-29T06:44:32.946" v="2421" actId="2696"/>
        <pc:sldMkLst>
          <pc:docMk/>
          <pc:sldMk cId="3810319777" sldId="1696"/>
        </pc:sldMkLst>
      </pc:sldChg>
      <pc:sldChg chg="add del">
        <pc:chgData name="한준 김" userId="7dd4edb89109a895" providerId="LiveId" clId="{B0EA322A-F585-4EE5-A004-E657958631F0}" dt="2024-02-29T06:44:54.530" v="2425" actId="2696"/>
        <pc:sldMkLst>
          <pc:docMk/>
          <pc:sldMk cId="48887550" sldId="1697"/>
        </pc:sldMkLst>
      </pc:sldChg>
      <pc:sldChg chg="add del modTransition">
        <pc:chgData name="한준 김" userId="7dd4edb89109a895" providerId="LiveId" clId="{B0EA322A-F585-4EE5-A004-E657958631F0}" dt="2024-02-29T06:44:37.619" v="2423"/>
        <pc:sldMkLst>
          <pc:docMk/>
          <pc:sldMk cId="1881373299" sldId="1697"/>
        </pc:sldMkLst>
      </pc:sldChg>
      <pc:sldChg chg="add del">
        <pc:chgData name="한준 김" userId="7dd4edb89109a895" providerId="LiveId" clId="{B0EA322A-F585-4EE5-A004-E657958631F0}" dt="2024-02-29T06:44:32.946" v="2421" actId="2696"/>
        <pc:sldMkLst>
          <pc:docMk/>
          <pc:sldMk cId="3255286508" sldId="1697"/>
        </pc:sldMkLst>
      </pc:sldChg>
      <pc:sldChg chg="add del">
        <pc:chgData name="한준 김" userId="7dd4edb89109a895" providerId="LiveId" clId="{B0EA322A-F585-4EE5-A004-E657958631F0}" dt="2024-02-29T06:44:32.946" v="2421" actId="2696"/>
        <pc:sldMkLst>
          <pc:docMk/>
          <pc:sldMk cId="2097764176" sldId="1698"/>
        </pc:sldMkLst>
      </pc:sldChg>
      <pc:sldChg chg="add del modTransition">
        <pc:chgData name="한준 김" userId="7dd4edb89109a895" providerId="LiveId" clId="{B0EA322A-F585-4EE5-A004-E657958631F0}" dt="2024-02-29T06:44:37.619" v="2423"/>
        <pc:sldMkLst>
          <pc:docMk/>
          <pc:sldMk cId="2194169175" sldId="1698"/>
        </pc:sldMkLst>
      </pc:sldChg>
      <pc:sldChg chg="add del">
        <pc:chgData name="한준 김" userId="7dd4edb89109a895" providerId="LiveId" clId="{B0EA322A-F585-4EE5-A004-E657958631F0}" dt="2024-02-29T06:44:54.530" v="2425" actId="2696"/>
        <pc:sldMkLst>
          <pc:docMk/>
          <pc:sldMk cId="3820689968" sldId="1698"/>
        </pc:sldMkLst>
      </pc:sldChg>
      <pc:sldChg chg="add del">
        <pc:chgData name="한준 김" userId="7dd4edb89109a895" providerId="LiveId" clId="{B0EA322A-F585-4EE5-A004-E657958631F0}" dt="2024-02-29T06:44:32.946" v="2421" actId="2696"/>
        <pc:sldMkLst>
          <pc:docMk/>
          <pc:sldMk cId="691636417" sldId="1699"/>
        </pc:sldMkLst>
      </pc:sldChg>
      <pc:sldChg chg="add del">
        <pc:chgData name="한준 김" userId="7dd4edb89109a895" providerId="LiveId" clId="{B0EA322A-F585-4EE5-A004-E657958631F0}" dt="2024-02-29T06:44:54.530" v="2425" actId="2696"/>
        <pc:sldMkLst>
          <pc:docMk/>
          <pc:sldMk cId="858025965" sldId="1699"/>
        </pc:sldMkLst>
      </pc:sldChg>
      <pc:sldChg chg="add del">
        <pc:chgData name="한준 김" userId="7dd4edb89109a895" providerId="LiveId" clId="{B0EA322A-F585-4EE5-A004-E657958631F0}" dt="2024-02-29T06:44:37.619" v="2423"/>
        <pc:sldMkLst>
          <pc:docMk/>
          <pc:sldMk cId="2462660040" sldId="1699"/>
        </pc:sldMkLst>
      </pc:sldChg>
      <pc:sldChg chg="add del">
        <pc:chgData name="한준 김" userId="7dd4edb89109a895" providerId="LiveId" clId="{B0EA322A-F585-4EE5-A004-E657958631F0}" dt="2024-02-29T06:44:37.619" v="2423"/>
        <pc:sldMkLst>
          <pc:docMk/>
          <pc:sldMk cId="55849401" sldId="1700"/>
        </pc:sldMkLst>
      </pc:sldChg>
      <pc:sldChg chg="add del">
        <pc:chgData name="한준 김" userId="7dd4edb89109a895" providerId="LiveId" clId="{B0EA322A-F585-4EE5-A004-E657958631F0}" dt="2024-02-29T06:44:54.530" v="2425" actId="2696"/>
        <pc:sldMkLst>
          <pc:docMk/>
          <pc:sldMk cId="588021271" sldId="1700"/>
        </pc:sldMkLst>
      </pc:sldChg>
      <pc:sldChg chg="add del">
        <pc:chgData name="한준 김" userId="7dd4edb89109a895" providerId="LiveId" clId="{B0EA322A-F585-4EE5-A004-E657958631F0}" dt="2024-02-29T06:44:32.946" v="2421" actId="2696"/>
        <pc:sldMkLst>
          <pc:docMk/>
          <pc:sldMk cId="2491952810" sldId="1700"/>
        </pc:sldMkLst>
      </pc:sldChg>
      <pc:sldChg chg="add del modTransition">
        <pc:chgData name="한준 김" userId="7dd4edb89109a895" providerId="LiveId" clId="{B0EA322A-F585-4EE5-A004-E657958631F0}" dt="2024-03-06T05:41:43.452" v="2687" actId="2696"/>
        <pc:sldMkLst>
          <pc:docMk/>
          <pc:sldMk cId="3735954689" sldId="1700"/>
        </pc:sldMkLst>
      </pc:sldChg>
      <pc:sldChg chg="add del">
        <pc:chgData name="한준 김" userId="7dd4edb89109a895" providerId="LiveId" clId="{B0EA322A-F585-4EE5-A004-E657958631F0}" dt="2024-05-28T06:16:40.823" v="5665" actId="2696"/>
        <pc:sldMkLst>
          <pc:docMk/>
          <pc:sldMk cId="2561831520" sldId="1701"/>
        </pc:sldMkLst>
      </pc:sldChg>
      <pc:sldChg chg="add del modTransition setBg">
        <pc:chgData name="한준 김" userId="7dd4edb89109a895" providerId="LiveId" clId="{B0EA322A-F585-4EE5-A004-E657958631F0}" dt="2024-03-06T05:41:43.452" v="2687" actId="2696"/>
        <pc:sldMkLst>
          <pc:docMk/>
          <pc:sldMk cId="4173126306" sldId="1701"/>
        </pc:sldMkLst>
      </pc:sldChg>
      <pc:sldChg chg="add del">
        <pc:chgData name="한준 김" userId="7dd4edb89109a895" providerId="LiveId" clId="{B0EA322A-F585-4EE5-A004-E657958631F0}" dt="2024-05-28T06:16:40.823" v="5665" actId="2696"/>
        <pc:sldMkLst>
          <pc:docMk/>
          <pc:sldMk cId="587752068" sldId="1702"/>
        </pc:sldMkLst>
      </pc:sldChg>
      <pc:sldChg chg="add del modTransition">
        <pc:chgData name="한준 김" userId="7dd4edb89109a895" providerId="LiveId" clId="{B0EA322A-F585-4EE5-A004-E657958631F0}" dt="2024-03-06T05:41:43.452" v="2687" actId="2696"/>
        <pc:sldMkLst>
          <pc:docMk/>
          <pc:sldMk cId="1059490514" sldId="1702"/>
        </pc:sldMkLst>
      </pc:sldChg>
      <pc:sldChg chg="add del ord modTransition">
        <pc:chgData name="한준 김" userId="7dd4edb89109a895" providerId="LiveId" clId="{B0EA322A-F585-4EE5-A004-E657958631F0}" dt="2024-03-16T05:05:51.106" v="2835" actId="47"/>
        <pc:sldMkLst>
          <pc:docMk/>
          <pc:sldMk cId="2213289749" sldId="1704"/>
        </pc:sldMkLst>
      </pc:sldChg>
      <pc:sldChg chg="add del">
        <pc:chgData name="한준 김" userId="7dd4edb89109a895" providerId="LiveId" clId="{B0EA322A-F585-4EE5-A004-E657958631F0}" dt="2024-05-28T06:16:40.823" v="5665" actId="2696"/>
        <pc:sldMkLst>
          <pc:docMk/>
          <pc:sldMk cId="3721029091" sldId="1704"/>
        </pc:sldMkLst>
      </pc:sldChg>
      <pc:sldChg chg="add del ord modTransition">
        <pc:chgData name="한준 김" userId="7dd4edb89109a895" providerId="LiveId" clId="{B0EA322A-F585-4EE5-A004-E657958631F0}" dt="2024-03-16T05:05:51.106" v="2835" actId="47"/>
        <pc:sldMkLst>
          <pc:docMk/>
          <pc:sldMk cId="543271839" sldId="1705"/>
        </pc:sldMkLst>
      </pc:sldChg>
      <pc:sldChg chg="delSp add del mod modTransition delAnim">
        <pc:chgData name="한준 김" userId="7dd4edb89109a895" providerId="LiveId" clId="{B0EA322A-F585-4EE5-A004-E657958631F0}" dt="2024-06-05T06:33:47.217" v="5847" actId="2696"/>
        <pc:sldMkLst>
          <pc:docMk/>
          <pc:sldMk cId="1345184976" sldId="1705"/>
        </pc:sldMkLst>
      </pc:sldChg>
      <pc:sldChg chg="add del">
        <pc:chgData name="한준 김" userId="7dd4edb89109a895" providerId="LiveId" clId="{B0EA322A-F585-4EE5-A004-E657958631F0}" dt="2024-05-28T06:16:40.823" v="5665" actId="2696"/>
        <pc:sldMkLst>
          <pc:docMk/>
          <pc:sldMk cId="4193471502" sldId="1705"/>
        </pc:sldMkLst>
      </pc:sldChg>
      <pc:sldChg chg="add del">
        <pc:chgData name="한준 김" userId="7dd4edb89109a895" providerId="LiveId" clId="{B0EA322A-F585-4EE5-A004-E657958631F0}" dt="2024-05-28T06:16:40.823" v="5665" actId="2696"/>
        <pc:sldMkLst>
          <pc:docMk/>
          <pc:sldMk cId="2003936610" sldId="1706"/>
        </pc:sldMkLst>
      </pc:sldChg>
      <pc:sldChg chg="add del">
        <pc:chgData name="한준 김" userId="7dd4edb89109a895" providerId="LiveId" clId="{B0EA322A-F585-4EE5-A004-E657958631F0}" dt="2024-06-05T06:33:47.217" v="5847" actId="2696"/>
        <pc:sldMkLst>
          <pc:docMk/>
          <pc:sldMk cId="2865196736" sldId="1706"/>
        </pc:sldMkLst>
      </pc:sldChg>
      <pc:sldChg chg="add del ord modTransition">
        <pc:chgData name="한준 김" userId="7dd4edb89109a895" providerId="LiveId" clId="{B0EA322A-F585-4EE5-A004-E657958631F0}" dt="2024-03-16T05:05:51.106" v="2835" actId="47"/>
        <pc:sldMkLst>
          <pc:docMk/>
          <pc:sldMk cId="3891977901" sldId="1706"/>
        </pc:sldMkLst>
      </pc:sldChg>
      <pc:sldChg chg="add del">
        <pc:chgData name="한준 김" userId="7dd4edb89109a895" providerId="LiveId" clId="{B0EA322A-F585-4EE5-A004-E657958631F0}" dt="2024-05-28T06:16:40.823" v="5665" actId="2696"/>
        <pc:sldMkLst>
          <pc:docMk/>
          <pc:sldMk cId="2348744581" sldId="1707"/>
        </pc:sldMkLst>
      </pc:sldChg>
      <pc:sldChg chg="add del ord modTransition">
        <pc:chgData name="한준 김" userId="7dd4edb89109a895" providerId="LiveId" clId="{B0EA322A-F585-4EE5-A004-E657958631F0}" dt="2024-03-16T05:05:51.106" v="2835" actId="47"/>
        <pc:sldMkLst>
          <pc:docMk/>
          <pc:sldMk cId="494938648" sldId="1708"/>
        </pc:sldMkLst>
      </pc:sldChg>
      <pc:sldChg chg="add del modTransition">
        <pc:chgData name="한준 김" userId="7dd4edb89109a895" providerId="LiveId" clId="{B0EA322A-F585-4EE5-A004-E657958631F0}" dt="2024-03-22T14:55:33.589" v="3356" actId="2696"/>
        <pc:sldMkLst>
          <pc:docMk/>
          <pc:sldMk cId="860973608" sldId="1709"/>
        </pc:sldMkLst>
      </pc:sldChg>
      <pc:sldChg chg="add del">
        <pc:chgData name="한준 김" userId="7dd4edb89109a895" providerId="LiveId" clId="{B0EA322A-F585-4EE5-A004-E657958631F0}" dt="2024-06-20T04:42:42.220" v="6682" actId="2696"/>
        <pc:sldMkLst>
          <pc:docMk/>
          <pc:sldMk cId="1013835780" sldId="1709"/>
        </pc:sldMkLst>
      </pc:sldChg>
      <pc:sldChg chg="add del ord modTransition">
        <pc:chgData name="한준 김" userId="7dd4edb89109a895" providerId="LiveId" clId="{B0EA322A-F585-4EE5-A004-E657958631F0}" dt="2024-03-16T05:05:51.106" v="2835" actId="47"/>
        <pc:sldMkLst>
          <pc:docMk/>
          <pc:sldMk cId="4216419861" sldId="1709"/>
        </pc:sldMkLst>
      </pc:sldChg>
      <pc:sldChg chg="add del modTransition">
        <pc:chgData name="한준 김" userId="7dd4edb89109a895" providerId="LiveId" clId="{B0EA322A-F585-4EE5-A004-E657958631F0}" dt="2024-03-22T14:55:33.589" v="3356" actId="2696"/>
        <pc:sldMkLst>
          <pc:docMk/>
          <pc:sldMk cId="2490889316" sldId="1710"/>
        </pc:sldMkLst>
      </pc:sldChg>
      <pc:sldChg chg="add del modTransition">
        <pc:chgData name="한준 김" userId="7dd4edb89109a895" providerId="LiveId" clId="{B0EA322A-F585-4EE5-A004-E657958631F0}" dt="2024-03-22T14:55:33.589" v="3356" actId="2696"/>
        <pc:sldMkLst>
          <pc:docMk/>
          <pc:sldMk cId="1683309041" sldId="1711"/>
        </pc:sldMkLst>
      </pc:sldChg>
      <pc:sldChg chg="add del">
        <pc:chgData name="한준 김" userId="7dd4edb89109a895" providerId="LiveId" clId="{B0EA322A-F585-4EE5-A004-E657958631F0}" dt="2024-06-26T05:35:33.495" v="7003" actId="2696"/>
        <pc:sldMkLst>
          <pc:docMk/>
          <pc:sldMk cId="4214638590" sldId="1713"/>
        </pc:sldMkLst>
      </pc:sldChg>
      <pc:sldChg chg="addSp delSp modSp add del mod modTransition delAnim modAnim">
        <pc:chgData name="한준 김" userId="7dd4edb89109a895" providerId="LiveId" clId="{B0EA322A-F585-4EE5-A004-E657958631F0}" dt="2024-03-22T14:55:33.589" v="3356" actId="2696"/>
        <pc:sldMkLst>
          <pc:docMk/>
          <pc:sldMk cId="959889662" sldId="1714"/>
        </pc:sldMkLst>
      </pc:sldChg>
      <pc:sldChg chg="add del">
        <pc:chgData name="한준 김" userId="7dd4edb89109a895" providerId="LiveId" clId="{B0EA322A-F585-4EE5-A004-E657958631F0}" dt="2024-06-26T05:35:33.495" v="7003" actId="2696"/>
        <pc:sldMkLst>
          <pc:docMk/>
          <pc:sldMk cId="2587187850" sldId="1714"/>
        </pc:sldMkLst>
      </pc:sldChg>
      <pc:sldChg chg="add del modTransition">
        <pc:chgData name="한준 김" userId="7dd4edb89109a895" providerId="LiveId" clId="{B0EA322A-F585-4EE5-A004-E657958631F0}" dt="2024-07-19T05:36:56.933" v="8376" actId="2696"/>
        <pc:sldMkLst>
          <pc:docMk/>
          <pc:sldMk cId="3019296127" sldId="1714"/>
        </pc:sldMkLst>
      </pc:sldChg>
      <pc:sldChg chg="add del ord modTransition">
        <pc:chgData name="한준 김" userId="7dd4edb89109a895" providerId="LiveId" clId="{B0EA322A-F585-4EE5-A004-E657958631F0}" dt="2024-03-22T14:55:33.589" v="3356" actId="2696"/>
        <pc:sldMkLst>
          <pc:docMk/>
          <pc:sldMk cId="925065611" sldId="1715"/>
        </pc:sldMkLst>
      </pc:sldChg>
      <pc:sldChg chg="add del">
        <pc:chgData name="한준 김" userId="7dd4edb89109a895" providerId="LiveId" clId="{B0EA322A-F585-4EE5-A004-E657958631F0}" dt="2024-06-26T05:35:33.495" v="7003" actId="2696"/>
        <pc:sldMkLst>
          <pc:docMk/>
          <pc:sldMk cId="2099996347" sldId="1715"/>
        </pc:sldMkLst>
      </pc:sldChg>
      <pc:sldChg chg="add del">
        <pc:chgData name="한준 김" userId="7dd4edb89109a895" providerId="LiveId" clId="{B0EA322A-F585-4EE5-A004-E657958631F0}" dt="2024-07-19T05:36:56.933" v="8376" actId="2696"/>
        <pc:sldMkLst>
          <pc:docMk/>
          <pc:sldMk cId="3359929836" sldId="1715"/>
        </pc:sldMkLst>
      </pc:sldChg>
      <pc:sldChg chg="add del">
        <pc:chgData name="한준 김" userId="7dd4edb89109a895" providerId="LiveId" clId="{B0EA322A-F585-4EE5-A004-E657958631F0}" dt="2024-04-12T06:56:14.724" v="4431" actId="2696"/>
        <pc:sldMkLst>
          <pc:docMk/>
          <pc:sldMk cId="3694067532" sldId="1716"/>
        </pc:sldMkLst>
      </pc:sldChg>
      <pc:sldChg chg="add del">
        <pc:chgData name="한준 김" userId="7dd4edb89109a895" providerId="LiveId" clId="{B0EA322A-F585-4EE5-A004-E657958631F0}" dt="2024-06-20T04:44:33.191" v="6697" actId="2696"/>
        <pc:sldMkLst>
          <pc:docMk/>
          <pc:sldMk cId="4115715478" sldId="1716"/>
        </pc:sldMkLst>
      </pc:sldChg>
      <pc:sldChg chg="add del modTransition">
        <pc:chgData name="한준 김" userId="7dd4edb89109a895" providerId="LiveId" clId="{B0EA322A-F585-4EE5-A004-E657958631F0}" dt="2024-04-18T04:38:10.719" v="4614" actId="2696"/>
        <pc:sldMkLst>
          <pc:docMk/>
          <pc:sldMk cId="13250790" sldId="1717"/>
        </pc:sldMkLst>
      </pc:sldChg>
      <pc:sldChg chg="add del modTransition">
        <pc:chgData name="한준 김" userId="7dd4edb89109a895" providerId="LiveId" clId="{B0EA322A-F585-4EE5-A004-E657958631F0}" dt="2024-07-19T05:37:34.692" v="8391"/>
        <pc:sldMkLst>
          <pc:docMk/>
          <pc:sldMk cId="2006458024" sldId="1719"/>
        </pc:sldMkLst>
      </pc:sldChg>
      <pc:sldChg chg="add del modTransition">
        <pc:chgData name="한준 김" userId="7dd4edb89109a895" providerId="LiveId" clId="{B0EA322A-F585-4EE5-A004-E657958631F0}" dt="2024-04-26T07:26:54.826" v="4742" actId="2696"/>
        <pc:sldMkLst>
          <pc:docMk/>
          <pc:sldMk cId="300855075" sldId="1721"/>
        </pc:sldMkLst>
      </pc:sldChg>
      <pc:sldChg chg="add del modTransition">
        <pc:chgData name="한준 김" userId="7dd4edb89109a895" providerId="LiveId" clId="{B0EA322A-F585-4EE5-A004-E657958631F0}" dt="2024-07-19T05:37:34.692" v="8391"/>
        <pc:sldMkLst>
          <pc:docMk/>
          <pc:sldMk cId="472751379" sldId="1722"/>
        </pc:sldMkLst>
      </pc:sldChg>
      <pc:sldChg chg="add del modTransition">
        <pc:chgData name="한준 김" userId="7dd4edb89109a895" providerId="LiveId" clId="{B0EA322A-F585-4EE5-A004-E657958631F0}" dt="2024-02-02T04:57:22.867" v="629" actId="2696"/>
        <pc:sldMkLst>
          <pc:docMk/>
          <pc:sldMk cId="2307363010" sldId="1722"/>
        </pc:sldMkLst>
      </pc:sldChg>
      <pc:sldChg chg="add del modTransition">
        <pc:chgData name="한준 김" userId="7dd4edb89109a895" providerId="LiveId" clId="{B0EA322A-F585-4EE5-A004-E657958631F0}" dt="2024-02-02T05:01:51.266" v="759" actId="47"/>
        <pc:sldMkLst>
          <pc:docMk/>
          <pc:sldMk cId="182679654" sldId="1723"/>
        </pc:sldMkLst>
      </pc:sldChg>
      <pc:sldChg chg="add del ord">
        <pc:chgData name="한준 김" userId="7dd4edb89109a895" providerId="LiveId" clId="{B0EA322A-F585-4EE5-A004-E657958631F0}" dt="2024-03-28T05:06:13.326" v="3551" actId="2696"/>
        <pc:sldMkLst>
          <pc:docMk/>
          <pc:sldMk cId="3592982827" sldId="1723"/>
        </pc:sldMkLst>
      </pc:sldChg>
      <pc:sldChg chg="add del modTransition">
        <pc:chgData name="한준 김" userId="7dd4edb89109a895" providerId="LiveId" clId="{B0EA322A-F585-4EE5-A004-E657958631F0}" dt="2024-07-19T05:37:34.692" v="8391"/>
        <pc:sldMkLst>
          <pc:docMk/>
          <pc:sldMk cId="3758634660" sldId="1723"/>
        </pc:sldMkLst>
      </pc:sldChg>
      <pc:sldChg chg="add del ord">
        <pc:chgData name="한준 김" userId="7dd4edb89109a895" providerId="LiveId" clId="{B0EA322A-F585-4EE5-A004-E657958631F0}" dt="2024-03-28T05:06:13.326" v="3551" actId="2696"/>
        <pc:sldMkLst>
          <pc:docMk/>
          <pc:sldMk cId="877243512" sldId="1724"/>
        </pc:sldMkLst>
      </pc:sldChg>
      <pc:sldChg chg="modSp add del modAnim">
        <pc:chgData name="한준 김" userId="7dd4edb89109a895" providerId="LiveId" clId="{B0EA322A-F585-4EE5-A004-E657958631F0}" dt="2024-07-19T05:38:16.955" v="8397" actId="20577"/>
        <pc:sldMkLst>
          <pc:docMk/>
          <pc:sldMk cId="2935093023" sldId="1724"/>
        </pc:sldMkLst>
      </pc:sldChg>
      <pc:sldChg chg="add del modTransition">
        <pc:chgData name="한준 김" userId="7dd4edb89109a895" providerId="LiveId" clId="{B0EA322A-F585-4EE5-A004-E657958631F0}" dt="2024-02-15T07:36:42.459" v="1304" actId="2696"/>
        <pc:sldMkLst>
          <pc:docMk/>
          <pc:sldMk cId="1154132821" sldId="1725"/>
        </pc:sldMkLst>
      </pc:sldChg>
      <pc:sldChg chg="add del modTransition">
        <pc:chgData name="한준 김" userId="7dd4edb89109a895" providerId="LiveId" clId="{B0EA322A-F585-4EE5-A004-E657958631F0}" dt="2024-02-23T04:23:25.985" v="1926" actId="2696"/>
        <pc:sldMkLst>
          <pc:docMk/>
          <pc:sldMk cId="764469411" sldId="1726"/>
        </pc:sldMkLst>
      </pc:sldChg>
      <pc:sldChg chg="add del">
        <pc:chgData name="한준 김" userId="7dd4edb89109a895" providerId="LiveId" clId="{B0EA322A-F585-4EE5-A004-E657958631F0}" dt="2024-06-20T04:42:42.220" v="6682" actId="2696"/>
        <pc:sldMkLst>
          <pc:docMk/>
          <pc:sldMk cId="2064961867" sldId="1726"/>
        </pc:sldMkLst>
      </pc:sldChg>
      <pc:sldChg chg="add del modTransition">
        <pc:chgData name="한준 김" userId="7dd4edb89109a895" providerId="LiveId" clId="{B0EA322A-F585-4EE5-A004-E657958631F0}" dt="2024-04-18T04:38:10.719" v="4614" actId="2696"/>
        <pc:sldMkLst>
          <pc:docMk/>
          <pc:sldMk cId="2528414509" sldId="1726"/>
        </pc:sldMkLst>
      </pc:sldChg>
      <pc:sldChg chg="add del">
        <pc:chgData name="한준 김" userId="7dd4edb89109a895" providerId="LiveId" clId="{B0EA322A-F585-4EE5-A004-E657958631F0}" dt="2024-04-12T06:56:14.724" v="4431" actId="2696"/>
        <pc:sldMkLst>
          <pc:docMk/>
          <pc:sldMk cId="1436904249" sldId="1727"/>
        </pc:sldMkLst>
      </pc:sldChg>
      <pc:sldChg chg="add del setBg">
        <pc:chgData name="한준 김" userId="7dd4edb89109a895" providerId="LiveId" clId="{B0EA322A-F585-4EE5-A004-E657958631F0}" dt="2024-06-20T04:42:42.220" v="6682" actId="2696"/>
        <pc:sldMkLst>
          <pc:docMk/>
          <pc:sldMk cId="4069900146" sldId="1727"/>
        </pc:sldMkLst>
      </pc:sldChg>
      <pc:sldChg chg="add del">
        <pc:chgData name="한준 김" userId="7dd4edb89109a895" providerId="LiveId" clId="{B0EA322A-F585-4EE5-A004-E657958631F0}" dt="2024-03-28T05:06:13.326" v="3551" actId="2696"/>
        <pc:sldMkLst>
          <pc:docMk/>
          <pc:sldMk cId="646008208" sldId="1728"/>
        </pc:sldMkLst>
      </pc:sldChg>
      <pc:sldChg chg="add del">
        <pc:chgData name="한준 김" userId="7dd4edb89109a895" providerId="LiveId" clId="{B0EA322A-F585-4EE5-A004-E657958631F0}" dt="2024-04-12T06:56:14.724" v="4431" actId="2696"/>
        <pc:sldMkLst>
          <pc:docMk/>
          <pc:sldMk cId="1705067347" sldId="1728"/>
        </pc:sldMkLst>
      </pc:sldChg>
      <pc:sldChg chg="add del modTransition">
        <pc:chgData name="한준 김" userId="7dd4edb89109a895" providerId="LiveId" clId="{B0EA322A-F585-4EE5-A004-E657958631F0}" dt="2024-04-26T07:26:54.826" v="4742" actId="2696"/>
        <pc:sldMkLst>
          <pc:docMk/>
          <pc:sldMk cId="2713010699" sldId="1728"/>
        </pc:sldMkLst>
      </pc:sldChg>
      <pc:sldChg chg="add del modTransition">
        <pc:chgData name="한준 김" userId="7dd4edb89109a895" providerId="LiveId" clId="{B0EA322A-F585-4EE5-A004-E657958631F0}" dt="2024-04-05T02:22:25.092" v="3926" actId="2696"/>
        <pc:sldMkLst>
          <pc:docMk/>
          <pc:sldMk cId="3456369204" sldId="1728"/>
        </pc:sldMkLst>
      </pc:sldChg>
      <pc:sldChg chg="add del modTransition">
        <pc:chgData name="한준 김" userId="7dd4edb89109a895" providerId="LiveId" clId="{B0EA322A-F585-4EE5-A004-E657958631F0}" dt="2024-04-05T02:22:25.092" v="3926" actId="2696"/>
        <pc:sldMkLst>
          <pc:docMk/>
          <pc:sldMk cId="1936594744" sldId="1729"/>
        </pc:sldMkLst>
      </pc:sldChg>
      <pc:sldChg chg="modSp add del mod modAnim">
        <pc:chgData name="한준 김" userId="7dd4edb89109a895" providerId="LiveId" clId="{B0EA322A-F585-4EE5-A004-E657958631F0}" dt="2024-04-12T06:56:14.724" v="4431" actId="2696"/>
        <pc:sldMkLst>
          <pc:docMk/>
          <pc:sldMk cId="2555529668" sldId="1729"/>
        </pc:sldMkLst>
      </pc:sldChg>
      <pc:sldChg chg="add del">
        <pc:chgData name="한준 김" userId="7dd4edb89109a895" providerId="LiveId" clId="{B0EA322A-F585-4EE5-A004-E657958631F0}" dt="2024-03-22T14:58:06.542" v="3418" actId="47"/>
        <pc:sldMkLst>
          <pc:docMk/>
          <pc:sldMk cId="2701192086" sldId="1729"/>
        </pc:sldMkLst>
      </pc:sldChg>
      <pc:sldChg chg="add del modTransition">
        <pc:chgData name="한준 김" userId="7dd4edb89109a895" providerId="LiveId" clId="{B0EA322A-F585-4EE5-A004-E657958631F0}" dt="2024-04-26T07:26:54.826" v="4742" actId="2696"/>
        <pc:sldMkLst>
          <pc:docMk/>
          <pc:sldMk cId="3660530147" sldId="1729"/>
        </pc:sldMkLst>
      </pc:sldChg>
      <pc:sldChg chg="add del modTransition">
        <pc:chgData name="한준 김" userId="7dd4edb89109a895" providerId="LiveId" clId="{B0EA322A-F585-4EE5-A004-E657958631F0}" dt="2024-04-26T07:26:54.826" v="4742" actId="2696"/>
        <pc:sldMkLst>
          <pc:docMk/>
          <pc:sldMk cId="3921880376" sldId="1730"/>
        </pc:sldMkLst>
      </pc:sldChg>
      <pc:sldChg chg="add del modTransition">
        <pc:chgData name="한준 김" userId="7dd4edb89109a895" providerId="LiveId" clId="{B0EA322A-F585-4EE5-A004-E657958631F0}" dt="2024-04-26T07:26:54.826" v="4742" actId="2696"/>
        <pc:sldMkLst>
          <pc:docMk/>
          <pc:sldMk cId="3506757607" sldId="1731"/>
        </pc:sldMkLst>
      </pc:sldChg>
      <pc:sldChg chg="add del modTransition">
        <pc:chgData name="한준 김" userId="7dd4edb89109a895" providerId="LiveId" clId="{B0EA322A-F585-4EE5-A004-E657958631F0}" dt="2024-04-26T07:26:54.826" v="4742" actId="2696"/>
        <pc:sldMkLst>
          <pc:docMk/>
          <pc:sldMk cId="2534139009" sldId="1732"/>
        </pc:sldMkLst>
      </pc:sldChg>
      <pc:sldChg chg="del">
        <pc:chgData name="한준 김" userId="7dd4edb89109a895" providerId="LiveId" clId="{B0EA322A-F585-4EE5-A004-E657958631F0}" dt="2023-12-30T04:48:50.548" v="48" actId="2696"/>
        <pc:sldMkLst>
          <pc:docMk/>
          <pc:sldMk cId="0" sldId="1740"/>
        </pc:sldMkLst>
      </pc:sldChg>
      <pc:sldChg chg="del">
        <pc:chgData name="한준 김" userId="7dd4edb89109a895" providerId="LiveId" clId="{B0EA322A-F585-4EE5-A004-E657958631F0}" dt="2023-12-30T04:48:50.548" v="48" actId="2696"/>
        <pc:sldMkLst>
          <pc:docMk/>
          <pc:sldMk cId="0" sldId="1741"/>
        </pc:sldMkLst>
      </pc:sldChg>
      <pc:sldChg chg="del">
        <pc:chgData name="한준 김" userId="7dd4edb89109a895" providerId="LiveId" clId="{B0EA322A-F585-4EE5-A004-E657958631F0}" dt="2023-12-30T04:48:50.548" v="48" actId="2696"/>
        <pc:sldMkLst>
          <pc:docMk/>
          <pc:sldMk cId="0" sldId="1742"/>
        </pc:sldMkLst>
      </pc:sldChg>
      <pc:sldChg chg="del">
        <pc:chgData name="한준 김" userId="7dd4edb89109a895" providerId="LiveId" clId="{B0EA322A-F585-4EE5-A004-E657958631F0}" dt="2023-12-30T04:48:50.548" v="48" actId="2696"/>
        <pc:sldMkLst>
          <pc:docMk/>
          <pc:sldMk cId="0" sldId="1743"/>
        </pc:sldMkLst>
      </pc:sldChg>
      <pc:sldChg chg="del">
        <pc:chgData name="한준 김" userId="7dd4edb89109a895" providerId="LiveId" clId="{B0EA322A-F585-4EE5-A004-E657958631F0}" dt="2023-12-30T04:48:50.548" v="48" actId="2696"/>
        <pc:sldMkLst>
          <pc:docMk/>
          <pc:sldMk cId="0" sldId="1744"/>
        </pc:sldMkLst>
      </pc:sldChg>
      <pc:sldChg chg="del">
        <pc:chgData name="한준 김" userId="7dd4edb89109a895" providerId="LiveId" clId="{B0EA322A-F585-4EE5-A004-E657958631F0}" dt="2023-12-30T04:48:50.548" v="48" actId="2696"/>
        <pc:sldMkLst>
          <pc:docMk/>
          <pc:sldMk cId="0" sldId="1745"/>
        </pc:sldMkLst>
      </pc:sldChg>
      <pc:sldChg chg="del">
        <pc:chgData name="한준 김" userId="7dd4edb89109a895" providerId="LiveId" clId="{B0EA322A-F585-4EE5-A004-E657958631F0}" dt="2023-12-30T04:48:50.548" v="48" actId="2696"/>
        <pc:sldMkLst>
          <pc:docMk/>
          <pc:sldMk cId="0" sldId="1746"/>
        </pc:sldMkLst>
      </pc:sldChg>
      <pc:sldChg chg="del">
        <pc:chgData name="한준 김" userId="7dd4edb89109a895" providerId="LiveId" clId="{B0EA322A-F585-4EE5-A004-E657958631F0}" dt="2023-12-30T04:48:50.548" v="48" actId="2696"/>
        <pc:sldMkLst>
          <pc:docMk/>
          <pc:sldMk cId="0" sldId="1747"/>
        </pc:sldMkLst>
      </pc:sldChg>
      <pc:sldChg chg="del">
        <pc:chgData name="한준 김" userId="7dd4edb89109a895" providerId="LiveId" clId="{B0EA322A-F585-4EE5-A004-E657958631F0}" dt="2023-12-30T04:48:50.548" v="48" actId="2696"/>
        <pc:sldMkLst>
          <pc:docMk/>
          <pc:sldMk cId="0" sldId="1748"/>
        </pc:sldMkLst>
      </pc:sldChg>
      <pc:sldChg chg="del">
        <pc:chgData name="한준 김" userId="7dd4edb89109a895" providerId="LiveId" clId="{B0EA322A-F585-4EE5-A004-E657958631F0}" dt="2023-12-30T04:53:51.084" v="194" actId="2696"/>
        <pc:sldMkLst>
          <pc:docMk/>
          <pc:sldMk cId="0" sldId="1749"/>
        </pc:sldMkLst>
      </pc:sldChg>
      <pc:sldChg chg="del">
        <pc:chgData name="한준 김" userId="7dd4edb89109a895" providerId="LiveId" clId="{B0EA322A-F585-4EE5-A004-E657958631F0}" dt="2023-12-30T04:53:51.084" v="194" actId="2696"/>
        <pc:sldMkLst>
          <pc:docMk/>
          <pc:sldMk cId="0" sldId="1750"/>
        </pc:sldMkLst>
      </pc:sldChg>
      <pc:sldChg chg="del">
        <pc:chgData name="한준 김" userId="7dd4edb89109a895" providerId="LiveId" clId="{B0EA322A-F585-4EE5-A004-E657958631F0}" dt="2023-12-30T04:53:51.084" v="194" actId="2696"/>
        <pc:sldMkLst>
          <pc:docMk/>
          <pc:sldMk cId="0" sldId="1751"/>
        </pc:sldMkLst>
      </pc:sldChg>
      <pc:sldChg chg="del">
        <pc:chgData name="한준 김" userId="7dd4edb89109a895" providerId="LiveId" clId="{B0EA322A-F585-4EE5-A004-E657958631F0}" dt="2023-12-30T04:53:51.084" v="194" actId="2696"/>
        <pc:sldMkLst>
          <pc:docMk/>
          <pc:sldMk cId="0" sldId="1752"/>
        </pc:sldMkLst>
      </pc:sldChg>
      <pc:sldChg chg="add del modTransition">
        <pc:chgData name="한준 김" userId="7dd4edb89109a895" providerId="LiveId" clId="{B0EA322A-F585-4EE5-A004-E657958631F0}" dt="2024-01-13T07:06:20.150" v="432" actId="2696"/>
        <pc:sldMkLst>
          <pc:docMk/>
          <pc:sldMk cId="0" sldId="1755"/>
        </pc:sldMkLst>
      </pc:sldChg>
      <pc:sldChg chg="add del modTransition">
        <pc:chgData name="한준 김" userId="7dd4edb89109a895" providerId="LiveId" clId="{B0EA322A-F585-4EE5-A004-E657958631F0}" dt="2024-01-13T07:06:20.150" v="432" actId="2696"/>
        <pc:sldMkLst>
          <pc:docMk/>
          <pc:sldMk cId="0" sldId="1756"/>
        </pc:sldMkLst>
      </pc:sldChg>
      <pc:sldChg chg="add del modTransition">
        <pc:chgData name="한준 김" userId="7dd4edb89109a895" providerId="LiveId" clId="{B0EA322A-F585-4EE5-A004-E657958631F0}" dt="2024-01-13T07:06:20.150" v="432" actId="2696"/>
        <pc:sldMkLst>
          <pc:docMk/>
          <pc:sldMk cId="0" sldId="1757"/>
        </pc:sldMkLst>
      </pc:sldChg>
      <pc:sldChg chg="del">
        <pc:chgData name="한준 김" userId="7dd4edb89109a895" providerId="LiveId" clId="{B0EA322A-F585-4EE5-A004-E657958631F0}" dt="2024-01-13T07:06:20.150" v="432" actId="2696"/>
        <pc:sldMkLst>
          <pc:docMk/>
          <pc:sldMk cId="2219486506" sldId="1758"/>
        </pc:sldMkLst>
      </pc:sldChg>
      <pc:sldChg chg="del">
        <pc:chgData name="한준 김" userId="7dd4edb89109a895" providerId="LiveId" clId="{B0EA322A-F585-4EE5-A004-E657958631F0}" dt="2024-02-03T04:39:12.227" v="1071" actId="2696"/>
        <pc:sldMkLst>
          <pc:docMk/>
          <pc:sldMk cId="2189870621" sldId="1759"/>
        </pc:sldMkLst>
      </pc:sldChg>
      <pc:sldChg chg="add del">
        <pc:chgData name="한준 김" userId="7dd4edb89109a895" providerId="LiveId" clId="{B0EA322A-F585-4EE5-A004-E657958631F0}" dt="2024-01-12T06:28:25.116" v="413"/>
        <pc:sldMkLst>
          <pc:docMk/>
          <pc:sldMk cId="353335867" sldId="1760"/>
        </pc:sldMkLst>
      </pc:sldChg>
      <pc:sldChg chg="del">
        <pc:chgData name="한준 김" userId="7dd4edb89109a895" providerId="LiveId" clId="{B0EA322A-F585-4EE5-A004-E657958631F0}" dt="2024-01-18T08:24:15.256" v="493" actId="2696"/>
        <pc:sldMkLst>
          <pc:docMk/>
          <pc:sldMk cId="1618953472" sldId="1760"/>
        </pc:sldMkLst>
      </pc:sldChg>
      <pc:sldChg chg="del">
        <pc:chgData name="한준 김" userId="7dd4edb89109a895" providerId="LiveId" clId="{B0EA322A-F585-4EE5-A004-E657958631F0}" dt="2024-01-18T08:24:15.256" v="493" actId="2696"/>
        <pc:sldMkLst>
          <pc:docMk/>
          <pc:sldMk cId="409055953" sldId="1761"/>
        </pc:sldMkLst>
      </pc:sldChg>
      <pc:sldChg chg="addSp modSp new del modAnim">
        <pc:chgData name="한준 김" userId="7dd4edb89109a895" providerId="LiveId" clId="{B0EA322A-F585-4EE5-A004-E657958631F0}" dt="2024-01-18T08:21:59.536" v="465" actId="2696"/>
        <pc:sldMkLst>
          <pc:docMk/>
          <pc:sldMk cId="1060797679" sldId="1762"/>
        </pc:sldMkLst>
      </pc:sldChg>
      <pc:sldChg chg="add del modTransition setBg">
        <pc:chgData name="한준 김" userId="7dd4edb89109a895" providerId="LiveId" clId="{B0EA322A-F585-4EE5-A004-E657958631F0}" dt="2024-02-02T04:54:42.263" v="596" actId="2696"/>
        <pc:sldMkLst>
          <pc:docMk/>
          <pc:sldMk cId="0" sldId="1763"/>
        </pc:sldMkLst>
      </pc:sldChg>
      <pc:sldChg chg="add del modTransition setBg">
        <pc:chgData name="한준 김" userId="7dd4edb89109a895" providerId="LiveId" clId="{B0EA322A-F585-4EE5-A004-E657958631F0}" dt="2024-02-02T04:54:42.263" v="596" actId="2696"/>
        <pc:sldMkLst>
          <pc:docMk/>
          <pc:sldMk cId="205780825" sldId="1764"/>
        </pc:sldMkLst>
      </pc:sldChg>
      <pc:sldChg chg="add del modTransition setBg">
        <pc:chgData name="한준 김" userId="7dd4edb89109a895" providerId="LiveId" clId="{B0EA322A-F585-4EE5-A004-E657958631F0}" dt="2024-02-02T04:54:42.263" v="596" actId="2696"/>
        <pc:sldMkLst>
          <pc:docMk/>
          <pc:sldMk cId="2766807542" sldId="1765"/>
        </pc:sldMkLst>
      </pc:sldChg>
      <pc:sldChg chg="add del modTransition setBg">
        <pc:chgData name="한준 김" userId="7dd4edb89109a895" providerId="LiveId" clId="{B0EA322A-F585-4EE5-A004-E657958631F0}" dt="2024-02-02T04:54:42.263" v="596" actId="2696"/>
        <pc:sldMkLst>
          <pc:docMk/>
          <pc:sldMk cId="3854865620" sldId="1766"/>
        </pc:sldMkLst>
      </pc:sldChg>
      <pc:sldChg chg="add del modTransition setBg">
        <pc:chgData name="한준 김" userId="7dd4edb89109a895" providerId="LiveId" clId="{B0EA322A-F585-4EE5-A004-E657958631F0}" dt="2024-02-02T04:54:42.263" v="596" actId="2696"/>
        <pc:sldMkLst>
          <pc:docMk/>
          <pc:sldMk cId="3796411285" sldId="1767"/>
        </pc:sldMkLst>
      </pc:sldChg>
      <pc:sldChg chg="add del modTransition setBg">
        <pc:chgData name="한준 김" userId="7dd4edb89109a895" providerId="LiveId" clId="{B0EA322A-F585-4EE5-A004-E657958631F0}" dt="2024-02-02T04:54:42.263" v="596" actId="2696"/>
        <pc:sldMkLst>
          <pc:docMk/>
          <pc:sldMk cId="0" sldId="1768"/>
        </pc:sldMkLst>
      </pc:sldChg>
      <pc:sldChg chg="add del modTransition setBg">
        <pc:chgData name="한준 김" userId="7dd4edb89109a895" providerId="LiveId" clId="{B0EA322A-F585-4EE5-A004-E657958631F0}" dt="2024-02-02T04:54:42.263" v="596" actId="2696"/>
        <pc:sldMkLst>
          <pc:docMk/>
          <pc:sldMk cId="0" sldId="1769"/>
        </pc:sldMkLst>
      </pc:sldChg>
      <pc:sldChg chg="add del modTransition setBg">
        <pc:chgData name="한준 김" userId="7dd4edb89109a895" providerId="LiveId" clId="{B0EA322A-F585-4EE5-A004-E657958631F0}" dt="2024-02-02T04:54:42.263" v="596" actId="2696"/>
        <pc:sldMkLst>
          <pc:docMk/>
          <pc:sldMk cId="0" sldId="1770"/>
        </pc:sldMkLst>
      </pc:sldChg>
      <pc:sldChg chg="add del modTransition setBg">
        <pc:chgData name="한준 김" userId="7dd4edb89109a895" providerId="LiveId" clId="{B0EA322A-F585-4EE5-A004-E657958631F0}" dt="2024-02-02T04:54:42.263" v="596" actId="2696"/>
        <pc:sldMkLst>
          <pc:docMk/>
          <pc:sldMk cId="0" sldId="1771"/>
        </pc:sldMkLst>
      </pc:sldChg>
      <pc:sldChg chg="add del modTransition setBg">
        <pc:chgData name="한준 김" userId="7dd4edb89109a895" providerId="LiveId" clId="{B0EA322A-F585-4EE5-A004-E657958631F0}" dt="2024-02-02T04:54:42.263" v="596" actId="2696"/>
        <pc:sldMkLst>
          <pc:docMk/>
          <pc:sldMk cId="0" sldId="1772"/>
        </pc:sldMkLst>
      </pc:sldChg>
      <pc:sldChg chg="add del modTransition setBg">
        <pc:chgData name="한준 김" userId="7dd4edb89109a895" providerId="LiveId" clId="{B0EA322A-F585-4EE5-A004-E657958631F0}" dt="2024-02-02T04:54:42.263" v="596" actId="2696"/>
        <pc:sldMkLst>
          <pc:docMk/>
          <pc:sldMk cId="0" sldId="1773"/>
        </pc:sldMkLst>
      </pc:sldChg>
      <pc:sldChg chg="add del modTransition setBg">
        <pc:chgData name="한준 김" userId="7dd4edb89109a895" providerId="LiveId" clId="{B0EA322A-F585-4EE5-A004-E657958631F0}" dt="2024-02-02T04:54:42.263" v="596" actId="2696"/>
        <pc:sldMkLst>
          <pc:docMk/>
          <pc:sldMk cId="0" sldId="1774"/>
        </pc:sldMkLst>
      </pc:sldChg>
      <pc:sldChg chg="addSp modSp add del mod setBg">
        <pc:chgData name="한준 김" userId="7dd4edb89109a895" providerId="LiveId" clId="{B0EA322A-F585-4EE5-A004-E657958631F0}" dt="2024-06-08T07:15:04.127" v="6247" actId="2696"/>
        <pc:sldMkLst>
          <pc:docMk/>
          <pc:sldMk cId="4243868061" sldId="1775"/>
        </pc:sldMkLst>
      </pc:sldChg>
      <pc:sldChg chg="addSp modSp add del mod modTransition setBg">
        <pc:chgData name="한준 김" userId="7dd4edb89109a895" providerId="LiveId" clId="{B0EA322A-F585-4EE5-A004-E657958631F0}" dt="2024-06-08T07:15:04.127" v="6247" actId="2696"/>
        <pc:sldMkLst>
          <pc:docMk/>
          <pc:sldMk cId="0" sldId="1776"/>
        </pc:sldMkLst>
      </pc:sldChg>
      <pc:sldChg chg="add del modTransition">
        <pc:chgData name="한준 김" userId="7dd4edb89109a895" providerId="LiveId" clId="{B0EA322A-F585-4EE5-A004-E657958631F0}" dt="2024-06-08T07:15:04.127" v="6247" actId="2696"/>
        <pc:sldMkLst>
          <pc:docMk/>
          <pc:sldMk cId="2953316055" sldId="1777"/>
        </pc:sldMkLst>
      </pc:sldChg>
      <pc:sldChg chg="addSp modSp new del modAnim">
        <pc:chgData name="한준 김" userId="7dd4edb89109a895" providerId="LiveId" clId="{B0EA322A-F585-4EE5-A004-E657958631F0}" dt="2024-02-02T04:57:22.867" v="629" actId="2696"/>
        <pc:sldMkLst>
          <pc:docMk/>
          <pc:sldMk cId="3629385977" sldId="1777"/>
        </pc:sldMkLst>
      </pc:sldChg>
      <pc:sldChg chg="add del modTransition setBg">
        <pc:chgData name="한준 김" userId="7dd4edb89109a895" providerId="LiveId" clId="{B0EA322A-F585-4EE5-A004-E657958631F0}" dt="2024-01-26T05:01:05.312" v="541" actId="2696"/>
        <pc:sldMkLst>
          <pc:docMk/>
          <pc:sldMk cId="3716040000" sldId="1777"/>
        </pc:sldMkLst>
      </pc:sldChg>
      <pc:sldChg chg="add del modTransition setBg">
        <pc:chgData name="한준 김" userId="7dd4edb89109a895" providerId="LiveId" clId="{B0EA322A-F585-4EE5-A004-E657958631F0}" dt="2024-02-17T08:12:01.852" v="1915" actId="2696"/>
        <pc:sldMkLst>
          <pc:docMk/>
          <pc:sldMk cId="0" sldId="1778"/>
        </pc:sldMkLst>
      </pc:sldChg>
      <pc:sldChg chg="add del">
        <pc:chgData name="한준 김" userId="7dd4edb89109a895" providerId="LiveId" clId="{B0EA322A-F585-4EE5-A004-E657958631F0}" dt="2024-02-17T08:12:26.421" v="1919" actId="2696"/>
        <pc:sldMkLst>
          <pc:docMk/>
          <pc:sldMk cId="364617109" sldId="1778"/>
        </pc:sldMkLst>
      </pc:sldChg>
      <pc:sldChg chg="add del setBg">
        <pc:chgData name="한준 김" userId="7dd4edb89109a895" providerId="LiveId" clId="{B0EA322A-F585-4EE5-A004-E657958631F0}" dt="2024-02-17T08:12:16.157" v="1917"/>
        <pc:sldMkLst>
          <pc:docMk/>
          <pc:sldMk cId="2311676283" sldId="1778"/>
        </pc:sldMkLst>
      </pc:sldChg>
      <pc:sldChg chg="add del modTransition setBg">
        <pc:chgData name="한준 김" userId="7dd4edb89109a895" providerId="LiveId" clId="{B0EA322A-F585-4EE5-A004-E657958631F0}" dt="2024-02-17T08:12:01.852" v="1915" actId="2696"/>
        <pc:sldMkLst>
          <pc:docMk/>
          <pc:sldMk cId="0" sldId="1779"/>
        </pc:sldMkLst>
      </pc:sldChg>
      <pc:sldChg chg="add del setBg">
        <pc:chgData name="한준 김" userId="7dd4edb89109a895" providerId="LiveId" clId="{B0EA322A-F585-4EE5-A004-E657958631F0}" dt="2024-02-17T08:12:16.157" v="1917"/>
        <pc:sldMkLst>
          <pc:docMk/>
          <pc:sldMk cId="1250054096" sldId="1779"/>
        </pc:sldMkLst>
      </pc:sldChg>
      <pc:sldChg chg="add del">
        <pc:chgData name="한준 김" userId="7dd4edb89109a895" providerId="LiveId" clId="{B0EA322A-F585-4EE5-A004-E657958631F0}" dt="2024-02-17T08:12:26.421" v="1919" actId="2696"/>
        <pc:sldMkLst>
          <pc:docMk/>
          <pc:sldMk cId="3203375452" sldId="1779"/>
        </pc:sldMkLst>
      </pc:sldChg>
      <pc:sldChg chg="add del modTransition setBg">
        <pc:chgData name="한준 김" userId="7dd4edb89109a895" providerId="LiveId" clId="{B0EA322A-F585-4EE5-A004-E657958631F0}" dt="2024-02-17T08:12:01.852" v="1915" actId="2696"/>
        <pc:sldMkLst>
          <pc:docMk/>
          <pc:sldMk cId="0" sldId="1780"/>
        </pc:sldMkLst>
      </pc:sldChg>
      <pc:sldChg chg="add del">
        <pc:chgData name="한준 김" userId="7dd4edb89109a895" providerId="LiveId" clId="{B0EA322A-F585-4EE5-A004-E657958631F0}" dt="2024-02-17T08:12:26.421" v="1919" actId="2696"/>
        <pc:sldMkLst>
          <pc:docMk/>
          <pc:sldMk cId="2330294336" sldId="1780"/>
        </pc:sldMkLst>
      </pc:sldChg>
      <pc:sldChg chg="add del setBg">
        <pc:chgData name="한준 김" userId="7dd4edb89109a895" providerId="LiveId" clId="{B0EA322A-F585-4EE5-A004-E657958631F0}" dt="2024-02-17T08:12:16.157" v="1917"/>
        <pc:sldMkLst>
          <pc:docMk/>
          <pc:sldMk cId="3324593903" sldId="1780"/>
        </pc:sldMkLst>
      </pc:sldChg>
      <pc:sldChg chg="add del">
        <pc:chgData name="한준 김" userId="7dd4edb89109a895" providerId="LiveId" clId="{B0EA322A-F585-4EE5-A004-E657958631F0}" dt="2024-02-17T08:12:26.421" v="1919" actId="2696"/>
        <pc:sldMkLst>
          <pc:docMk/>
          <pc:sldMk cId="677104168" sldId="1781"/>
        </pc:sldMkLst>
      </pc:sldChg>
      <pc:sldChg chg="add del modTransition setBg">
        <pc:chgData name="한준 김" userId="7dd4edb89109a895" providerId="LiveId" clId="{B0EA322A-F585-4EE5-A004-E657958631F0}" dt="2024-02-17T08:12:01.852" v="1915" actId="2696"/>
        <pc:sldMkLst>
          <pc:docMk/>
          <pc:sldMk cId="1029629239" sldId="1781"/>
        </pc:sldMkLst>
      </pc:sldChg>
      <pc:sldChg chg="add del setBg">
        <pc:chgData name="한준 김" userId="7dd4edb89109a895" providerId="LiveId" clId="{B0EA322A-F585-4EE5-A004-E657958631F0}" dt="2024-02-17T08:12:16.157" v="1917"/>
        <pc:sldMkLst>
          <pc:docMk/>
          <pc:sldMk cId="3136573449" sldId="1781"/>
        </pc:sldMkLst>
      </pc:sldChg>
      <pc:sldChg chg="add del">
        <pc:chgData name="한준 김" userId="7dd4edb89109a895" providerId="LiveId" clId="{B0EA322A-F585-4EE5-A004-E657958631F0}" dt="2024-02-29T06:51:39.727" v="2469" actId="2696"/>
        <pc:sldMkLst>
          <pc:docMk/>
          <pc:sldMk cId="0" sldId="1782"/>
        </pc:sldMkLst>
      </pc:sldChg>
      <pc:sldChg chg="add del setBg">
        <pc:chgData name="한준 김" userId="7dd4edb89109a895" providerId="LiveId" clId="{B0EA322A-F585-4EE5-A004-E657958631F0}" dt="2024-01-06T08:31:17.840" v="330" actId="2696"/>
        <pc:sldMkLst>
          <pc:docMk/>
          <pc:sldMk cId="2008575725" sldId="1782"/>
        </pc:sldMkLst>
      </pc:sldChg>
      <pc:sldChg chg="add del">
        <pc:chgData name="한준 김" userId="7dd4edb89109a895" providerId="LiveId" clId="{B0EA322A-F585-4EE5-A004-E657958631F0}" dt="2024-02-29T06:51:39.727" v="2469" actId="2696"/>
        <pc:sldMkLst>
          <pc:docMk/>
          <pc:sldMk cId="0" sldId="1783"/>
        </pc:sldMkLst>
      </pc:sldChg>
      <pc:sldChg chg="add del">
        <pc:chgData name="한준 김" userId="7dd4edb89109a895" providerId="LiveId" clId="{B0EA322A-F585-4EE5-A004-E657958631F0}" dt="2024-01-05T07:56:19.164" v="315" actId="2696"/>
        <pc:sldMkLst>
          <pc:docMk/>
          <pc:sldMk cId="439304592" sldId="1783"/>
        </pc:sldMkLst>
      </pc:sldChg>
      <pc:sldChg chg="add del modTransition">
        <pc:chgData name="한준 김" userId="7dd4edb89109a895" providerId="LiveId" clId="{B0EA322A-F585-4EE5-A004-E657958631F0}" dt="2024-02-29T06:51:39.727" v="2469" actId="2696"/>
        <pc:sldMkLst>
          <pc:docMk/>
          <pc:sldMk cId="0" sldId="1784"/>
        </pc:sldMkLst>
      </pc:sldChg>
      <pc:sldChg chg="add del modTransition">
        <pc:chgData name="한준 김" userId="7dd4edb89109a895" providerId="LiveId" clId="{B0EA322A-F585-4EE5-A004-E657958631F0}" dt="2024-01-05T07:56:19.164" v="315" actId="2696"/>
        <pc:sldMkLst>
          <pc:docMk/>
          <pc:sldMk cId="400187949" sldId="1784"/>
        </pc:sldMkLst>
      </pc:sldChg>
      <pc:sldChg chg="add del modTransition">
        <pc:chgData name="한준 김" userId="7dd4edb89109a895" providerId="LiveId" clId="{B0EA322A-F585-4EE5-A004-E657958631F0}" dt="2024-02-29T06:51:39.727" v="2469" actId="2696"/>
        <pc:sldMkLst>
          <pc:docMk/>
          <pc:sldMk cId="0" sldId="1785"/>
        </pc:sldMkLst>
      </pc:sldChg>
      <pc:sldChg chg="add del modTransition">
        <pc:chgData name="한준 김" userId="7dd4edb89109a895" providerId="LiveId" clId="{B0EA322A-F585-4EE5-A004-E657958631F0}" dt="2024-01-05T07:56:19.164" v="315" actId="2696"/>
        <pc:sldMkLst>
          <pc:docMk/>
          <pc:sldMk cId="1125121781" sldId="1785"/>
        </pc:sldMkLst>
      </pc:sldChg>
      <pc:sldChg chg="add del modTransition">
        <pc:chgData name="한준 김" userId="7dd4edb89109a895" providerId="LiveId" clId="{B0EA322A-F585-4EE5-A004-E657958631F0}" dt="2024-02-29T06:51:39.727" v="2469" actId="2696"/>
        <pc:sldMkLst>
          <pc:docMk/>
          <pc:sldMk cId="0" sldId="1786"/>
        </pc:sldMkLst>
      </pc:sldChg>
      <pc:sldChg chg="add del">
        <pc:chgData name="한준 김" userId="7dd4edb89109a895" providerId="LiveId" clId="{B0EA322A-F585-4EE5-A004-E657958631F0}" dt="2024-02-29T06:51:39.727" v="2469" actId="2696"/>
        <pc:sldMkLst>
          <pc:docMk/>
          <pc:sldMk cId="0" sldId="1787"/>
        </pc:sldMkLst>
      </pc:sldChg>
      <pc:sldChg chg="add del modTransition">
        <pc:chgData name="한준 김" userId="7dd4edb89109a895" providerId="LiveId" clId="{B0EA322A-F585-4EE5-A004-E657958631F0}" dt="2024-02-29T06:51:39.727" v="2469" actId="2696"/>
        <pc:sldMkLst>
          <pc:docMk/>
          <pc:sldMk cId="0" sldId="1788"/>
        </pc:sldMkLst>
      </pc:sldChg>
      <pc:sldChg chg="add del">
        <pc:chgData name="한준 김" userId="7dd4edb89109a895" providerId="LiveId" clId="{B0EA322A-F585-4EE5-A004-E657958631F0}" dt="2024-02-02T04:56:17.345" v="601"/>
        <pc:sldMkLst>
          <pc:docMk/>
          <pc:sldMk cId="99541739" sldId="1789"/>
        </pc:sldMkLst>
      </pc:sldChg>
      <pc:sldChg chg="modSp add mod">
        <pc:chgData name="한준 김" userId="7dd4edb89109a895" providerId="LiveId" clId="{B0EA322A-F585-4EE5-A004-E657958631F0}" dt="2024-07-11T04:44:18.362" v="7813" actId="20577"/>
        <pc:sldMkLst>
          <pc:docMk/>
          <pc:sldMk cId="2934714630" sldId="1789"/>
        </pc:sldMkLst>
      </pc:sldChg>
      <pc:sldChg chg="add del setBg">
        <pc:chgData name="한준 김" userId="7dd4edb89109a895" providerId="LiveId" clId="{B0EA322A-F585-4EE5-A004-E657958631F0}" dt="2024-02-17T08:12:01.852" v="1915" actId="2696"/>
        <pc:sldMkLst>
          <pc:docMk/>
          <pc:sldMk cId="0" sldId="1790"/>
        </pc:sldMkLst>
      </pc:sldChg>
      <pc:sldChg chg="add del setBg">
        <pc:chgData name="한준 김" userId="7dd4edb89109a895" providerId="LiveId" clId="{B0EA322A-F585-4EE5-A004-E657958631F0}" dt="2024-02-17T08:12:16.157" v="1917"/>
        <pc:sldMkLst>
          <pc:docMk/>
          <pc:sldMk cId="1221754053" sldId="1790"/>
        </pc:sldMkLst>
      </pc:sldChg>
      <pc:sldChg chg="add del">
        <pc:chgData name="한준 김" userId="7dd4edb89109a895" providerId="LiveId" clId="{B0EA322A-F585-4EE5-A004-E657958631F0}" dt="2024-02-17T08:12:26.421" v="1919" actId="2696"/>
        <pc:sldMkLst>
          <pc:docMk/>
          <pc:sldMk cId="4289151902" sldId="1790"/>
        </pc:sldMkLst>
      </pc:sldChg>
      <pc:sldChg chg="add del setBg">
        <pc:chgData name="한준 김" userId="7dd4edb89109a895" providerId="LiveId" clId="{B0EA322A-F585-4EE5-A004-E657958631F0}" dt="2024-02-17T08:12:01.852" v="1915" actId="2696"/>
        <pc:sldMkLst>
          <pc:docMk/>
          <pc:sldMk cId="0" sldId="1791"/>
        </pc:sldMkLst>
      </pc:sldChg>
      <pc:sldChg chg="add del">
        <pc:chgData name="한준 김" userId="7dd4edb89109a895" providerId="LiveId" clId="{B0EA322A-F585-4EE5-A004-E657958631F0}" dt="2024-02-17T08:12:26.421" v="1919" actId="2696"/>
        <pc:sldMkLst>
          <pc:docMk/>
          <pc:sldMk cId="2646763063" sldId="1791"/>
        </pc:sldMkLst>
      </pc:sldChg>
      <pc:sldChg chg="add del setBg">
        <pc:chgData name="한준 김" userId="7dd4edb89109a895" providerId="LiveId" clId="{B0EA322A-F585-4EE5-A004-E657958631F0}" dt="2024-02-17T08:12:16.157" v="1917"/>
        <pc:sldMkLst>
          <pc:docMk/>
          <pc:sldMk cId="2748135059" sldId="1791"/>
        </pc:sldMkLst>
      </pc:sldChg>
      <pc:sldChg chg="add del setBg">
        <pc:chgData name="한준 김" userId="7dd4edb89109a895" providerId="LiveId" clId="{B0EA322A-F585-4EE5-A004-E657958631F0}" dt="2024-02-17T08:12:01.852" v="1915" actId="2696"/>
        <pc:sldMkLst>
          <pc:docMk/>
          <pc:sldMk cId="0" sldId="1792"/>
        </pc:sldMkLst>
      </pc:sldChg>
      <pc:sldChg chg="add del">
        <pc:chgData name="한준 김" userId="7dd4edb89109a895" providerId="LiveId" clId="{B0EA322A-F585-4EE5-A004-E657958631F0}" dt="2024-02-17T08:12:26.421" v="1919" actId="2696"/>
        <pc:sldMkLst>
          <pc:docMk/>
          <pc:sldMk cId="1782272932" sldId="1792"/>
        </pc:sldMkLst>
      </pc:sldChg>
      <pc:sldChg chg="add del setBg">
        <pc:chgData name="한준 김" userId="7dd4edb89109a895" providerId="LiveId" clId="{B0EA322A-F585-4EE5-A004-E657958631F0}" dt="2024-02-17T08:12:16.157" v="1917"/>
        <pc:sldMkLst>
          <pc:docMk/>
          <pc:sldMk cId="2652079611" sldId="1792"/>
        </pc:sldMkLst>
      </pc:sldChg>
      <pc:sldChg chg="add del setBg">
        <pc:chgData name="한준 김" userId="7dd4edb89109a895" providerId="LiveId" clId="{B0EA322A-F585-4EE5-A004-E657958631F0}" dt="2024-03-02T06:21:06.258" v="2635" actId="47"/>
        <pc:sldMkLst>
          <pc:docMk/>
          <pc:sldMk cId="0" sldId="1793"/>
        </pc:sldMkLst>
      </pc:sldChg>
      <pc:sldChg chg="add del setBg">
        <pc:chgData name="한준 김" userId="7dd4edb89109a895" providerId="LiveId" clId="{B0EA322A-F585-4EE5-A004-E657958631F0}" dt="2024-03-02T06:21:06.258" v="2635" actId="47"/>
        <pc:sldMkLst>
          <pc:docMk/>
          <pc:sldMk cId="0" sldId="1794"/>
        </pc:sldMkLst>
      </pc:sldChg>
      <pc:sldChg chg="add del setBg">
        <pc:chgData name="한준 김" userId="7dd4edb89109a895" providerId="LiveId" clId="{B0EA322A-F585-4EE5-A004-E657958631F0}" dt="2024-03-02T06:21:06.258" v="2635" actId="47"/>
        <pc:sldMkLst>
          <pc:docMk/>
          <pc:sldMk cId="0" sldId="1795"/>
        </pc:sldMkLst>
      </pc:sldChg>
      <pc:sldChg chg="add del setBg">
        <pc:chgData name="한준 김" userId="7dd4edb89109a895" providerId="LiveId" clId="{B0EA322A-F585-4EE5-A004-E657958631F0}" dt="2024-03-02T06:21:06.258" v="2635" actId="47"/>
        <pc:sldMkLst>
          <pc:docMk/>
          <pc:sldMk cId="0" sldId="1796"/>
        </pc:sldMkLst>
      </pc:sldChg>
      <pc:sldChg chg="add del setBg">
        <pc:chgData name="한준 김" userId="7dd4edb89109a895" providerId="LiveId" clId="{B0EA322A-F585-4EE5-A004-E657958631F0}" dt="2024-03-02T06:20:28.644" v="2631" actId="47"/>
        <pc:sldMkLst>
          <pc:docMk/>
          <pc:sldMk cId="0" sldId="1797"/>
        </pc:sldMkLst>
      </pc:sldChg>
      <pc:sldChg chg="addSp modSp new del mod setBg modAnim">
        <pc:chgData name="한준 김" userId="7dd4edb89109a895" providerId="LiveId" clId="{B0EA322A-F585-4EE5-A004-E657958631F0}" dt="2024-02-23T04:23:25.985" v="1926" actId="2696"/>
        <pc:sldMkLst>
          <pc:docMk/>
          <pc:sldMk cId="2122825230" sldId="1797"/>
        </pc:sldMkLst>
      </pc:sldChg>
      <pc:sldChg chg="addSp modSp new del mod setBg">
        <pc:chgData name="한준 김" userId="7dd4edb89109a895" providerId="LiveId" clId="{B0EA322A-F585-4EE5-A004-E657958631F0}" dt="2024-02-15T07:34:33.873" v="1236" actId="2696"/>
        <pc:sldMkLst>
          <pc:docMk/>
          <pc:sldMk cId="3447836621" sldId="1797"/>
        </pc:sldMkLst>
      </pc:sldChg>
      <pc:sldChg chg="add del setBg">
        <pc:chgData name="한준 김" userId="7dd4edb89109a895" providerId="LiveId" clId="{B0EA322A-F585-4EE5-A004-E657958631F0}" dt="2024-03-02T06:20:28.644" v="2631" actId="47"/>
        <pc:sldMkLst>
          <pc:docMk/>
          <pc:sldMk cId="0" sldId="1798"/>
        </pc:sldMkLst>
      </pc:sldChg>
      <pc:sldChg chg="modSp add del mod">
        <pc:chgData name="한준 김" userId="7dd4edb89109a895" providerId="LiveId" clId="{B0EA322A-F585-4EE5-A004-E657958631F0}" dt="2024-02-23T04:24:53.908" v="1952" actId="2696"/>
        <pc:sldMkLst>
          <pc:docMk/>
          <pc:sldMk cId="1084253990" sldId="1798"/>
        </pc:sldMkLst>
      </pc:sldChg>
      <pc:sldChg chg="new del">
        <pc:chgData name="한준 김" userId="7dd4edb89109a895" providerId="LiveId" clId="{B0EA322A-F585-4EE5-A004-E657958631F0}" dt="2024-02-15T07:43:33.687" v="1327" actId="2696"/>
        <pc:sldMkLst>
          <pc:docMk/>
          <pc:sldMk cId="1923108056" sldId="1798"/>
        </pc:sldMkLst>
      </pc:sldChg>
      <pc:sldChg chg="new del">
        <pc:chgData name="한준 김" userId="7dd4edb89109a895" providerId="LiveId" clId="{B0EA322A-F585-4EE5-A004-E657958631F0}" dt="2024-02-15T07:43:27.047" v="1325" actId="2696"/>
        <pc:sldMkLst>
          <pc:docMk/>
          <pc:sldMk cId="4081043514" sldId="1798"/>
        </pc:sldMkLst>
      </pc:sldChg>
      <pc:sldChg chg="add del setBg">
        <pc:chgData name="한준 김" userId="7dd4edb89109a895" providerId="LiveId" clId="{B0EA322A-F585-4EE5-A004-E657958631F0}" dt="2024-03-02T06:20:28.644" v="2631" actId="47"/>
        <pc:sldMkLst>
          <pc:docMk/>
          <pc:sldMk cId="0" sldId="1799"/>
        </pc:sldMkLst>
      </pc:sldChg>
      <pc:sldChg chg="new del">
        <pc:chgData name="한준 김" userId="7dd4edb89109a895" providerId="LiveId" clId="{B0EA322A-F585-4EE5-A004-E657958631F0}" dt="2024-02-15T07:43:25.019" v="1324" actId="2696"/>
        <pc:sldMkLst>
          <pc:docMk/>
          <pc:sldMk cId="1202295356" sldId="1799"/>
        </pc:sldMkLst>
      </pc:sldChg>
      <pc:sldChg chg="add del">
        <pc:chgData name="한준 김" userId="7dd4edb89109a895" providerId="LiveId" clId="{B0EA322A-F585-4EE5-A004-E657958631F0}" dt="2024-03-16T05:30:21.619" v="3285" actId="47"/>
        <pc:sldMkLst>
          <pc:docMk/>
          <pc:sldMk cId="1653912352" sldId="1800"/>
        </pc:sldMkLst>
      </pc:sldChg>
      <pc:sldChg chg="add del">
        <pc:chgData name="한준 김" userId="7dd4edb89109a895" providerId="LiveId" clId="{B0EA322A-F585-4EE5-A004-E657958631F0}" dt="2024-03-16T05:30:21.619" v="3285" actId="47"/>
        <pc:sldMkLst>
          <pc:docMk/>
          <pc:sldMk cId="4111997108" sldId="1801"/>
        </pc:sldMkLst>
      </pc:sldChg>
      <pc:sldChg chg="add del">
        <pc:chgData name="한준 김" userId="7dd4edb89109a895" providerId="LiveId" clId="{B0EA322A-F585-4EE5-A004-E657958631F0}" dt="2024-03-16T05:30:21.619" v="3285" actId="47"/>
        <pc:sldMkLst>
          <pc:docMk/>
          <pc:sldMk cId="151066308" sldId="1802"/>
        </pc:sldMkLst>
      </pc:sldChg>
      <pc:sldChg chg="add del modTransition">
        <pc:chgData name="한준 김" userId="7dd4edb89109a895" providerId="LiveId" clId="{B0EA322A-F585-4EE5-A004-E657958631F0}" dt="2024-04-05T02:12:13.849" v="3912" actId="47"/>
        <pc:sldMkLst>
          <pc:docMk/>
          <pc:sldMk cId="0" sldId="1803"/>
        </pc:sldMkLst>
      </pc:sldChg>
      <pc:sldChg chg="modSp add mod">
        <pc:chgData name="한준 김" userId="7dd4edb89109a895" providerId="LiveId" clId="{B0EA322A-F585-4EE5-A004-E657958631F0}" dt="2024-02-24T07:25:38.373" v="2209" actId="20577"/>
        <pc:sldMkLst>
          <pc:docMk/>
          <pc:sldMk cId="843282155" sldId="1803"/>
        </pc:sldMkLst>
      </pc:sldChg>
      <pc:sldChg chg="add del modTransition">
        <pc:chgData name="한준 김" userId="7dd4edb89109a895" providerId="LiveId" clId="{B0EA322A-F585-4EE5-A004-E657958631F0}" dt="2024-04-05T02:12:13.849" v="3912" actId="47"/>
        <pc:sldMkLst>
          <pc:docMk/>
          <pc:sldMk cId="0" sldId="1804"/>
        </pc:sldMkLst>
      </pc:sldChg>
      <pc:sldChg chg="add del">
        <pc:chgData name="한준 김" userId="7dd4edb89109a895" providerId="LiveId" clId="{B0EA322A-F585-4EE5-A004-E657958631F0}" dt="2024-02-23T04:24:20.260" v="1950" actId="47"/>
        <pc:sldMkLst>
          <pc:docMk/>
          <pc:sldMk cId="1254258955" sldId="1804"/>
        </pc:sldMkLst>
      </pc:sldChg>
      <pc:sldChg chg="add del">
        <pc:chgData name="한준 김" userId="7dd4edb89109a895" providerId="LiveId" clId="{B0EA322A-F585-4EE5-A004-E657958631F0}" dt="2024-02-23T04:24:17.432" v="1948"/>
        <pc:sldMkLst>
          <pc:docMk/>
          <pc:sldMk cId="2481742787" sldId="1804"/>
        </pc:sldMkLst>
      </pc:sldChg>
      <pc:sldChg chg="add del modTransition">
        <pc:chgData name="한준 김" userId="7dd4edb89109a895" providerId="LiveId" clId="{B0EA322A-F585-4EE5-A004-E657958631F0}" dt="2024-04-05T02:12:13.849" v="3912" actId="47"/>
        <pc:sldMkLst>
          <pc:docMk/>
          <pc:sldMk cId="0" sldId="1805"/>
        </pc:sldMkLst>
      </pc:sldChg>
      <pc:sldChg chg="add del">
        <pc:chgData name="한준 김" userId="7dd4edb89109a895" providerId="LiveId" clId="{B0EA322A-F585-4EE5-A004-E657958631F0}" dt="2024-02-23T04:24:21.306" v="1951" actId="47"/>
        <pc:sldMkLst>
          <pc:docMk/>
          <pc:sldMk cId="2584349639" sldId="1805"/>
        </pc:sldMkLst>
      </pc:sldChg>
      <pc:sldChg chg="add del">
        <pc:chgData name="한준 김" userId="7dd4edb89109a895" providerId="LiveId" clId="{B0EA322A-F585-4EE5-A004-E657958631F0}" dt="2024-02-23T04:24:17.432" v="1948"/>
        <pc:sldMkLst>
          <pc:docMk/>
          <pc:sldMk cId="2692457120" sldId="1805"/>
        </pc:sldMkLst>
      </pc:sldChg>
      <pc:sldChg chg="add del modTransition">
        <pc:chgData name="한준 김" userId="7dd4edb89109a895" providerId="LiveId" clId="{B0EA322A-F585-4EE5-A004-E657958631F0}" dt="2024-04-05T02:12:13.849" v="3912" actId="47"/>
        <pc:sldMkLst>
          <pc:docMk/>
          <pc:sldMk cId="0" sldId="1806"/>
        </pc:sldMkLst>
      </pc:sldChg>
      <pc:sldChg chg="add del modTransition">
        <pc:chgData name="한준 김" userId="7dd4edb89109a895" providerId="LiveId" clId="{B0EA322A-F585-4EE5-A004-E657958631F0}" dt="2024-04-05T02:12:13.849" v="3912" actId="47"/>
        <pc:sldMkLst>
          <pc:docMk/>
          <pc:sldMk cId="0" sldId="1807"/>
        </pc:sldMkLst>
      </pc:sldChg>
      <pc:sldChg chg="add del modTransition">
        <pc:chgData name="한준 김" userId="7dd4edb89109a895" providerId="LiveId" clId="{B0EA322A-F585-4EE5-A004-E657958631F0}" dt="2024-04-05T02:12:13.849" v="3912" actId="47"/>
        <pc:sldMkLst>
          <pc:docMk/>
          <pc:sldMk cId="0" sldId="1808"/>
        </pc:sldMkLst>
      </pc:sldChg>
      <pc:sldChg chg="add del modTransition">
        <pc:chgData name="한준 김" userId="7dd4edb89109a895" providerId="LiveId" clId="{B0EA322A-F585-4EE5-A004-E657958631F0}" dt="2024-04-05T02:12:13.849" v="3912" actId="47"/>
        <pc:sldMkLst>
          <pc:docMk/>
          <pc:sldMk cId="0" sldId="1809"/>
        </pc:sldMkLst>
      </pc:sldChg>
      <pc:sldChg chg="add del setBg">
        <pc:chgData name="한준 김" userId="7dd4edb89109a895" providerId="LiveId" clId="{B0EA322A-F585-4EE5-A004-E657958631F0}" dt="2024-03-09T02:18:51.730" v="2831" actId="2696"/>
        <pc:sldMkLst>
          <pc:docMk/>
          <pc:sldMk cId="1162238525" sldId="1810"/>
        </pc:sldMkLst>
      </pc:sldChg>
      <pc:sldChg chg="add del setBg">
        <pc:chgData name="한준 김" userId="7dd4edb89109a895" providerId="LiveId" clId="{B0EA322A-F585-4EE5-A004-E657958631F0}" dt="2024-03-09T02:18:51.730" v="2831" actId="2696"/>
        <pc:sldMkLst>
          <pc:docMk/>
          <pc:sldMk cId="3924008513" sldId="1811"/>
        </pc:sldMkLst>
      </pc:sldChg>
      <pc:sldChg chg="add del setBg">
        <pc:chgData name="한준 김" userId="7dd4edb89109a895" providerId="LiveId" clId="{B0EA322A-F585-4EE5-A004-E657958631F0}" dt="2024-03-09T02:18:51.730" v="2831" actId="2696"/>
        <pc:sldMkLst>
          <pc:docMk/>
          <pc:sldMk cId="4037203358" sldId="1812"/>
        </pc:sldMkLst>
      </pc:sldChg>
      <pc:sldChg chg="add del setBg">
        <pc:chgData name="한준 김" userId="7dd4edb89109a895" providerId="LiveId" clId="{B0EA322A-F585-4EE5-A004-E657958631F0}" dt="2024-03-09T02:18:51.730" v="2831" actId="2696"/>
        <pc:sldMkLst>
          <pc:docMk/>
          <pc:sldMk cId="893199661" sldId="1813"/>
        </pc:sldMkLst>
      </pc:sldChg>
      <pc:sldChg chg="add del setBg">
        <pc:chgData name="한준 김" userId="7dd4edb89109a895" providerId="LiveId" clId="{B0EA322A-F585-4EE5-A004-E657958631F0}" dt="2024-04-06T06:24:54.141" v="4416" actId="2696"/>
        <pc:sldMkLst>
          <pc:docMk/>
          <pc:sldMk cId="0" sldId="1814"/>
        </pc:sldMkLst>
      </pc:sldChg>
      <pc:sldChg chg="add del setBg">
        <pc:chgData name="한준 김" userId="7dd4edb89109a895" providerId="LiveId" clId="{B0EA322A-F585-4EE5-A004-E657958631F0}" dt="2024-04-06T06:24:54.141" v="4416" actId="2696"/>
        <pc:sldMkLst>
          <pc:docMk/>
          <pc:sldMk cId="0" sldId="1815"/>
        </pc:sldMkLst>
      </pc:sldChg>
      <pc:sldChg chg="add del setBg">
        <pc:chgData name="한준 김" userId="7dd4edb89109a895" providerId="LiveId" clId="{B0EA322A-F585-4EE5-A004-E657958631F0}" dt="2024-04-06T06:24:54.141" v="4416" actId="2696"/>
        <pc:sldMkLst>
          <pc:docMk/>
          <pc:sldMk cId="0" sldId="1816"/>
        </pc:sldMkLst>
      </pc:sldChg>
      <pc:sldChg chg="add del setBg">
        <pc:chgData name="한준 김" userId="7dd4edb89109a895" providerId="LiveId" clId="{B0EA322A-F585-4EE5-A004-E657958631F0}" dt="2024-04-06T06:24:54.141" v="4416" actId="2696"/>
        <pc:sldMkLst>
          <pc:docMk/>
          <pc:sldMk cId="0" sldId="1817"/>
        </pc:sldMkLst>
      </pc:sldChg>
      <pc:sldChg chg="add del setBg">
        <pc:chgData name="한준 김" userId="7dd4edb89109a895" providerId="LiveId" clId="{B0EA322A-F585-4EE5-A004-E657958631F0}" dt="2024-04-06T06:24:54.141" v="4416" actId="2696"/>
        <pc:sldMkLst>
          <pc:docMk/>
          <pc:sldMk cId="0" sldId="1818"/>
        </pc:sldMkLst>
      </pc:sldChg>
      <pc:sldChg chg="add del setBg">
        <pc:chgData name="한준 김" userId="7dd4edb89109a895" providerId="LiveId" clId="{B0EA322A-F585-4EE5-A004-E657958631F0}" dt="2024-04-06T06:24:54.141" v="4416" actId="2696"/>
        <pc:sldMkLst>
          <pc:docMk/>
          <pc:sldMk cId="1850207053" sldId="1819"/>
        </pc:sldMkLst>
      </pc:sldChg>
      <pc:sldChg chg="addSp delSp modSp new del mod setBg">
        <pc:chgData name="한준 김" userId="7dd4edb89109a895" providerId="LiveId" clId="{B0EA322A-F585-4EE5-A004-E657958631F0}" dt="2024-03-16T05:05:51.106" v="2835" actId="47"/>
        <pc:sldMkLst>
          <pc:docMk/>
          <pc:sldMk cId="642742606" sldId="1820"/>
        </pc:sldMkLst>
      </pc:sldChg>
      <pc:sldChg chg="addSp delSp modSp new del mod setBg">
        <pc:chgData name="한준 김" userId="7dd4edb89109a895" providerId="LiveId" clId="{B0EA322A-F585-4EE5-A004-E657958631F0}" dt="2024-03-16T05:05:51.106" v="2835" actId="47"/>
        <pc:sldMkLst>
          <pc:docMk/>
          <pc:sldMk cId="1290558800" sldId="1821"/>
        </pc:sldMkLst>
      </pc:sldChg>
      <pc:sldChg chg="add del modTransition setBg">
        <pc:chgData name="한준 김" userId="7dd4edb89109a895" providerId="LiveId" clId="{B0EA322A-F585-4EE5-A004-E657958631F0}" dt="2024-03-16T05:30:21.619" v="3285" actId="47"/>
        <pc:sldMkLst>
          <pc:docMk/>
          <pc:sldMk cId="0" sldId="1822"/>
        </pc:sldMkLst>
      </pc:sldChg>
      <pc:sldChg chg="add del modTransition setBg">
        <pc:chgData name="한준 김" userId="7dd4edb89109a895" providerId="LiveId" clId="{B0EA322A-F585-4EE5-A004-E657958631F0}" dt="2024-03-16T05:30:21.619" v="3285" actId="47"/>
        <pc:sldMkLst>
          <pc:docMk/>
          <pc:sldMk cId="0" sldId="1823"/>
        </pc:sldMkLst>
      </pc:sldChg>
      <pc:sldChg chg="add del modTransition setBg">
        <pc:chgData name="한준 김" userId="7dd4edb89109a895" providerId="LiveId" clId="{B0EA322A-F585-4EE5-A004-E657958631F0}" dt="2024-03-22T14:55:33.589" v="3356" actId="2696"/>
        <pc:sldMkLst>
          <pc:docMk/>
          <pc:sldMk cId="0" sldId="1824"/>
        </pc:sldMkLst>
      </pc:sldChg>
      <pc:sldChg chg="add del modTransition setBg">
        <pc:chgData name="한준 김" userId="7dd4edb89109a895" providerId="LiveId" clId="{B0EA322A-F585-4EE5-A004-E657958631F0}" dt="2024-03-22T14:55:33.589" v="3356" actId="2696"/>
        <pc:sldMkLst>
          <pc:docMk/>
          <pc:sldMk cId="2583690133" sldId="1825"/>
        </pc:sldMkLst>
      </pc:sldChg>
      <pc:sldChg chg="add del modTransition">
        <pc:chgData name="한준 김" userId="7dd4edb89109a895" providerId="LiveId" clId="{B0EA322A-F585-4EE5-A004-E657958631F0}" dt="2024-03-22T14:55:33.589" v="3356" actId="2696"/>
        <pc:sldMkLst>
          <pc:docMk/>
          <pc:sldMk cId="1102558244" sldId="1826"/>
        </pc:sldMkLst>
      </pc:sldChg>
      <pc:sldChg chg="add del">
        <pc:chgData name="한준 김" userId="7dd4edb89109a895" providerId="LiveId" clId="{B0EA322A-F585-4EE5-A004-E657958631F0}" dt="2024-03-16T05:08:27.347" v="2870"/>
        <pc:sldMkLst>
          <pc:docMk/>
          <pc:sldMk cId="1351857879" sldId="1826"/>
        </pc:sldMkLst>
      </pc:sldChg>
      <pc:sldChg chg="add del modTransition">
        <pc:chgData name="한준 김" userId="7dd4edb89109a895" providerId="LiveId" clId="{B0EA322A-F585-4EE5-A004-E657958631F0}" dt="2024-03-23T10:50:13.754" v="3547" actId="2696"/>
        <pc:sldMkLst>
          <pc:docMk/>
          <pc:sldMk cId="0" sldId="1827"/>
        </pc:sldMkLst>
      </pc:sldChg>
      <pc:sldChg chg="add del">
        <pc:chgData name="한준 김" userId="7dd4edb89109a895" providerId="LiveId" clId="{B0EA322A-F585-4EE5-A004-E657958631F0}" dt="2024-03-16T05:06:53.386" v="2862"/>
        <pc:sldMkLst>
          <pc:docMk/>
          <pc:sldMk cId="2476261310" sldId="1827"/>
        </pc:sldMkLst>
      </pc:sldChg>
      <pc:sldChg chg="add del">
        <pc:chgData name="한준 김" userId="7dd4edb89109a895" providerId="LiveId" clId="{B0EA322A-F585-4EE5-A004-E657958631F0}" dt="2024-03-16T05:06:57.713" v="2864" actId="47"/>
        <pc:sldMkLst>
          <pc:docMk/>
          <pc:sldMk cId="3277724993" sldId="1827"/>
        </pc:sldMkLst>
      </pc:sldChg>
      <pc:sldChg chg="add del modTransition">
        <pc:chgData name="한준 김" userId="7dd4edb89109a895" providerId="LiveId" clId="{B0EA322A-F585-4EE5-A004-E657958631F0}" dt="2024-03-23T10:50:13.754" v="3547" actId="2696"/>
        <pc:sldMkLst>
          <pc:docMk/>
          <pc:sldMk cId="0" sldId="1828"/>
        </pc:sldMkLst>
      </pc:sldChg>
      <pc:sldChg chg="add del modTransition">
        <pc:chgData name="한준 김" userId="7dd4edb89109a895" providerId="LiveId" clId="{B0EA322A-F585-4EE5-A004-E657958631F0}" dt="2024-03-23T10:50:13.754" v="3547" actId="2696"/>
        <pc:sldMkLst>
          <pc:docMk/>
          <pc:sldMk cId="0" sldId="1829"/>
        </pc:sldMkLst>
      </pc:sldChg>
      <pc:sldChg chg="add del">
        <pc:chgData name="한준 김" userId="7dd4edb89109a895" providerId="LiveId" clId="{B0EA322A-F585-4EE5-A004-E657958631F0}" dt="2024-04-06T06:24:45.114" v="4415" actId="2696"/>
        <pc:sldMkLst>
          <pc:docMk/>
          <pc:sldMk cId="0" sldId="1830"/>
        </pc:sldMkLst>
      </pc:sldChg>
      <pc:sldChg chg="add del">
        <pc:chgData name="한준 김" userId="7dd4edb89109a895" providerId="LiveId" clId="{B0EA322A-F585-4EE5-A004-E657958631F0}" dt="2024-04-06T06:24:45.114" v="4415" actId="2696"/>
        <pc:sldMkLst>
          <pc:docMk/>
          <pc:sldMk cId="0" sldId="1831"/>
        </pc:sldMkLst>
      </pc:sldChg>
      <pc:sldChg chg="add del">
        <pc:chgData name="한준 김" userId="7dd4edb89109a895" providerId="LiveId" clId="{B0EA322A-F585-4EE5-A004-E657958631F0}" dt="2024-04-06T06:24:45.114" v="4415" actId="2696"/>
        <pc:sldMkLst>
          <pc:docMk/>
          <pc:sldMk cId="0" sldId="1832"/>
        </pc:sldMkLst>
      </pc:sldChg>
      <pc:sldChg chg="add del">
        <pc:chgData name="한준 김" userId="7dd4edb89109a895" providerId="LiveId" clId="{B0EA322A-F585-4EE5-A004-E657958631F0}" dt="2024-04-06T06:24:45.114" v="4415" actId="2696"/>
        <pc:sldMkLst>
          <pc:docMk/>
          <pc:sldMk cId="0" sldId="1833"/>
        </pc:sldMkLst>
      </pc:sldChg>
      <pc:sldChg chg="add del">
        <pc:chgData name="한준 김" userId="7dd4edb89109a895" providerId="LiveId" clId="{B0EA322A-F585-4EE5-A004-E657958631F0}" dt="2024-04-06T06:24:45.114" v="4415" actId="2696"/>
        <pc:sldMkLst>
          <pc:docMk/>
          <pc:sldMk cId="0" sldId="1834"/>
        </pc:sldMkLst>
      </pc:sldChg>
      <pc:sldChg chg="add del">
        <pc:chgData name="한준 김" userId="7dd4edb89109a895" providerId="LiveId" clId="{B0EA322A-F585-4EE5-A004-E657958631F0}" dt="2024-04-06T06:24:45.114" v="4415" actId="2696"/>
        <pc:sldMkLst>
          <pc:docMk/>
          <pc:sldMk cId="0" sldId="1835"/>
        </pc:sldMkLst>
      </pc:sldChg>
      <pc:sldChg chg="add del setBg">
        <pc:chgData name="한준 김" userId="7dd4edb89109a895" providerId="LiveId" clId="{B0EA322A-F585-4EE5-A004-E657958631F0}" dt="2024-04-13T04:21:30.217" v="4582" actId="2696"/>
        <pc:sldMkLst>
          <pc:docMk/>
          <pc:sldMk cId="0" sldId="1836"/>
        </pc:sldMkLst>
      </pc:sldChg>
      <pc:sldChg chg="add del setBg">
        <pc:chgData name="한준 김" userId="7dd4edb89109a895" providerId="LiveId" clId="{B0EA322A-F585-4EE5-A004-E657958631F0}" dt="2024-04-13T04:22:32.573" v="4598"/>
        <pc:sldMkLst>
          <pc:docMk/>
          <pc:sldMk cId="1726698100" sldId="1836"/>
        </pc:sldMkLst>
      </pc:sldChg>
      <pc:sldChg chg="add del setBg">
        <pc:chgData name="한준 김" userId="7dd4edb89109a895" providerId="LiveId" clId="{B0EA322A-F585-4EE5-A004-E657958631F0}" dt="2024-04-13T04:22:13.512" v="4594"/>
        <pc:sldMkLst>
          <pc:docMk/>
          <pc:sldMk cId="2561747893" sldId="1836"/>
        </pc:sldMkLst>
      </pc:sldChg>
      <pc:sldChg chg="add del">
        <pc:chgData name="한준 김" userId="7dd4edb89109a895" providerId="LiveId" clId="{B0EA322A-F585-4EE5-A004-E657958631F0}" dt="2024-04-13T04:22:16.477" v="4596"/>
        <pc:sldMkLst>
          <pc:docMk/>
          <pc:sldMk cId="3195218634" sldId="1836"/>
        </pc:sldMkLst>
      </pc:sldChg>
      <pc:sldChg chg="addSp delSp modSp new del mod modTransition setBg modAnim delDesignElem">
        <pc:chgData name="한준 김" userId="7dd4edb89109a895" providerId="LiveId" clId="{B0EA322A-F585-4EE5-A004-E657958631F0}" dt="2024-03-22T14:55:33.589" v="3356" actId="2696"/>
        <pc:sldMkLst>
          <pc:docMk/>
          <pc:sldMk cId="4046950575" sldId="1836"/>
        </pc:sldMkLst>
      </pc:sldChg>
      <pc:sldChg chg="add del setBg">
        <pc:chgData name="한준 김" userId="7dd4edb89109a895" providerId="LiveId" clId="{B0EA322A-F585-4EE5-A004-E657958631F0}" dt="2024-04-13T04:21:30.217" v="4582" actId="2696"/>
        <pc:sldMkLst>
          <pc:docMk/>
          <pc:sldMk cId="0" sldId="1837"/>
        </pc:sldMkLst>
      </pc:sldChg>
      <pc:sldChg chg="add del">
        <pc:chgData name="한준 김" userId="7dd4edb89109a895" providerId="LiveId" clId="{B0EA322A-F585-4EE5-A004-E657958631F0}" dt="2024-04-13T04:22:16.477" v="4596"/>
        <pc:sldMkLst>
          <pc:docMk/>
          <pc:sldMk cId="201453079" sldId="1837"/>
        </pc:sldMkLst>
      </pc:sldChg>
      <pc:sldChg chg="add del setBg">
        <pc:chgData name="한준 김" userId="7dd4edb89109a895" providerId="LiveId" clId="{B0EA322A-F585-4EE5-A004-E657958631F0}" dt="2024-04-13T04:22:13.512" v="4594"/>
        <pc:sldMkLst>
          <pc:docMk/>
          <pc:sldMk cId="598625099" sldId="1837"/>
        </pc:sldMkLst>
      </pc:sldChg>
      <pc:sldChg chg="add del setBg">
        <pc:chgData name="한준 김" userId="7dd4edb89109a895" providerId="LiveId" clId="{B0EA322A-F585-4EE5-A004-E657958631F0}" dt="2024-04-13T04:22:32.573" v="4598"/>
        <pc:sldMkLst>
          <pc:docMk/>
          <pc:sldMk cId="2511939375" sldId="1837"/>
        </pc:sldMkLst>
      </pc:sldChg>
      <pc:sldChg chg="add del setBg">
        <pc:chgData name="한준 김" userId="7dd4edb89109a895" providerId="LiveId" clId="{B0EA322A-F585-4EE5-A004-E657958631F0}" dt="2024-04-13T04:21:30.217" v="4582" actId="2696"/>
        <pc:sldMkLst>
          <pc:docMk/>
          <pc:sldMk cId="0" sldId="1838"/>
        </pc:sldMkLst>
      </pc:sldChg>
      <pc:sldChg chg="add del setBg">
        <pc:chgData name="한준 김" userId="7dd4edb89109a895" providerId="LiveId" clId="{B0EA322A-F585-4EE5-A004-E657958631F0}" dt="2024-04-13T04:22:13.512" v="4594"/>
        <pc:sldMkLst>
          <pc:docMk/>
          <pc:sldMk cId="77707557" sldId="1838"/>
        </pc:sldMkLst>
      </pc:sldChg>
      <pc:sldChg chg="add del setBg">
        <pc:chgData name="한준 김" userId="7dd4edb89109a895" providerId="LiveId" clId="{B0EA322A-F585-4EE5-A004-E657958631F0}" dt="2024-04-13T04:22:32.573" v="4598"/>
        <pc:sldMkLst>
          <pc:docMk/>
          <pc:sldMk cId="866235053" sldId="1838"/>
        </pc:sldMkLst>
      </pc:sldChg>
      <pc:sldChg chg="add del">
        <pc:chgData name="한준 김" userId="7dd4edb89109a895" providerId="LiveId" clId="{B0EA322A-F585-4EE5-A004-E657958631F0}" dt="2024-04-13T04:22:16.477" v="4596"/>
        <pc:sldMkLst>
          <pc:docMk/>
          <pc:sldMk cId="2216286657" sldId="1838"/>
        </pc:sldMkLst>
      </pc:sldChg>
      <pc:sldChg chg="add del setBg">
        <pc:chgData name="한준 김" userId="7dd4edb89109a895" providerId="LiveId" clId="{B0EA322A-F585-4EE5-A004-E657958631F0}" dt="2024-05-02T06:54:19.402" v="4920" actId="2696"/>
        <pc:sldMkLst>
          <pc:docMk/>
          <pc:sldMk cId="0" sldId="1839"/>
        </pc:sldMkLst>
      </pc:sldChg>
      <pc:sldChg chg="add del setBg">
        <pc:chgData name="한준 김" userId="7dd4edb89109a895" providerId="LiveId" clId="{B0EA322A-F585-4EE5-A004-E657958631F0}" dt="2024-05-02T06:54:19.402" v="4920" actId="2696"/>
        <pc:sldMkLst>
          <pc:docMk/>
          <pc:sldMk cId="0" sldId="1840"/>
        </pc:sldMkLst>
      </pc:sldChg>
      <pc:sldChg chg="add del modTransition setBg">
        <pc:chgData name="한준 김" userId="7dd4edb89109a895" providerId="LiveId" clId="{B0EA322A-F585-4EE5-A004-E657958631F0}" dt="2024-05-02T06:54:19.402" v="4920" actId="2696"/>
        <pc:sldMkLst>
          <pc:docMk/>
          <pc:sldMk cId="0" sldId="1841"/>
        </pc:sldMkLst>
      </pc:sldChg>
      <pc:sldChg chg="add del modTransition setBg">
        <pc:chgData name="한준 김" userId="7dd4edb89109a895" providerId="LiveId" clId="{B0EA322A-F585-4EE5-A004-E657958631F0}" dt="2024-05-02T06:54:19.402" v="4920" actId="2696"/>
        <pc:sldMkLst>
          <pc:docMk/>
          <pc:sldMk cId="0" sldId="1842"/>
        </pc:sldMkLst>
      </pc:sldChg>
      <pc:sldChg chg="add del">
        <pc:chgData name="한준 김" userId="7dd4edb89109a895" providerId="LiveId" clId="{B0EA322A-F585-4EE5-A004-E657958631F0}" dt="2024-04-12T06:56:14.724" v="4431" actId="2696"/>
        <pc:sldMkLst>
          <pc:docMk/>
          <pc:sldMk cId="3286317743" sldId="1843"/>
        </pc:sldMkLst>
      </pc:sldChg>
      <pc:sldChg chg="add del setBg">
        <pc:chgData name="한준 김" userId="7dd4edb89109a895" providerId="LiveId" clId="{B0EA322A-F585-4EE5-A004-E657958631F0}" dt="2024-04-13T04:21:30.217" v="4582" actId="2696"/>
        <pc:sldMkLst>
          <pc:docMk/>
          <pc:sldMk cId="0" sldId="1844"/>
        </pc:sldMkLst>
      </pc:sldChg>
      <pc:sldChg chg="add del">
        <pc:chgData name="한준 김" userId="7dd4edb89109a895" providerId="LiveId" clId="{B0EA322A-F585-4EE5-A004-E657958631F0}" dt="2024-04-13T04:22:16.477" v="4596"/>
        <pc:sldMkLst>
          <pc:docMk/>
          <pc:sldMk cId="1350775997" sldId="1844"/>
        </pc:sldMkLst>
      </pc:sldChg>
      <pc:sldChg chg="add del modTransition">
        <pc:chgData name="한준 김" userId="7dd4edb89109a895" providerId="LiveId" clId="{B0EA322A-F585-4EE5-A004-E657958631F0}" dt="2024-04-13T04:22:13.512" v="4594"/>
        <pc:sldMkLst>
          <pc:docMk/>
          <pc:sldMk cId="4121704919" sldId="1844"/>
        </pc:sldMkLst>
      </pc:sldChg>
      <pc:sldChg chg="add del modTransition">
        <pc:chgData name="한준 김" userId="7dd4edb89109a895" providerId="LiveId" clId="{B0EA322A-F585-4EE5-A004-E657958631F0}" dt="2024-04-13T04:22:32.573" v="4598"/>
        <pc:sldMkLst>
          <pc:docMk/>
          <pc:sldMk cId="4141695173" sldId="1844"/>
        </pc:sldMkLst>
      </pc:sldChg>
      <pc:sldChg chg="add del setBg">
        <pc:chgData name="한준 김" userId="7dd4edb89109a895" providerId="LiveId" clId="{B0EA322A-F585-4EE5-A004-E657958631F0}" dt="2024-04-13T04:21:30.217" v="4582" actId="2696"/>
        <pc:sldMkLst>
          <pc:docMk/>
          <pc:sldMk cId="0" sldId="1845"/>
        </pc:sldMkLst>
      </pc:sldChg>
      <pc:sldChg chg="add del modTransition">
        <pc:chgData name="한준 김" userId="7dd4edb89109a895" providerId="LiveId" clId="{B0EA322A-F585-4EE5-A004-E657958631F0}" dt="2024-04-13T04:22:32.573" v="4598"/>
        <pc:sldMkLst>
          <pc:docMk/>
          <pc:sldMk cId="1270320344" sldId="1845"/>
        </pc:sldMkLst>
      </pc:sldChg>
      <pc:sldChg chg="add del">
        <pc:chgData name="한준 김" userId="7dd4edb89109a895" providerId="LiveId" clId="{B0EA322A-F585-4EE5-A004-E657958631F0}" dt="2024-04-13T04:22:16.477" v="4596"/>
        <pc:sldMkLst>
          <pc:docMk/>
          <pc:sldMk cId="2747928898" sldId="1845"/>
        </pc:sldMkLst>
      </pc:sldChg>
      <pc:sldChg chg="add del modTransition">
        <pc:chgData name="한준 김" userId="7dd4edb89109a895" providerId="LiveId" clId="{B0EA322A-F585-4EE5-A004-E657958631F0}" dt="2024-04-13T04:22:13.512" v="4594"/>
        <pc:sldMkLst>
          <pc:docMk/>
          <pc:sldMk cId="4141897920" sldId="1845"/>
        </pc:sldMkLst>
      </pc:sldChg>
      <pc:sldChg chg="add del setBg">
        <pc:chgData name="한준 김" userId="7dd4edb89109a895" providerId="LiveId" clId="{B0EA322A-F585-4EE5-A004-E657958631F0}" dt="2024-04-13T04:21:30.217" v="4582" actId="2696"/>
        <pc:sldMkLst>
          <pc:docMk/>
          <pc:sldMk cId="0" sldId="1846"/>
        </pc:sldMkLst>
      </pc:sldChg>
      <pc:sldChg chg="add del modTransition">
        <pc:chgData name="한준 김" userId="7dd4edb89109a895" providerId="LiveId" clId="{B0EA322A-F585-4EE5-A004-E657958631F0}" dt="2024-04-13T04:22:13.512" v="4594"/>
        <pc:sldMkLst>
          <pc:docMk/>
          <pc:sldMk cId="831780507" sldId="1846"/>
        </pc:sldMkLst>
      </pc:sldChg>
      <pc:sldChg chg="add del">
        <pc:chgData name="한준 김" userId="7dd4edb89109a895" providerId="LiveId" clId="{B0EA322A-F585-4EE5-A004-E657958631F0}" dt="2024-04-13T04:22:16.477" v="4596"/>
        <pc:sldMkLst>
          <pc:docMk/>
          <pc:sldMk cId="1935881956" sldId="1846"/>
        </pc:sldMkLst>
      </pc:sldChg>
      <pc:sldChg chg="add del modTransition">
        <pc:chgData name="한준 김" userId="7dd4edb89109a895" providerId="LiveId" clId="{B0EA322A-F585-4EE5-A004-E657958631F0}" dt="2024-04-13T04:22:32.573" v="4598"/>
        <pc:sldMkLst>
          <pc:docMk/>
          <pc:sldMk cId="2557645127" sldId="1846"/>
        </pc:sldMkLst>
      </pc:sldChg>
      <pc:sldChg chg="add del">
        <pc:chgData name="한준 김" userId="7dd4edb89109a895" providerId="LiveId" clId="{B0EA322A-F585-4EE5-A004-E657958631F0}" dt="2024-04-13T04:21:30.217" v="4582" actId="2696"/>
        <pc:sldMkLst>
          <pc:docMk/>
          <pc:sldMk cId="0" sldId="1847"/>
        </pc:sldMkLst>
      </pc:sldChg>
      <pc:sldChg chg="add del">
        <pc:chgData name="한준 김" userId="7dd4edb89109a895" providerId="LiveId" clId="{B0EA322A-F585-4EE5-A004-E657958631F0}" dt="2024-04-13T04:22:16.477" v="4596"/>
        <pc:sldMkLst>
          <pc:docMk/>
          <pc:sldMk cId="688627185" sldId="1847"/>
        </pc:sldMkLst>
      </pc:sldChg>
      <pc:sldChg chg="add del modTransition">
        <pc:chgData name="한준 김" userId="7dd4edb89109a895" providerId="LiveId" clId="{B0EA322A-F585-4EE5-A004-E657958631F0}" dt="2024-04-13T04:22:32.573" v="4598"/>
        <pc:sldMkLst>
          <pc:docMk/>
          <pc:sldMk cId="1148977664" sldId="1847"/>
        </pc:sldMkLst>
      </pc:sldChg>
      <pc:sldChg chg="add del modTransition">
        <pc:chgData name="한준 김" userId="7dd4edb89109a895" providerId="LiveId" clId="{B0EA322A-F585-4EE5-A004-E657958631F0}" dt="2024-04-13T04:22:13.512" v="4594"/>
        <pc:sldMkLst>
          <pc:docMk/>
          <pc:sldMk cId="1570214680" sldId="1847"/>
        </pc:sldMkLst>
      </pc:sldChg>
      <pc:sldChg chg="add del">
        <pc:chgData name="한준 김" userId="7dd4edb89109a895" providerId="LiveId" clId="{B0EA322A-F585-4EE5-A004-E657958631F0}" dt="2024-04-13T04:21:30.217" v="4582" actId="2696"/>
        <pc:sldMkLst>
          <pc:docMk/>
          <pc:sldMk cId="0" sldId="1848"/>
        </pc:sldMkLst>
      </pc:sldChg>
      <pc:sldChg chg="add del modTransition">
        <pc:chgData name="한준 김" userId="7dd4edb89109a895" providerId="LiveId" clId="{B0EA322A-F585-4EE5-A004-E657958631F0}" dt="2024-04-13T04:22:13.512" v="4594"/>
        <pc:sldMkLst>
          <pc:docMk/>
          <pc:sldMk cId="2415195592" sldId="1848"/>
        </pc:sldMkLst>
      </pc:sldChg>
      <pc:sldChg chg="add del modTransition">
        <pc:chgData name="한준 김" userId="7dd4edb89109a895" providerId="LiveId" clId="{B0EA322A-F585-4EE5-A004-E657958631F0}" dt="2024-04-13T04:22:32.573" v="4598"/>
        <pc:sldMkLst>
          <pc:docMk/>
          <pc:sldMk cId="3133619967" sldId="1848"/>
        </pc:sldMkLst>
      </pc:sldChg>
      <pc:sldChg chg="add del">
        <pc:chgData name="한준 김" userId="7dd4edb89109a895" providerId="LiveId" clId="{B0EA322A-F585-4EE5-A004-E657958631F0}" dt="2024-04-13T04:22:16.477" v="4596"/>
        <pc:sldMkLst>
          <pc:docMk/>
          <pc:sldMk cId="3860971635" sldId="1848"/>
        </pc:sldMkLst>
      </pc:sldChg>
      <pc:sldChg chg="add del">
        <pc:chgData name="한준 김" userId="7dd4edb89109a895" providerId="LiveId" clId="{B0EA322A-F585-4EE5-A004-E657958631F0}" dt="2024-05-04T08:14:41.741" v="5044" actId="2696"/>
        <pc:sldMkLst>
          <pc:docMk/>
          <pc:sldMk cId="0" sldId="1849"/>
        </pc:sldMkLst>
      </pc:sldChg>
      <pc:sldChg chg="add del">
        <pc:chgData name="한준 김" userId="7dd4edb89109a895" providerId="LiveId" clId="{B0EA322A-F585-4EE5-A004-E657958631F0}" dt="2024-05-04T08:14:41.741" v="5044" actId="2696"/>
        <pc:sldMkLst>
          <pc:docMk/>
          <pc:sldMk cId="0" sldId="1850"/>
        </pc:sldMkLst>
      </pc:sldChg>
      <pc:sldChg chg="add del">
        <pc:chgData name="한준 김" userId="7dd4edb89109a895" providerId="LiveId" clId="{B0EA322A-F585-4EE5-A004-E657958631F0}" dt="2024-05-04T08:14:41.741" v="5044" actId="2696"/>
        <pc:sldMkLst>
          <pc:docMk/>
          <pc:sldMk cId="0" sldId="1851"/>
        </pc:sldMkLst>
      </pc:sldChg>
      <pc:sldChg chg="add del">
        <pc:chgData name="한준 김" userId="7dd4edb89109a895" providerId="LiveId" clId="{B0EA322A-F585-4EE5-A004-E657958631F0}" dt="2024-05-04T08:14:41.741" v="5044" actId="2696"/>
        <pc:sldMkLst>
          <pc:docMk/>
          <pc:sldMk cId="0" sldId="1852"/>
        </pc:sldMkLst>
      </pc:sldChg>
      <pc:sldChg chg="add del">
        <pc:chgData name="한준 김" userId="7dd4edb89109a895" providerId="LiveId" clId="{B0EA322A-F585-4EE5-A004-E657958631F0}" dt="2024-04-18T04:39:16.930" v="4624" actId="2696"/>
        <pc:sldMkLst>
          <pc:docMk/>
          <pc:sldMk cId="2272025448" sldId="1853"/>
        </pc:sldMkLst>
      </pc:sldChg>
      <pc:sldChg chg="modSp add del mod">
        <pc:chgData name="한준 김" userId="7dd4edb89109a895" providerId="LiveId" clId="{B0EA322A-F585-4EE5-A004-E657958631F0}" dt="2024-04-18T04:39:16.930" v="4624" actId="2696"/>
        <pc:sldMkLst>
          <pc:docMk/>
          <pc:sldMk cId="3514328854" sldId="1854"/>
        </pc:sldMkLst>
      </pc:sldChg>
      <pc:sldChg chg="add del setBg">
        <pc:chgData name="한준 김" userId="7dd4edb89109a895" providerId="LiveId" clId="{B0EA322A-F585-4EE5-A004-E657958631F0}" dt="2024-04-20T04:39:16.097" v="4732" actId="2696"/>
        <pc:sldMkLst>
          <pc:docMk/>
          <pc:sldMk cId="1162238525" sldId="1855"/>
        </pc:sldMkLst>
      </pc:sldChg>
      <pc:sldChg chg="add del">
        <pc:chgData name="한준 김" userId="7dd4edb89109a895" providerId="LiveId" clId="{B0EA322A-F585-4EE5-A004-E657958631F0}" dt="2024-04-20T04:39:16.097" v="4732" actId="2696"/>
        <pc:sldMkLst>
          <pc:docMk/>
          <pc:sldMk cId="0" sldId="1856"/>
        </pc:sldMkLst>
      </pc:sldChg>
      <pc:sldChg chg="add del">
        <pc:chgData name="한준 김" userId="7dd4edb89109a895" providerId="LiveId" clId="{B0EA322A-F585-4EE5-A004-E657958631F0}" dt="2024-04-20T04:39:16.097" v="4732" actId="2696"/>
        <pc:sldMkLst>
          <pc:docMk/>
          <pc:sldMk cId="0" sldId="1857"/>
        </pc:sldMkLst>
      </pc:sldChg>
      <pc:sldChg chg="add del">
        <pc:chgData name="한준 김" userId="7dd4edb89109a895" providerId="LiveId" clId="{B0EA322A-F585-4EE5-A004-E657958631F0}" dt="2024-04-20T04:39:16.097" v="4732" actId="2696"/>
        <pc:sldMkLst>
          <pc:docMk/>
          <pc:sldMk cId="0" sldId="1858"/>
        </pc:sldMkLst>
      </pc:sldChg>
      <pc:sldChg chg="add del">
        <pc:chgData name="한준 김" userId="7dd4edb89109a895" providerId="LiveId" clId="{B0EA322A-F585-4EE5-A004-E657958631F0}" dt="2024-04-20T04:39:16.097" v="4732" actId="2696"/>
        <pc:sldMkLst>
          <pc:docMk/>
          <pc:sldMk cId="0" sldId="1859"/>
        </pc:sldMkLst>
      </pc:sldChg>
      <pc:sldChg chg="add del">
        <pc:chgData name="한준 김" userId="7dd4edb89109a895" providerId="LiveId" clId="{B0EA322A-F585-4EE5-A004-E657958631F0}" dt="2024-04-20T04:39:16.097" v="4732" actId="2696"/>
        <pc:sldMkLst>
          <pc:docMk/>
          <pc:sldMk cId="0" sldId="1860"/>
        </pc:sldMkLst>
      </pc:sldChg>
      <pc:sldChg chg="add del">
        <pc:chgData name="한준 김" userId="7dd4edb89109a895" providerId="LiveId" clId="{B0EA322A-F585-4EE5-A004-E657958631F0}" dt="2024-04-20T04:39:16.097" v="4732" actId="2696"/>
        <pc:sldMkLst>
          <pc:docMk/>
          <pc:sldMk cId="0" sldId="1861"/>
        </pc:sldMkLst>
      </pc:sldChg>
      <pc:sldChg chg="add del">
        <pc:chgData name="한준 김" userId="7dd4edb89109a895" providerId="LiveId" clId="{B0EA322A-F585-4EE5-A004-E657958631F0}" dt="2024-04-20T04:39:16.097" v="4732" actId="2696"/>
        <pc:sldMkLst>
          <pc:docMk/>
          <pc:sldMk cId="0" sldId="1862"/>
        </pc:sldMkLst>
      </pc:sldChg>
      <pc:sldChg chg="add del">
        <pc:chgData name="한준 김" userId="7dd4edb89109a895" providerId="LiveId" clId="{B0EA322A-F585-4EE5-A004-E657958631F0}" dt="2024-04-20T04:39:16.097" v="4732" actId="2696"/>
        <pc:sldMkLst>
          <pc:docMk/>
          <pc:sldMk cId="232118537" sldId="1863"/>
        </pc:sldMkLst>
      </pc:sldChg>
      <pc:sldChg chg="add del">
        <pc:chgData name="한준 김" userId="7dd4edb89109a895" providerId="LiveId" clId="{B0EA322A-F585-4EE5-A004-E657958631F0}" dt="2024-04-20T04:39:16.097" v="4732" actId="2696"/>
        <pc:sldMkLst>
          <pc:docMk/>
          <pc:sldMk cId="0" sldId="1864"/>
        </pc:sldMkLst>
      </pc:sldChg>
      <pc:sldChg chg="add del">
        <pc:chgData name="한준 김" userId="7dd4edb89109a895" providerId="LiveId" clId="{B0EA322A-F585-4EE5-A004-E657958631F0}" dt="2024-04-20T04:39:16.097" v="4732" actId="2696"/>
        <pc:sldMkLst>
          <pc:docMk/>
          <pc:sldMk cId="3812526322" sldId="1865"/>
        </pc:sldMkLst>
      </pc:sldChg>
      <pc:sldChg chg="add del">
        <pc:chgData name="한준 김" userId="7dd4edb89109a895" providerId="LiveId" clId="{B0EA322A-F585-4EE5-A004-E657958631F0}" dt="2024-04-26T07:26:54.826" v="4742" actId="2696"/>
        <pc:sldMkLst>
          <pc:docMk/>
          <pc:sldMk cId="1289096863" sldId="1866"/>
        </pc:sldMkLst>
      </pc:sldChg>
      <pc:sldChg chg="add del">
        <pc:chgData name="한준 김" userId="7dd4edb89109a895" providerId="LiveId" clId="{B0EA322A-F585-4EE5-A004-E657958631F0}" dt="2024-04-26T07:26:54.826" v="4742" actId="2696"/>
        <pc:sldMkLst>
          <pc:docMk/>
          <pc:sldMk cId="2552714879" sldId="1867"/>
        </pc:sldMkLst>
      </pc:sldChg>
      <pc:sldChg chg="add del">
        <pc:chgData name="한준 김" userId="7dd4edb89109a895" providerId="LiveId" clId="{B0EA322A-F585-4EE5-A004-E657958631F0}" dt="2024-04-18T04:40:44.379" v="4631" actId="2696"/>
        <pc:sldMkLst>
          <pc:docMk/>
          <pc:sldMk cId="2798573906" sldId="1868"/>
        </pc:sldMkLst>
      </pc:sldChg>
      <pc:sldChg chg="add del setBg">
        <pc:chgData name="한준 김" userId="7dd4edb89109a895" providerId="LiveId" clId="{B0EA322A-F585-4EE5-A004-E657958631F0}" dt="2024-04-27T07:53:17.229" v="4873" actId="47"/>
        <pc:sldMkLst>
          <pc:docMk/>
          <pc:sldMk cId="2822254346" sldId="1868"/>
        </pc:sldMkLst>
      </pc:sldChg>
      <pc:sldChg chg="add del setBg">
        <pc:chgData name="한준 김" userId="7dd4edb89109a895" providerId="LiveId" clId="{B0EA322A-F585-4EE5-A004-E657958631F0}" dt="2024-04-27T07:53:31.278" v="4874" actId="47"/>
        <pc:sldMkLst>
          <pc:docMk/>
          <pc:sldMk cId="0" sldId="1869"/>
        </pc:sldMkLst>
      </pc:sldChg>
      <pc:sldChg chg="add del">
        <pc:chgData name="한준 김" userId="7dd4edb89109a895" providerId="LiveId" clId="{B0EA322A-F585-4EE5-A004-E657958631F0}" dt="2024-04-18T04:40:44.379" v="4631" actId="2696"/>
        <pc:sldMkLst>
          <pc:docMk/>
          <pc:sldMk cId="1058279816" sldId="1869"/>
        </pc:sldMkLst>
      </pc:sldChg>
      <pc:sldChg chg="add del setBg">
        <pc:chgData name="한준 김" userId="7dd4edb89109a895" providerId="LiveId" clId="{B0EA322A-F585-4EE5-A004-E657958631F0}" dt="2024-04-27T07:53:31.278" v="4874" actId="47"/>
        <pc:sldMkLst>
          <pc:docMk/>
          <pc:sldMk cId="0" sldId="1870"/>
        </pc:sldMkLst>
      </pc:sldChg>
      <pc:sldChg chg="add del modTransition">
        <pc:chgData name="한준 김" userId="7dd4edb89109a895" providerId="LiveId" clId="{B0EA322A-F585-4EE5-A004-E657958631F0}" dt="2024-05-04T08:14:41.741" v="5044" actId="2696"/>
        <pc:sldMkLst>
          <pc:docMk/>
          <pc:sldMk cId="0" sldId="1871"/>
        </pc:sldMkLst>
      </pc:sldChg>
      <pc:sldChg chg="add del modTransition">
        <pc:chgData name="한준 김" userId="7dd4edb89109a895" providerId="LiveId" clId="{B0EA322A-F585-4EE5-A004-E657958631F0}" dt="2024-05-04T08:14:41.741" v="5044" actId="2696"/>
        <pc:sldMkLst>
          <pc:docMk/>
          <pc:sldMk cId="0" sldId="1872"/>
        </pc:sldMkLst>
      </pc:sldChg>
      <pc:sldChg chg="add del modTransition">
        <pc:chgData name="한준 김" userId="7dd4edb89109a895" providerId="LiveId" clId="{B0EA322A-F585-4EE5-A004-E657958631F0}" dt="2024-05-04T08:14:41.741" v="5044" actId="2696"/>
        <pc:sldMkLst>
          <pc:docMk/>
          <pc:sldMk cId="3956684083" sldId="1873"/>
        </pc:sldMkLst>
      </pc:sldChg>
      <pc:sldChg chg="new del">
        <pc:chgData name="한준 김" userId="7dd4edb89109a895" providerId="LiveId" clId="{B0EA322A-F585-4EE5-A004-E657958631F0}" dt="2024-04-20T04:58:57.011" v="4740" actId="47"/>
        <pc:sldMkLst>
          <pc:docMk/>
          <pc:sldMk cId="573464451" sldId="1874"/>
        </pc:sldMkLst>
      </pc:sldChg>
      <pc:sldChg chg="add del modTransition">
        <pc:chgData name="한준 김" userId="7dd4edb89109a895" providerId="LiveId" clId="{B0EA322A-F585-4EE5-A004-E657958631F0}" dt="2024-05-04T08:14:41.741" v="5044" actId="2696"/>
        <pc:sldMkLst>
          <pc:docMk/>
          <pc:sldMk cId="3231147259" sldId="1874"/>
        </pc:sldMkLst>
      </pc:sldChg>
      <pc:sldChg chg="add del modTransition">
        <pc:chgData name="한준 김" userId="7dd4edb89109a895" providerId="LiveId" clId="{B0EA322A-F585-4EE5-A004-E657958631F0}" dt="2024-05-04T08:14:41.741" v="5044" actId="2696"/>
        <pc:sldMkLst>
          <pc:docMk/>
          <pc:sldMk cId="2428200639" sldId="1875"/>
        </pc:sldMkLst>
      </pc:sldChg>
      <pc:sldChg chg="add del setBg">
        <pc:chgData name="한준 김" userId="7dd4edb89109a895" providerId="LiveId" clId="{B0EA322A-F585-4EE5-A004-E657958631F0}" dt="2024-05-04T08:14:41.741" v="5044" actId="2696"/>
        <pc:sldMkLst>
          <pc:docMk/>
          <pc:sldMk cId="0" sldId="1876"/>
        </pc:sldMkLst>
      </pc:sldChg>
      <pc:sldChg chg="add del setBg">
        <pc:chgData name="한준 김" userId="7dd4edb89109a895" providerId="LiveId" clId="{B0EA322A-F585-4EE5-A004-E657958631F0}" dt="2024-05-04T08:14:41.741" v="5044" actId="2696"/>
        <pc:sldMkLst>
          <pc:docMk/>
          <pc:sldMk cId="2381884631" sldId="1877"/>
        </pc:sldMkLst>
      </pc:sldChg>
      <pc:sldChg chg="add del setBg">
        <pc:chgData name="한준 김" userId="7dd4edb89109a895" providerId="LiveId" clId="{B0EA322A-F585-4EE5-A004-E657958631F0}" dt="2024-05-04T08:14:41.741" v="5044" actId="2696"/>
        <pc:sldMkLst>
          <pc:docMk/>
          <pc:sldMk cId="1371140439" sldId="1878"/>
        </pc:sldMkLst>
      </pc:sldChg>
      <pc:sldChg chg="add del setBg">
        <pc:chgData name="한준 김" userId="7dd4edb89109a895" providerId="LiveId" clId="{B0EA322A-F585-4EE5-A004-E657958631F0}" dt="2024-05-04T08:14:41.741" v="5044" actId="2696"/>
        <pc:sldMkLst>
          <pc:docMk/>
          <pc:sldMk cId="1117811157" sldId="1879"/>
        </pc:sldMkLst>
      </pc:sldChg>
      <pc:sldChg chg="add del setBg">
        <pc:chgData name="한준 김" userId="7dd4edb89109a895" providerId="LiveId" clId="{B0EA322A-F585-4EE5-A004-E657958631F0}" dt="2024-05-04T08:14:41.741" v="5044" actId="2696"/>
        <pc:sldMkLst>
          <pc:docMk/>
          <pc:sldMk cId="275925817" sldId="1880"/>
        </pc:sldMkLst>
      </pc:sldChg>
      <pc:sldChg chg="add del setBg">
        <pc:chgData name="한준 김" userId="7dd4edb89109a895" providerId="LiveId" clId="{B0EA322A-F585-4EE5-A004-E657958631F0}" dt="2024-05-04T08:14:41.741" v="5044" actId="2696"/>
        <pc:sldMkLst>
          <pc:docMk/>
          <pc:sldMk cId="196457968" sldId="1881"/>
        </pc:sldMkLst>
      </pc:sldChg>
      <pc:sldChg chg="add del">
        <pc:chgData name="한준 김" userId="7dd4edb89109a895" providerId="LiveId" clId="{B0EA322A-F585-4EE5-A004-E657958631F0}" dt="2024-05-02T06:52:50.933" v="4911" actId="47"/>
        <pc:sldMkLst>
          <pc:docMk/>
          <pc:sldMk cId="2386660115" sldId="1882"/>
        </pc:sldMkLst>
      </pc:sldChg>
      <pc:sldChg chg="add del">
        <pc:chgData name="한준 김" userId="7dd4edb89109a895" providerId="LiveId" clId="{B0EA322A-F585-4EE5-A004-E657958631F0}" dt="2024-05-02T06:52:47.824" v="4909"/>
        <pc:sldMkLst>
          <pc:docMk/>
          <pc:sldMk cId="3445937818" sldId="1882"/>
        </pc:sldMkLst>
      </pc:sldChg>
      <pc:sldChg chg="add del modTransition setBg">
        <pc:chgData name="한준 김" userId="7dd4edb89109a895" providerId="LiveId" clId="{B0EA322A-F585-4EE5-A004-E657958631F0}" dt="2024-05-28T06:31:32.107" v="5843" actId="2696"/>
        <pc:sldMkLst>
          <pc:docMk/>
          <pc:sldMk cId="4207198946" sldId="1882"/>
        </pc:sldMkLst>
      </pc:sldChg>
      <pc:sldChg chg="add del modTransition setBg">
        <pc:chgData name="한준 김" userId="7dd4edb89109a895" providerId="LiveId" clId="{B0EA322A-F585-4EE5-A004-E657958631F0}" dt="2024-05-28T06:31:32.107" v="5843" actId="2696"/>
        <pc:sldMkLst>
          <pc:docMk/>
          <pc:sldMk cId="0" sldId="1883"/>
        </pc:sldMkLst>
      </pc:sldChg>
      <pc:sldChg chg="add del">
        <pc:chgData name="한준 김" userId="7dd4edb89109a895" providerId="LiveId" clId="{B0EA322A-F585-4EE5-A004-E657958631F0}" dt="2024-05-02T06:52:47.824" v="4909"/>
        <pc:sldMkLst>
          <pc:docMk/>
          <pc:sldMk cId="1069779903" sldId="1883"/>
        </pc:sldMkLst>
      </pc:sldChg>
      <pc:sldChg chg="add del">
        <pc:chgData name="한준 김" userId="7dd4edb89109a895" providerId="LiveId" clId="{B0EA322A-F585-4EE5-A004-E657958631F0}" dt="2024-05-02T06:52:51.853" v="4912" actId="47"/>
        <pc:sldMkLst>
          <pc:docMk/>
          <pc:sldMk cId="1616000439" sldId="1883"/>
        </pc:sldMkLst>
      </pc:sldChg>
      <pc:sldChg chg="add del modTransition setBg">
        <pc:chgData name="한준 김" userId="7dd4edb89109a895" providerId="LiveId" clId="{B0EA322A-F585-4EE5-A004-E657958631F0}" dt="2024-05-28T06:31:32.107" v="5843" actId="2696"/>
        <pc:sldMkLst>
          <pc:docMk/>
          <pc:sldMk cId="0" sldId="1884"/>
        </pc:sldMkLst>
      </pc:sldChg>
      <pc:sldChg chg="add del modTransition setBg">
        <pc:chgData name="한준 김" userId="7dd4edb89109a895" providerId="LiveId" clId="{B0EA322A-F585-4EE5-A004-E657958631F0}" dt="2024-05-28T06:31:32.107" v="5843" actId="2696"/>
        <pc:sldMkLst>
          <pc:docMk/>
          <pc:sldMk cId="0" sldId="1885"/>
        </pc:sldMkLst>
      </pc:sldChg>
      <pc:sldChg chg="add del modTransition setBg">
        <pc:chgData name="한준 김" userId="7dd4edb89109a895" providerId="LiveId" clId="{B0EA322A-F585-4EE5-A004-E657958631F0}" dt="2024-05-28T06:31:32.107" v="5843" actId="2696"/>
        <pc:sldMkLst>
          <pc:docMk/>
          <pc:sldMk cId="3172884442" sldId="1886"/>
        </pc:sldMkLst>
      </pc:sldChg>
      <pc:sldChg chg="add del modTransition">
        <pc:chgData name="한준 김" userId="7dd4edb89109a895" providerId="LiveId" clId="{B0EA322A-F585-4EE5-A004-E657958631F0}" dt="2024-05-11T06:54:42.549" v="5250" actId="2696"/>
        <pc:sldMkLst>
          <pc:docMk/>
          <pc:sldMk cId="0" sldId="1887"/>
        </pc:sldMkLst>
      </pc:sldChg>
      <pc:sldChg chg="add del modTransition">
        <pc:chgData name="한준 김" userId="7dd4edb89109a895" providerId="LiveId" clId="{B0EA322A-F585-4EE5-A004-E657958631F0}" dt="2024-05-11T06:54:42.549" v="5250" actId="2696"/>
        <pc:sldMkLst>
          <pc:docMk/>
          <pc:sldMk cId="0" sldId="1888"/>
        </pc:sldMkLst>
      </pc:sldChg>
      <pc:sldChg chg="add del modTransition">
        <pc:chgData name="한준 김" userId="7dd4edb89109a895" providerId="LiveId" clId="{B0EA322A-F585-4EE5-A004-E657958631F0}" dt="2024-05-11T06:54:42.549" v="5250" actId="2696"/>
        <pc:sldMkLst>
          <pc:docMk/>
          <pc:sldMk cId="0" sldId="1889"/>
        </pc:sldMkLst>
      </pc:sldChg>
      <pc:sldChg chg="add del modTransition">
        <pc:chgData name="한준 김" userId="7dd4edb89109a895" providerId="LiveId" clId="{B0EA322A-F585-4EE5-A004-E657958631F0}" dt="2024-05-11T06:54:42.549" v="5250" actId="2696"/>
        <pc:sldMkLst>
          <pc:docMk/>
          <pc:sldMk cId="0" sldId="1890"/>
        </pc:sldMkLst>
      </pc:sldChg>
      <pc:sldChg chg="add del">
        <pc:chgData name="한준 김" userId="7dd4edb89109a895" providerId="LiveId" clId="{B0EA322A-F585-4EE5-A004-E657958631F0}" dt="2024-05-11T06:54:42.549" v="5250" actId="2696"/>
        <pc:sldMkLst>
          <pc:docMk/>
          <pc:sldMk cId="0" sldId="1891"/>
        </pc:sldMkLst>
      </pc:sldChg>
      <pc:sldChg chg="add del">
        <pc:chgData name="한준 김" userId="7dd4edb89109a895" providerId="LiveId" clId="{B0EA322A-F585-4EE5-A004-E657958631F0}" dt="2024-05-11T06:54:42.549" v="5250" actId="2696"/>
        <pc:sldMkLst>
          <pc:docMk/>
          <pc:sldMk cId="0" sldId="1892"/>
        </pc:sldMkLst>
      </pc:sldChg>
      <pc:sldChg chg="add del">
        <pc:chgData name="한준 김" userId="7dd4edb89109a895" providerId="LiveId" clId="{B0EA322A-F585-4EE5-A004-E657958631F0}" dt="2024-05-11T06:54:42.549" v="5250" actId="2696"/>
        <pc:sldMkLst>
          <pc:docMk/>
          <pc:sldMk cId="0" sldId="1893"/>
        </pc:sldMkLst>
      </pc:sldChg>
      <pc:sldChg chg="add del">
        <pc:chgData name="한준 김" userId="7dd4edb89109a895" providerId="LiveId" clId="{B0EA322A-F585-4EE5-A004-E657958631F0}" dt="2024-05-11T06:54:42.549" v="5250" actId="2696"/>
        <pc:sldMkLst>
          <pc:docMk/>
          <pc:sldMk cId="0" sldId="1894"/>
        </pc:sldMkLst>
      </pc:sldChg>
      <pc:sldChg chg="add del">
        <pc:chgData name="한준 김" userId="7dd4edb89109a895" providerId="LiveId" clId="{B0EA322A-F585-4EE5-A004-E657958631F0}" dt="2024-05-11T06:54:42.549" v="5250" actId="2696"/>
        <pc:sldMkLst>
          <pc:docMk/>
          <pc:sldMk cId="0" sldId="1895"/>
        </pc:sldMkLst>
      </pc:sldChg>
      <pc:sldChg chg="add del setBg">
        <pc:chgData name="한준 김" userId="7dd4edb89109a895" providerId="LiveId" clId="{B0EA322A-F585-4EE5-A004-E657958631F0}" dt="2024-05-11T06:54:42.549" v="5250" actId="2696"/>
        <pc:sldMkLst>
          <pc:docMk/>
          <pc:sldMk cId="3892995321" sldId="1896"/>
        </pc:sldMkLst>
      </pc:sldChg>
      <pc:sldChg chg="add del setBg">
        <pc:chgData name="한준 김" userId="7dd4edb89109a895" providerId="LiveId" clId="{B0EA322A-F585-4EE5-A004-E657958631F0}" dt="2024-05-11T06:54:42.549" v="5250" actId="2696"/>
        <pc:sldMkLst>
          <pc:docMk/>
          <pc:sldMk cId="0" sldId="1897"/>
        </pc:sldMkLst>
      </pc:sldChg>
      <pc:sldChg chg="add del setBg">
        <pc:chgData name="한준 김" userId="7dd4edb89109a895" providerId="LiveId" clId="{B0EA322A-F585-4EE5-A004-E657958631F0}" dt="2024-05-11T06:54:42.549" v="5250" actId="2696"/>
        <pc:sldMkLst>
          <pc:docMk/>
          <pc:sldMk cId="0" sldId="1898"/>
        </pc:sldMkLst>
      </pc:sldChg>
      <pc:sldChg chg="modSp new mod">
        <pc:chgData name="한준 김" userId="7dd4edb89109a895" providerId="LiveId" clId="{B0EA322A-F585-4EE5-A004-E657958631F0}" dt="2024-05-11T06:56:50.565" v="5327" actId="14100"/>
        <pc:sldMkLst>
          <pc:docMk/>
          <pc:sldMk cId="2924309476" sldId="1899"/>
        </pc:sldMkLst>
      </pc:sldChg>
      <pc:sldChg chg="add del">
        <pc:chgData name="한준 김" userId="7dd4edb89109a895" providerId="LiveId" clId="{B0EA322A-F585-4EE5-A004-E657958631F0}" dt="2024-05-25T05:37:27.924" v="5654" actId="2696"/>
        <pc:sldMkLst>
          <pc:docMk/>
          <pc:sldMk cId="1162238525" sldId="1900"/>
        </pc:sldMkLst>
      </pc:sldChg>
      <pc:sldChg chg="add del">
        <pc:chgData name="한준 김" userId="7dd4edb89109a895" providerId="LiveId" clId="{B0EA322A-F585-4EE5-A004-E657958631F0}" dt="2024-05-25T05:37:51.575" v="5657"/>
        <pc:sldMkLst>
          <pc:docMk/>
          <pc:sldMk cId="3125450052" sldId="1900"/>
        </pc:sldMkLst>
      </pc:sldChg>
      <pc:sldChg chg="addSp delSp modSp add del mod">
        <pc:chgData name="한준 김" userId="7dd4edb89109a895" providerId="LiveId" clId="{B0EA322A-F585-4EE5-A004-E657958631F0}" dt="2024-05-04T08:23:01.228" v="5112" actId="47"/>
        <pc:sldMkLst>
          <pc:docMk/>
          <pc:sldMk cId="3273291862" sldId="1900"/>
        </pc:sldMkLst>
      </pc:sldChg>
      <pc:sldChg chg="add del">
        <pc:chgData name="한준 김" userId="7dd4edb89109a895" providerId="LiveId" clId="{B0EA322A-F585-4EE5-A004-E657958631F0}" dt="2024-05-04T08:21:34.639" v="5104"/>
        <pc:sldMkLst>
          <pc:docMk/>
          <pc:sldMk cId="3282706890" sldId="1900"/>
        </pc:sldMkLst>
      </pc:sldChg>
      <pc:sldChg chg="add del setBg">
        <pc:chgData name="한준 김" userId="7dd4edb89109a895" providerId="LiveId" clId="{B0EA322A-F585-4EE5-A004-E657958631F0}" dt="2024-05-04T08:21:03.622" v="5096"/>
        <pc:sldMkLst>
          <pc:docMk/>
          <pc:sldMk cId="3486149888" sldId="1900"/>
        </pc:sldMkLst>
      </pc:sldChg>
      <pc:sldChg chg="delSp add del">
        <pc:chgData name="한준 김" userId="7dd4edb89109a895" providerId="LiveId" clId="{B0EA322A-F585-4EE5-A004-E657958631F0}" dt="2024-05-04T08:21:19.711" v="5102" actId="47"/>
        <pc:sldMkLst>
          <pc:docMk/>
          <pc:sldMk cId="3840204521" sldId="1900"/>
        </pc:sldMkLst>
      </pc:sldChg>
      <pc:sldChg chg="add del">
        <pc:chgData name="한준 김" userId="7dd4edb89109a895" providerId="LiveId" clId="{B0EA322A-F585-4EE5-A004-E657958631F0}" dt="2024-05-25T05:37:51.575" v="5657"/>
        <pc:sldMkLst>
          <pc:docMk/>
          <pc:sldMk cId="0" sldId="1901"/>
        </pc:sldMkLst>
      </pc:sldChg>
      <pc:sldChg chg="add del">
        <pc:chgData name="한준 김" userId="7dd4edb89109a895" providerId="LiveId" clId="{B0EA322A-F585-4EE5-A004-E657958631F0}" dt="2024-05-25T05:37:27.924" v="5654" actId="2696"/>
        <pc:sldMkLst>
          <pc:docMk/>
          <pc:sldMk cId="3924008513" sldId="1901"/>
        </pc:sldMkLst>
      </pc:sldChg>
      <pc:sldChg chg="add del">
        <pc:chgData name="한준 김" userId="7dd4edb89109a895" providerId="LiveId" clId="{B0EA322A-F585-4EE5-A004-E657958631F0}" dt="2024-05-25T05:37:51.575" v="5657"/>
        <pc:sldMkLst>
          <pc:docMk/>
          <pc:sldMk cId="3301234105" sldId="1902"/>
        </pc:sldMkLst>
      </pc:sldChg>
      <pc:sldChg chg="add del">
        <pc:chgData name="한준 김" userId="7dd4edb89109a895" providerId="LiveId" clId="{B0EA322A-F585-4EE5-A004-E657958631F0}" dt="2024-05-25T05:37:51.575" v="5657"/>
        <pc:sldMkLst>
          <pc:docMk/>
          <pc:sldMk cId="526850962" sldId="1903"/>
        </pc:sldMkLst>
      </pc:sldChg>
      <pc:sldChg chg="add del">
        <pc:chgData name="한준 김" userId="7dd4edb89109a895" providerId="LiveId" clId="{B0EA322A-F585-4EE5-A004-E657958631F0}" dt="2024-05-25T05:37:51.575" v="5657"/>
        <pc:sldMkLst>
          <pc:docMk/>
          <pc:sldMk cId="647933015" sldId="1904"/>
        </pc:sldMkLst>
      </pc:sldChg>
      <pc:sldChg chg="add del setBg">
        <pc:chgData name="한준 김" userId="7dd4edb89109a895" providerId="LiveId" clId="{B0EA322A-F585-4EE5-A004-E657958631F0}" dt="2024-06-15T05:23:48.479" v="6646" actId="2696"/>
        <pc:sldMkLst>
          <pc:docMk/>
          <pc:sldMk cId="0" sldId="1905"/>
        </pc:sldMkLst>
      </pc:sldChg>
      <pc:sldChg chg="add del setBg">
        <pc:chgData name="한준 김" userId="7dd4edb89109a895" providerId="LiveId" clId="{B0EA322A-F585-4EE5-A004-E657958631F0}" dt="2024-06-15T05:24:20.430" v="6648"/>
        <pc:sldMkLst>
          <pc:docMk/>
          <pc:sldMk cId="1293642197" sldId="1905"/>
        </pc:sldMkLst>
      </pc:sldChg>
      <pc:sldChg chg="modSp add del mod setBg">
        <pc:chgData name="한준 김" userId="7dd4edb89109a895" providerId="LiveId" clId="{B0EA322A-F585-4EE5-A004-E657958631F0}" dt="2024-05-11T07:02:46.121" v="5335" actId="1076"/>
        <pc:sldMkLst>
          <pc:docMk/>
          <pc:sldMk cId="2781468552" sldId="1905"/>
        </pc:sldMkLst>
      </pc:sldChg>
      <pc:sldChg chg="add del setBg">
        <pc:chgData name="한준 김" userId="7dd4edb89109a895" providerId="LiveId" clId="{B0EA322A-F585-4EE5-A004-E657958631F0}" dt="2024-06-15T05:24:36.443" v="6650"/>
        <pc:sldMkLst>
          <pc:docMk/>
          <pc:sldMk cId="3073315868" sldId="1905"/>
        </pc:sldMkLst>
      </pc:sldChg>
      <pc:sldChg chg="add del setBg">
        <pc:chgData name="한준 김" userId="7dd4edb89109a895" providerId="LiveId" clId="{B0EA322A-F585-4EE5-A004-E657958631F0}" dt="2024-06-15T05:23:48.479" v="6646" actId="2696"/>
        <pc:sldMkLst>
          <pc:docMk/>
          <pc:sldMk cId="0" sldId="1906"/>
        </pc:sldMkLst>
      </pc:sldChg>
      <pc:sldChg chg="add del setBg">
        <pc:chgData name="한준 김" userId="7dd4edb89109a895" providerId="LiveId" clId="{B0EA322A-F585-4EE5-A004-E657958631F0}" dt="2024-06-15T05:24:36.443" v="6650"/>
        <pc:sldMkLst>
          <pc:docMk/>
          <pc:sldMk cId="1793199370" sldId="1906"/>
        </pc:sldMkLst>
      </pc:sldChg>
      <pc:sldChg chg="add del setBg">
        <pc:chgData name="한준 김" userId="7dd4edb89109a895" providerId="LiveId" clId="{B0EA322A-F585-4EE5-A004-E657958631F0}" dt="2024-06-15T05:24:20.430" v="6648"/>
        <pc:sldMkLst>
          <pc:docMk/>
          <pc:sldMk cId="2958271848" sldId="1906"/>
        </pc:sldMkLst>
      </pc:sldChg>
      <pc:sldChg chg="add del setBg">
        <pc:chgData name="한준 김" userId="7dd4edb89109a895" providerId="LiveId" clId="{B0EA322A-F585-4EE5-A004-E657958631F0}" dt="2024-06-15T05:23:48.479" v="6646" actId="2696"/>
        <pc:sldMkLst>
          <pc:docMk/>
          <pc:sldMk cId="0" sldId="1907"/>
        </pc:sldMkLst>
      </pc:sldChg>
      <pc:sldChg chg="add del setBg">
        <pc:chgData name="한준 김" userId="7dd4edb89109a895" providerId="LiveId" clId="{B0EA322A-F585-4EE5-A004-E657958631F0}" dt="2024-06-15T05:24:36.443" v="6650"/>
        <pc:sldMkLst>
          <pc:docMk/>
          <pc:sldMk cId="1341638267" sldId="1907"/>
        </pc:sldMkLst>
      </pc:sldChg>
      <pc:sldChg chg="add del setBg">
        <pc:chgData name="한준 김" userId="7dd4edb89109a895" providerId="LiveId" clId="{B0EA322A-F585-4EE5-A004-E657958631F0}" dt="2024-06-15T05:24:20.430" v="6648"/>
        <pc:sldMkLst>
          <pc:docMk/>
          <pc:sldMk cId="3172049872" sldId="1907"/>
        </pc:sldMkLst>
      </pc:sldChg>
      <pc:sldChg chg="add del setBg">
        <pc:chgData name="한준 김" userId="7dd4edb89109a895" providerId="LiveId" clId="{B0EA322A-F585-4EE5-A004-E657958631F0}" dt="2024-06-15T05:24:20.430" v="6648"/>
        <pc:sldMkLst>
          <pc:docMk/>
          <pc:sldMk cId="130785482" sldId="1908"/>
        </pc:sldMkLst>
      </pc:sldChg>
      <pc:sldChg chg="add del">
        <pc:chgData name="한준 김" userId="7dd4edb89109a895" providerId="LiveId" clId="{B0EA322A-F585-4EE5-A004-E657958631F0}" dt="2024-05-23T07:07:10.221" v="5536"/>
        <pc:sldMkLst>
          <pc:docMk/>
          <pc:sldMk cId="1097864944" sldId="1908"/>
        </pc:sldMkLst>
      </pc:sldChg>
      <pc:sldChg chg="add del setBg">
        <pc:chgData name="한준 김" userId="7dd4edb89109a895" providerId="LiveId" clId="{B0EA322A-F585-4EE5-A004-E657958631F0}" dt="2024-06-15T05:24:36.443" v="6650"/>
        <pc:sldMkLst>
          <pc:docMk/>
          <pc:sldMk cId="2782579565" sldId="1908"/>
        </pc:sldMkLst>
      </pc:sldChg>
      <pc:sldChg chg="add del setBg">
        <pc:chgData name="한준 김" userId="7dd4edb89109a895" providerId="LiveId" clId="{B0EA322A-F585-4EE5-A004-E657958631F0}" dt="2024-06-15T05:23:48.479" v="6646" actId="2696"/>
        <pc:sldMkLst>
          <pc:docMk/>
          <pc:sldMk cId="2917203101" sldId="1908"/>
        </pc:sldMkLst>
      </pc:sldChg>
      <pc:sldChg chg="add del">
        <pc:chgData name="한준 김" userId="7dd4edb89109a895" providerId="LiveId" clId="{B0EA322A-F585-4EE5-A004-E657958631F0}" dt="2024-05-23T07:07:15.714" v="5538" actId="47"/>
        <pc:sldMkLst>
          <pc:docMk/>
          <pc:sldMk cId="3572633810" sldId="1908"/>
        </pc:sldMkLst>
      </pc:sldChg>
      <pc:sldChg chg="add del">
        <pc:chgData name="한준 김" userId="7dd4edb89109a895" providerId="LiveId" clId="{B0EA322A-F585-4EE5-A004-E657958631F0}" dt="2024-06-05T06:33:47.217" v="5847" actId="2696"/>
        <pc:sldMkLst>
          <pc:docMk/>
          <pc:sldMk cId="75504877" sldId="1909"/>
        </pc:sldMkLst>
      </pc:sldChg>
      <pc:sldChg chg="add del">
        <pc:chgData name="한준 김" userId="7dd4edb89109a895" providerId="LiveId" clId="{B0EA322A-F585-4EE5-A004-E657958631F0}" dt="2024-05-23T07:07:10.221" v="5536"/>
        <pc:sldMkLst>
          <pc:docMk/>
          <pc:sldMk cId="595174980" sldId="1909"/>
        </pc:sldMkLst>
      </pc:sldChg>
      <pc:sldChg chg="add del">
        <pc:chgData name="한준 김" userId="7dd4edb89109a895" providerId="LiveId" clId="{B0EA322A-F585-4EE5-A004-E657958631F0}" dt="2024-05-28T06:17:34.727" v="5693"/>
        <pc:sldMkLst>
          <pc:docMk/>
          <pc:sldMk cId="1204217780" sldId="1909"/>
        </pc:sldMkLst>
      </pc:sldChg>
      <pc:sldChg chg="add del">
        <pc:chgData name="한준 김" userId="7dd4edb89109a895" providerId="LiveId" clId="{B0EA322A-F585-4EE5-A004-E657958631F0}" dt="2024-05-23T07:07:17.033" v="5539" actId="47"/>
        <pc:sldMkLst>
          <pc:docMk/>
          <pc:sldMk cId="1488913061" sldId="1909"/>
        </pc:sldMkLst>
      </pc:sldChg>
      <pc:sldChg chg="add del">
        <pc:chgData name="한준 김" userId="7dd4edb89109a895" providerId="LiveId" clId="{B0EA322A-F585-4EE5-A004-E657958631F0}" dt="2024-05-23T07:07:10.221" v="5536"/>
        <pc:sldMkLst>
          <pc:docMk/>
          <pc:sldMk cId="2601543617" sldId="1910"/>
        </pc:sldMkLst>
      </pc:sldChg>
      <pc:sldChg chg="add del">
        <pc:chgData name="한준 김" userId="7dd4edb89109a895" providerId="LiveId" clId="{B0EA322A-F585-4EE5-A004-E657958631F0}" dt="2024-05-23T07:07:18.573" v="5540" actId="47"/>
        <pc:sldMkLst>
          <pc:docMk/>
          <pc:sldMk cId="3697625683" sldId="1910"/>
        </pc:sldMkLst>
      </pc:sldChg>
      <pc:sldChg chg="add del">
        <pc:chgData name="한준 김" userId="7dd4edb89109a895" providerId="LiveId" clId="{B0EA322A-F585-4EE5-A004-E657958631F0}" dt="2024-06-05T06:36:27.888" v="5910" actId="2696"/>
        <pc:sldMkLst>
          <pc:docMk/>
          <pc:sldMk cId="3943072270" sldId="1910"/>
        </pc:sldMkLst>
      </pc:sldChg>
      <pc:sldChg chg="add del setBg">
        <pc:chgData name="한준 김" userId="7dd4edb89109a895" providerId="LiveId" clId="{B0EA322A-F585-4EE5-A004-E657958631F0}" dt="2024-07-06T05:40:39.731" v="7464" actId="2696"/>
        <pc:sldMkLst>
          <pc:docMk/>
          <pc:sldMk cId="0" sldId="1911"/>
        </pc:sldMkLst>
      </pc:sldChg>
      <pc:sldChg chg="add del setBg">
        <pc:chgData name="한준 김" userId="7dd4edb89109a895" providerId="LiveId" clId="{B0EA322A-F585-4EE5-A004-E657958631F0}" dt="2024-07-06T05:40:39.731" v="7464" actId="2696"/>
        <pc:sldMkLst>
          <pc:docMk/>
          <pc:sldMk cId="873464587" sldId="1912"/>
        </pc:sldMkLst>
      </pc:sldChg>
      <pc:sldChg chg="add del modTransition setBg">
        <pc:chgData name="한준 김" userId="7dd4edb89109a895" providerId="LiveId" clId="{B0EA322A-F585-4EE5-A004-E657958631F0}" dt="2024-07-06T05:40:39.731" v="7464" actId="2696"/>
        <pc:sldMkLst>
          <pc:docMk/>
          <pc:sldMk cId="2972103240" sldId="1913"/>
        </pc:sldMkLst>
      </pc:sldChg>
      <pc:sldChg chg="add del modTransition setBg">
        <pc:chgData name="한준 김" userId="7dd4edb89109a895" providerId="LiveId" clId="{B0EA322A-F585-4EE5-A004-E657958631F0}" dt="2024-07-06T05:40:39.731" v="7464" actId="2696"/>
        <pc:sldMkLst>
          <pc:docMk/>
          <pc:sldMk cId="560492159" sldId="1914"/>
        </pc:sldMkLst>
      </pc:sldChg>
      <pc:sldChg chg="add del modTransition setBg">
        <pc:chgData name="한준 김" userId="7dd4edb89109a895" providerId="LiveId" clId="{B0EA322A-F585-4EE5-A004-E657958631F0}" dt="2024-07-06T05:40:39.731" v="7464" actId="2696"/>
        <pc:sldMkLst>
          <pc:docMk/>
          <pc:sldMk cId="0" sldId="1915"/>
        </pc:sldMkLst>
      </pc:sldChg>
      <pc:sldChg chg="add del modTransition setBg">
        <pc:chgData name="한준 김" userId="7dd4edb89109a895" providerId="LiveId" clId="{B0EA322A-F585-4EE5-A004-E657958631F0}" dt="2024-07-06T05:40:39.731" v="7464" actId="2696"/>
        <pc:sldMkLst>
          <pc:docMk/>
          <pc:sldMk cId="615481027" sldId="1916"/>
        </pc:sldMkLst>
      </pc:sldChg>
      <pc:sldChg chg="add del">
        <pc:chgData name="한준 김" userId="7dd4edb89109a895" providerId="LiveId" clId="{B0EA322A-F585-4EE5-A004-E657958631F0}" dt="2024-06-08T07:15:04.127" v="6247" actId="2696"/>
        <pc:sldMkLst>
          <pc:docMk/>
          <pc:sldMk cId="0" sldId="1917"/>
        </pc:sldMkLst>
      </pc:sldChg>
      <pc:sldChg chg="del">
        <pc:chgData name="한준 김" userId="7dd4edb89109a895" providerId="LiveId" clId="{B0EA322A-F585-4EE5-A004-E657958631F0}" dt="2024-07-06T05:35:18.519" v="7449" actId="2696"/>
        <pc:sldMkLst>
          <pc:docMk/>
          <pc:sldMk cId="4213403808" sldId="1918"/>
        </pc:sldMkLst>
      </pc:sldChg>
      <pc:sldChg chg="del">
        <pc:chgData name="한준 김" userId="7dd4edb89109a895" providerId="LiveId" clId="{B0EA322A-F585-4EE5-A004-E657958631F0}" dt="2024-07-06T05:35:18.519" v="7449" actId="2696"/>
        <pc:sldMkLst>
          <pc:docMk/>
          <pc:sldMk cId="0" sldId="1919"/>
        </pc:sldMkLst>
      </pc:sldChg>
      <pc:sldChg chg="del">
        <pc:chgData name="한준 김" userId="7dd4edb89109a895" providerId="LiveId" clId="{B0EA322A-F585-4EE5-A004-E657958631F0}" dt="2024-07-06T05:35:18.519" v="7449" actId="2696"/>
        <pc:sldMkLst>
          <pc:docMk/>
          <pc:sldMk cId="2703772795" sldId="1920"/>
        </pc:sldMkLst>
      </pc:sldChg>
      <pc:sldChg chg="del">
        <pc:chgData name="한준 김" userId="7dd4edb89109a895" providerId="LiveId" clId="{B0EA322A-F585-4EE5-A004-E657958631F0}" dt="2024-07-06T05:35:18.519" v="7449" actId="2696"/>
        <pc:sldMkLst>
          <pc:docMk/>
          <pc:sldMk cId="0" sldId="1921"/>
        </pc:sldMkLst>
      </pc:sldChg>
      <pc:sldChg chg="del">
        <pc:chgData name="한준 김" userId="7dd4edb89109a895" providerId="LiveId" clId="{B0EA322A-F585-4EE5-A004-E657958631F0}" dt="2024-07-06T05:35:18.519" v="7449" actId="2696"/>
        <pc:sldMkLst>
          <pc:docMk/>
          <pc:sldMk cId="0" sldId="1922"/>
        </pc:sldMkLst>
      </pc:sldChg>
      <pc:sldChg chg="del">
        <pc:chgData name="한준 김" userId="7dd4edb89109a895" providerId="LiveId" clId="{B0EA322A-F585-4EE5-A004-E657958631F0}" dt="2024-07-06T05:35:18.519" v="7449" actId="2696"/>
        <pc:sldMkLst>
          <pc:docMk/>
          <pc:sldMk cId="4024216211" sldId="1923"/>
        </pc:sldMkLst>
      </pc:sldChg>
      <pc:sldChg chg="del">
        <pc:chgData name="한준 김" userId="7dd4edb89109a895" providerId="LiveId" clId="{B0EA322A-F585-4EE5-A004-E657958631F0}" dt="2024-07-06T05:35:18.519" v="7449" actId="2696"/>
        <pc:sldMkLst>
          <pc:docMk/>
          <pc:sldMk cId="0" sldId="1924"/>
        </pc:sldMkLst>
      </pc:sldChg>
      <pc:sldChg chg="add del setBg">
        <pc:chgData name="한준 김" userId="7dd4edb89109a895" providerId="LiveId" clId="{B0EA322A-F585-4EE5-A004-E657958631F0}" dt="2024-06-29T06:12:53.142" v="7444" actId="2696"/>
        <pc:sldMkLst>
          <pc:docMk/>
          <pc:sldMk cId="1162238525" sldId="1925"/>
        </pc:sldMkLst>
      </pc:sldChg>
      <pc:sldChg chg="add del modTransition">
        <pc:chgData name="한준 김" userId="7dd4edb89109a895" providerId="LiveId" clId="{B0EA322A-F585-4EE5-A004-E657958631F0}" dt="2024-06-15T05:24:36.443" v="6650"/>
        <pc:sldMkLst>
          <pc:docMk/>
          <pc:sldMk cId="2036096653" sldId="1925"/>
        </pc:sldMkLst>
      </pc:sldChg>
      <pc:sldChg chg="add del modTransition">
        <pc:chgData name="한준 김" userId="7dd4edb89109a895" providerId="LiveId" clId="{B0EA322A-F585-4EE5-A004-E657958631F0}" dt="2024-06-15T05:24:20.430" v="6648"/>
        <pc:sldMkLst>
          <pc:docMk/>
          <pc:sldMk cId="2179670316" sldId="1925"/>
        </pc:sldMkLst>
      </pc:sldChg>
      <pc:sldChg chg="add del modTransition">
        <pc:chgData name="한준 김" userId="7dd4edb89109a895" providerId="LiveId" clId="{B0EA322A-F585-4EE5-A004-E657958631F0}" dt="2024-06-15T05:24:36.443" v="6650"/>
        <pc:sldMkLst>
          <pc:docMk/>
          <pc:sldMk cId="1498415365" sldId="1926"/>
        </pc:sldMkLst>
      </pc:sldChg>
      <pc:sldChg chg="add del modTransition">
        <pc:chgData name="한준 김" userId="7dd4edb89109a895" providerId="LiveId" clId="{B0EA322A-F585-4EE5-A004-E657958631F0}" dt="2024-06-15T05:24:20.430" v="6648"/>
        <pc:sldMkLst>
          <pc:docMk/>
          <pc:sldMk cId="2192186139" sldId="1926"/>
        </pc:sldMkLst>
      </pc:sldChg>
      <pc:sldChg chg="add del modTransition">
        <pc:chgData name="한준 김" userId="7dd4edb89109a895" providerId="LiveId" clId="{B0EA322A-F585-4EE5-A004-E657958631F0}" dt="2024-06-29T06:12:53.142" v="7444" actId="2696"/>
        <pc:sldMkLst>
          <pc:docMk/>
          <pc:sldMk cId="4037203358" sldId="1926"/>
        </pc:sldMkLst>
      </pc:sldChg>
      <pc:sldChg chg="add del modTransition">
        <pc:chgData name="한준 김" userId="7dd4edb89109a895" providerId="LiveId" clId="{B0EA322A-F585-4EE5-A004-E657958631F0}" dt="2024-06-15T05:24:20.430" v="6648"/>
        <pc:sldMkLst>
          <pc:docMk/>
          <pc:sldMk cId="131835243" sldId="1927"/>
        </pc:sldMkLst>
      </pc:sldChg>
      <pc:sldChg chg="add del modTransition">
        <pc:chgData name="한준 김" userId="7dd4edb89109a895" providerId="LiveId" clId="{B0EA322A-F585-4EE5-A004-E657958631F0}" dt="2024-06-29T06:12:53.142" v="7444" actId="2696"/>
        <pc:sldMkLst>
          <pc:docMk/>
          <pc:sldMk cId="893199661" sldId="1927"/>
        </pc:sldMkLst>
      </pc:sldChg>
      <pc:sldChg chg="add del modTransition">
        <pc:chgData name="한준 김" userId="7dd4edb89109a895" providerId="LiveId" clId="{B0EA322A-F585-4EE5-A004-E657958631F0}" dt="2024-06-15T05:24:36.443" v="6650"/>
        <pc:sldMkLst>
          <pc:docMk/>
          <pc:sldMk cId="3171681815" sldId="1927"/>
        </pc:sldMkLst>
      </pc:sldChg>
      <pc:sldChg chg="add del modTransition setBg">
        <pc:chgData name="한준 김" userId="7dd4edb89109a895" providerId="LiveId" clId="{B0EA322A-F585-4EE5-A004-E657958631F0}" dt="2024-06-15T05:31:13.368" v="6656"/>
        <pc:sldMkLst>
          <pc:docMk/>
          <pc:sldMk cId="0" sldId="1928"/>
        </pc:sldMkLst>
      </pc:sldChg>
      <pc:sldChg chg="add del modTransition">
        <pc:chgData name="한준 김" userId="7dd4edb89109a895" providerId="LiveId" clId="{B0EA322A-F585-4EE5-A004-E657958631F0}" dt="2024-06-15T05:24:20.430" v="6648"/>
        <pc:sldMkLst>
          <pc:docMk/>
          <pc:sldMk cId="55957594" sldId="1928"/>
        </pc:sldMkLst>
      </pc:sldChg>
      <pc:sldChg chg="add del modTransition">
        <pc:chgData name="한준 김" userId="7dd4edb89109a895" providerId="LiveId" clId="{B0EA322A-F585-4EE5-A004-E657958631F0}" dt="2024-06-15T05:24:36.443" v="6650"/>
        <pc:sldMkLst>
          <pc:docMk/>
          <pc:sldMk cId="4066593015" sldId="1928"/>
        </pc:sldMkLst>
      </pc:sldChg>
      <pc:sldChg chg="add del setBg">
        <pc:chgData name="한준 김" userId="7dd4edb89109a895" providerId="LiveId" clId="{B0EA322A-F585-4EE5-A004-E657958631F0}" dt="2024-06-15T05:31:13.368" v="6656"/>
        <pc:sldMkLst>
          <pc:docMk/>
          <pc:sldMk cId="511900228" sldId="1929"/>
        </pc:sldMkLst>
      </pc:sldChg>
      <pc:sldChg chg="add del">
        <pc:chgData name="한준 김" userId="7dd4edb89109a895" providerId="LiveId" clId="{B0EA322A-F585-4EE5-A004-E657958631F0}" dt="2024-06-15T05:24:36.443" v="6650"/>
        <pc:sldMkLst>
          <pc:docMk/>
          <pc:sldMk cId="1066398653" sldId="1929"/>
        </pc:sldMkLst>
      </pc:sldChg>
      <pc:sldChg chg="add del">
        <pc:chgData name="한준 김" userId="7dd4edb89109a895" providerId="LiveId" clId="{B0EA322A-F585-4EE5-A004-E657958631F0}" dt="2024-06-15T05:24:20.430" v="6648"/>
        <pc:sldMkLst>
          <pc:docMk/>
          <pc:sldMk cId="1548228213" sldId="1929"/>
        </pc:sldMkLst>
      </pc:sldChg>
      <pc:sldChg chg="add del">
        <pc:chgData name="한준 김" userId="7dd4edb89109a895" providerId="LiveId" clId="{B0EA322A-F585-4EE5-A004-E657958631F0}" dt="2024-06-15T05:23:48.479" v="6646" actId="2696"/>
        <pc:sldMkLst>
          <pc:docMk/>
          <pc:sldMk cId="916080086" sldId="1930"/>
        </pc:sldMkLst>
      </pc:sldChg>
      <pc:sldChg chg="add del">
        <pc:chgData name="한준 김" userId="7dd4edb89109a895" providerId="LiveId" clId="{B0EA322A-F585-4EE5-A004-E657958631F0}" dt="2024-06-15T05:24:20.430" v="6648"/>
        <pc:sldMkLst>
          <pc:docMk/>
          <pc:sldMk cId="2927966743" sldId="1930"/>
        </pc:sldMkLst>
      </pc:sldChg>
      <pc:sldChg chg="add del">
        <pc:chgData name="한준 김" userId="7dd4edb89109a895" providerId="LiveId" clId="{B0EA322A-F585-4EE5-A004-E657958631F0}" dt="2024-06-15T05:24:36.443" v="6650"/>
        <pc:sldMkLst>
          <pc:docMk/>
          <pc:sldMk cId="4167766799" sldId="1930"/>
        </pc:sldMkLst>
      </pc:sldChg>
      <pc:sldChg chg="add del">
        <pc:chgData name="한준 김" userId="7dd4edb89109a895" providerId="LiveId" clId="{B0EA322A-F585-4EE5-A004-E657958631F0}" dt="2024-06-15T05:24:36.443" v="6650"/>
        <pc:sldMkLst>
          <pc:docMk/>
          <pc:sldMk cId="1813737969" sldId="1931"/>
        </pc:sldMkLst>
      </pc:sldChg>
      <pc:sldChg chg="add del">
        <pc:chgData name="한준 김" userId="7dd4edb89109a895" providerId="LiveId" clId="{B0EA322A-F585-4EE5-A004-E657958631F0}" dt="2024-06-15T05:24:20.430" v="6648"/>
        <pc:sldMkLst>
          <pc:docMk/>
          <pc:sldMk cId="2494196228" sldId="1931"/>
        </pc:sldMkLst>
      </pc:sldChg>
      <pc:sldChg chg="add del setBg">
        <pc:chgData name="한준 김" userId="7dd4edb89109a895" providerId="LiveId" clId="{B0EA322A-F585-4EE5-A004-E657958631F0}" dt="2024-06-15T05:31:13.368" v="6656"/>
        <pc:sldMkLst>
          <pc:docMk/>
          <pc:sldMk cId="3480179641" sldId="1931"/>
        </pc:sldMkLst>
      </pc:sldChg>
      <pc:sldChg chg="add del">
        <pc:chgData name="한준 김" userId="7dd4edb89109a895" providerId="LiveId" clId="{B0EA322A-F585-4EE5-A004-E657958631F0}" dt="2024-06-15T05:24:20.430" v="6648"/>
        <pc:sldMkLst>
          <pc:docMk/>
          <pc:sldMk cId="392234612" sldId="1932"/>
        </pc:sldMkLst>
      </pc:sldChg>
      <pc:sldChg chg="add del">
        <pc:chgData name="한준 김" userId="7dd4edb89109a895" providerId="LiveId" clId="{B0EA322A-F585-4EE5-A004-E657958631F0}" dt="2024-06-15T05:31:13.368" v="6656"/>
        <pc:sldMkLst>
          <pc:docMk/>
          <pc:sldMk cId="2323005133" sldId="1932"/>
        </pc:sldMkLst>
      </pc:sldChg>
      <pc:sldChg chg="add del">
        <pc:chgData name="한준 김" userId="7dd4edb89109a895" providerId="LiveId" clId="{B0EA322A-F585-4EE5-A004-E657958631F0}" dt="2024-06-15T05:24:36.443" v="6650"/>
        <pc:sldMkLst>
          <pc:docMk/>
          <pc:sldMk cId="3841156116" sldId="1932"/>
        </pc:sldMkLst>
      </pc:sldChg>
      <pc:sldChg chg="add del">
        <pc:chgData name="한준 김" userId="7dd4edb89109a895" providerId="LiveId" clId="{B0EA322A-F585-4EE5-A004-E657958631F0}" dt="2024-06-15T05:24:20.430" v="6648"/>
        <pc:sldMkLst>
          <pc:docMk/>
          <pc:sldMk cId="914003495" sldId="1933"/>
        </pc:sldMkLst>
      </pc:sldChg>
      <pc:sldChg chg="add del">
        <pc:chgData name="한준 김" userId="7dd4edb89109a895" providerId="LiveId" clId="{B0EA322A-F585-4EE5-A004-E657958631F0}" dt="2024-06-15T05:23:48.479" v="6646" actId="2696"/>
        <pc:sldMkLst>
          <pc:docMk/>
          <pc:sldMk cId="2904467317" sldId="1933"/>
        </pc:sldMkLst>
      </pc:sldChg>
      <pc:sldChg chg="add del">
        <pc:chgData name="한준 김" userId="7dd4edb89109a895" providerId="LiveId" clId="{B0EA322A-F585-4EE5-A004-E657958631F0}" dt="2024-06-15T05:24:36.443" v="6650"/>
        <pc:sldMkLst>
          <pc:docMk/>
          <pc:sldMk cId="3139403915" sldId="1933"/>
        </pc:sldMkLst>
      </pc:sldChg>
      <pc:sldChg chg="add del">
        <pc:chgData name="한준 김" userId="7dd4edb89109a895" providerId="LiveId" clId="{B0EA322A-F585-4EE5-A004-E657958631F0}" dt="2024-06-15T05:23:48.479" v="6646" actId="2696"/>
        <pc:sldMkLst>
          <pc:docMk/>
          <pc:sldMk cId="708680331" sldId="1934"/>
        </pc:sldMkLst>
      </pc:sldChg>
      <pc:sldChg chg="add del">
        <pc:chgData name="한준 김" userId="7dd4edb89109a895" providerId="LiveId" clId="{B0EA322A-F585-4EE5-A004-E657958631F0}" dt="2024-06-15T05:24:36.443" v="6650"/>
        <pc:sldMkLst>
          <pc:docMk/>
          <pc:sldMk cId="2175859372" sldId="1934"/>
        </pc:sldMkLst>
      </pc:sldChg>
      <pc:sldChg chg="add del">
        <pc:chgData name="한준 김" userId="7dd4edb89109a895" providerId="LiveId" clId="{B0EA322A-F585-4EE5-A004-E657958631F0}" dt="2024-06-15T05:24:20.430" v="6648"/>
        <pc:sldMkLst>
          <pc:docMk/>
          <pc:sldMk cId="3804042726" sldId="1934"/>
        </pc:sldMkLst>
      </pc:sldChg>
      <pc:sldChg chg="add del">
        <pc:chgData name="한준 김" userId="7dd4edb89109a895" providerId="LiveId" clId="{B0EA322A-F585-4EE5-A004-E657958631F0}" dt="2024-06-15T05:31:13.368" v="6656"/>
        <pc:sldMkLst>
          <pc:docMk/>
          <pc:sldMk cId="1100903431" sldId="1935"/>
        </pc:sldMkLst>
      </pc:sldChg>
      <pc:sldChg chg="add del">
        <pc:chgData name="한준 김" userId="7dd4edb89109a895" providerId="LiveId" clId="{B0EA322A-F585-4EE5-A004-E657958631F0}" dt="2024-06-15T05:24:36.443" v="6650"/>
        <pc:sldMkLst>
          <pc:docMk/>
          <pc:sldMk cId="1729024590" sldId="1935"/>
        </pc:sldMkLst>
      </pc:sldChg>
      <pc:sldChg chg="add del">
        <pc:chgData name="한준 김" userId="7dd4edb89109a895" providerId="LiveId" clId="{B0EA322A-F585-4EE5-A004-E657958631F0}" dt="2024-06-15T05:24:20.430" v="6648"/>
        <pc:sldMkLst>
          <pc:docMk/>
          <pc:sldMk cId="4235463474" sldId="1935"/>
        </pc:sldMkLst>
      </pc:sldChg>
      <pc:sldChg chg="add del">
        <pc:chgData name="한준 김" userId="7dd4edb89109a895" providerId="LiveId" clId="{B0EA322A-F585-4EE5-A004-E657958631F0}" dt="2024-06-26T05:36:57.298" v="7037" actId="2696"/>
        <pc:sldMkLst>
          <pc:docMk/>
          <pc:sldMk cId="844656652" sldId="1936"/>
        </pc:sldMkLst>
      </pc:sldChg>
      <pc:sldChg chg="add del">
        <pc:chgData name="한준 김" userId="7dd4edb89109a895" providerId="LiveId" clId="{B0EA322A-F585-4EE5-A004-E657958631F0}" dt="2024-06-26T05:36:50.274" v="7035"/>
        <pc:sldMkLst>
          <pc:docMk/>
          <pc:sldMk cId="1035107411" sldId="1936"/>
        </pc:sldMkLst>
      </pc:sldChg>
      <pc:sldChg chg="add del">
        <pc:chgData name="한준 김" userId="7dd4edb89109a895" providerId="LiveId" clId="{B0EA322A-F585-4EE5-A004-E657958631F0}" dt="2024-06-20T04:43:26.858" v="6692"/>
        <pc:sldMkLst>
          <pc:docMk/>
          <pc:sldMk cId="3166051753" sldId="1936"/>
        </pc:sldMkLst>
      </pc:sldChg>
      <pc:sldChg chg="add del">
        <pc:chgData name="한준 김" userId="7dd4edb89109a895" providerId="LiveId" clId="{B0EA322A-F585-4EE5-A004-E657958631F0}" dt="2024-06-20T04:43:30.053" v="6694" actId="47"/>
        <pc:sldMkLst>
          <pc:docMk/>
          <pc:sldMk cId="4158016550" sldId="1936"/>
        </pc:sldMkLst>
      </pc:sldChg>
      <pc:sldChg chg="add del">
        <pc:chgData name="한준 김" userId="7dd4edb89109a895" providerId="LiveId" clId="{B0EA322A-F585-4EE5-A004-E657958631F0}" dt="2024-06-20T04:43:31.292" v="6695" actId="47"/>
        <pc:sldMkLst>
          <pc:docMk/>
          <pc:sldMk cId="2157868435" sldId="1937"/>
        </pc:sldMkLst>
      </pc:sldChg>
      <pc:sldChg chg="add del">
        <pc:chgData name="한준 김" userId="7dd4edb89109a895" providerId="LiveId" clId="{B0EA322A-F585-4EE5-A004-E657958631F0}" dt="2024-06-20T04:43:26.858" v="6692"/>
        <pc:sldMkLst>
          <pc:docMk/>
          <pc:sldMk cId="2428842828" sldId="1937"/>
        </pc:sldMkLst>
      </pc:sldChg>
      <pc:sldChg chg="add del">
        <pc:chgData name="한준 김" userId="7dd4edb89109a895" providerId="LiveId" clId="{B0EA322A-F585-4EE5-A004-E657958631F0}" dt="2024-06-26T05:36:57.298" v="7037" actId="2696"/>
        <pc:sldMkLst>
          <pc:docMk/>
          <pc:sldMk cId="3203924003" sldId="1937"/>
        </pc:sldMkLst>
      </pc:sldChg>
      <pc:sldChg chg="add del">
        <pc:chgData name="한준 김" userId="7dd4edb89109a895" providerId="LiveId" clId="{B0EA322A-F585-4EE5-A004-E657958631F0}" dt="2024-06-26T05:36:50.274" v="7035"/>
        <pc:sldMkLst>
          <pc:docMk/>
          <pc:sldMk cId="3804436519" sldId="1937"/>
        </pc:sldMkLst>
      </pc:sldChg>
      <pc:sldChg chg="add del">
        <pc:chgData name="한준 김" userId="7dd4edb89109a895" providerId="LiveId" clId="{B0EA322A-F585-4EE5-A004-E657958631F0}" dt="2024-06-20T04:43:33.490" v="6696" actId="47"/>
        <pc:sldMkLst>
          <pc:docMk/>
          <pc:sldMk cId="1488555140" sldId="1938"/>
        </pc:sldMkLst>
      </pc:sldChg>
      <pc:sldChg chg="add del">
        <pc:chgData name="한준 김" userId="7dd4edb89109a895" providerId="LiveId" clId="{B0EA322A-F585-4EE5-A004-E657958631F0}" dt="2024-06-26T05:36:50.274" v="7035"/>
        <pc:sldMkLst>
          <pc:docMk/>
          <pc:sldMk cId="2399124515" sldId="1938"/>
        </pc:sldMkLst>
      </pc:sldChg>
      <pc:sldChg chg="add del">
        <pc:chgData name="한준 김" userId="7dd4edb89109a895" providerId="LiveId" clId="{B0EA322A-F585-4EE5-A004-E657958631F0}" dt="2024-06-26T05:36:57.298" v="7037" actId="2696"/>
        <pc:sldMkLst>
          <pc:docMk/>
          <pc:sldMk cId="2820168787" sldId="1938"/>
        </pc:sldMkLst>
      </pc:sldChg>
      <pc:sldChg chg="add del">
        <pc:chgData name="한준 김" userId="7dd4edb89109a895" providerId="LiveId" clId="{B0EA322A-F585-4EE5-A004-E657958631F0}" dt="2024-06-20T04:43:26.858" v="6692"/>
        <pc:sldMkLst>
          <pc:docMk/>
          <pc:sldMk cId="3112905727" sldId="1938"/>
        </pc:sldMkLst>
      </pc:sldChg>
      <pc:sldChg chg="add del">
        <pc:chgData name="한준 김" userId="7dd4edb89109a895" providerId="LiveId" clId="{B0EA322A-F585-4EE5-A004-E657958631F0}" dt="2024-06-26T05:36:50.274" v="7035"/>
        <pc:sldMkLst>
          <pc:docMk/>
          <pc:sldMk cId="566128765" sldId="1939"/>
        </pc:sldMkLst>
      </pc:sldChg>
      <pc:sldChg chg="add del">
        <pc:chgData name="한준 김" userId="7dd4edb89109a895" providerId="LiveId" clId="{B0EA322A-F585-4EE5-A004-E657958631F0}" dt="2024-06-26T05:36:57.298" v="7037" actId="2696"/>
        <pc:sldMkLst>
          <pc:docMk/>
          <pc:sldMk cId="3701676495" sldId="1939"/>
        </pc:sldMkLst>
      </pc:sldChg>
      <pc:sldChg chg="add del">
        <pc:chgData name="한준 김" userId="7dd4edb89109a895" providerId="LiveId" clId="{B0EA322A-F585-4EE5-A004-E657958631F0}" dt="2024-07-06T05:51:43.993" v="7773" actId="2696"/>
        <pc:sldMkLst>
          <pc:docMk/>
          <pc:sldMk cId="754354989" sldId="1940"/>
        </pc:sldMkLst>
      </pc:sldChg>
      <pc:sldChg chg="add del">
        <pc:chgData name="한준 김" userId="7dd4edb89109a895" providerId="LiveId" clId="{B0EA322A-F585-4EE5-A004-E657958631F0}" dt="2024-07-06T05:51:43.993" v="7773" actId="2696"/>
        <pc:sldMkLst>
          <pc:docMk/>
          <pc:sldMk cId="2629295270" sldId="1941"/>
        </pc:sldMkLst>
      </pc:sldChg>
      <pc:sldChg chg="add del modTransition setBg">
        <pc:chgData name="한준 김" userId="7dd4edb89109a895" providerId="LiveId" clId="{B0EA322A-F585-4EE5-A004-E657958631F0}" dt="2024-07-13T05:25:38.293" v="8374"/>
        <pc:sldMkLst>
          <pc:docMk/>
          <pc:sldMk cId="942216167" sldId="1942"/>
        </pc:sldMkLst>
      </pc:sldChg>
      <pc:sldChg chg="add del setBg">
        <pc:chgData name="한준 김" userId="7dd4edb89109a895" providerId="LiveId" clId="{B0EA322A-F585-4EE5-A004-E657958631F0}" dt="2024-07-13T05:25:32.185" v="8372" actId="2696"/>
        <pc:sldMkLst>
          <pc:docMk/>
          <pc:sldMk cId="1725848532" sldId="1942"/>
        </pc:sldMkLst>
      </pc:sldChg>
      <pc:sldChg chg="add">
        <pc:chgData name="한준 김" userId="7dd4edb89109a895" providerId="LiveId" clId="{B0EA322A-F585-4EE5-A004-E657958631F0}" dt="2024-07-13T05:25:38.340" v="8375"/>
        <pc:sldMkLst>
          <pc:docMk/>
          <pc:sldMk cId="2570209150" sldId="1943"/>
        </pc:sldMkLst>
      </pc:sldChg>
      <pc:sldChg chg="add del setBg">
        <pc:chgData name="한준 김" userId="7dd4edb89109a895" providerId="LiveId" clId="{B0EA322A-F585-4EE5-A004-E657958631F0}" dt="2024-07-13T05:25:32.185" v="8372" actId="2696"/>
        <pc:sldMkLst>
          <pc:docMk/>
          <pc:sldMk cId="2879688344" sldId="1943"/>
        </pc:sldMkLst>
      </pc:sldChg>
      <pc:sldChg chg="add del modTransition setBg">
        <pc:chgData name="한준 김" userId="7dd4edb89109a895" providerId="LiveId" clId="{B0EA322A-F585-4EE5-A004-E657958631F0}" dt="2024-07-13T05:25:38.293" v="8374"/>
        <pc:sldMkLst>
          <pc:docMk/>
          <pc:sldMk cId="3919416002" sldId="1943"/>
        </pc:sldMkLst>
      </pc:sldChg>
      <pc:sldChg chg="add del modTransition">
        <pc:chgData name="한준 김" userId="7dd4edb89109a895" providerId="LiveId" clId="{B0EA322A-F585-4EE5-A004-E657958631F0}" dt="2024-07-13T05:25:38.293" v="8374"/>
        <pc:sldMkLst>
          <pc:docMk/>
          <pc:sldMk cId="1990594975" sldId="1944"/>
        </pc:sldMkLst>
      </pc:sldChg>
      <pc:sldChg chg="add">
        <pc:chgData name="한준 김" userId="7dd4edb89109a895" providerId="LiveId" clId="{B0EA322A-F585-4EE5-A004-E657958631F0}" dt="2024-07-13T05:25:38.340" v="8375"/>
        <pc:sldMkLst>
          <pc:docMk/>
          <pc:sldMk cId="4206496867" sldId="1944"/>
        </pc:sldMkLst>
      </pc:sldChg>
      <pc:sldChg chg="add del modTransition">
        <pc:chgData name="한준 김" userId="7dd4edb89109a895" providerId="LiveId" clId="{B0EA322A-F585-4EE5-A004-E657958631F0}" dt="2024-07-13T05:25:38.293" v="8374"/>
        <pc:sldMkLst>
          <pc:docMk/>
          <pc:sldMk cId="749211466" sldId="1945"/>
        </pc:sldMkLst>
      </pc:sldChg>
      <pc:sldChg chg="add del">
        <pc:chgData name="한준 김" userId="7dd4edb89109a895" providerId="LiveId" clId="{B0EA322A-F585-4EE5-A004-E657958631F0}" dt="2024-07-13T05:25:32.185" v="8372" actId="2696"/>
        <pc:sldMkLst>
          <pc:docMk/>
          <pc:sldMk cId="3980832720" sldId="1945"/>
        </pc:sldMkLst>
      </pc:sldChg>
      <pc:sldChg chg="add">
        <pc:chgData name="한준 김" userId="7dd4edb89109a895" providerId="LiveId" clId="{B0EA322A-F585-4EE5-A004-E657958631F0}" dt="2024-07-13T05:25:38.340" v="8375"/>
        <pc:sldMkLst>
          <pc:docMk/>
          <pc:sldMk cId="4189947992" sldId="1945"/>
        </pc:sldMkLst>
      </pc:sldChg>
      <pc:sldChg chg="add del modTransition">
        <pc:chgData name="한준 김" userId="7dd4edb89109a895" providerId="LiveId" clId="{B0EA322A-F585-4EE5-A004-E657958631F0}" dt="2024-07-13T05:25:38.293" v="8374"/>
        <pc:sldMkLst>
          <pc:docMk/>
          <pc:sldMk cId="651235318" sldId="1946"/>
        </pc:sldMkLst>
      </pc:sldChg>
      <pc:sldChg chg="add">
        <pc:chgData name="한준 김" userId="7dd4edb89109a895" providerId="LiveId" clId="{B0EA322A-F585-4EE5-A004-E657958631F0}" dt="2024-07-13T05:25:38.340" v="8375"/>
        <pc:sldMkLst>
          <pc:docMk/>
          <pc:sldMk cId="859174834" sldId="1946"/>
        </pc:sldMkLst>
      </pc:sldChg>
      <pc:sldChg chg="add del">
        <pc:chgData name="한준 김" userId="7dd4edb89109a895" providerId="LiveId" clId="{B0EA322A-F585-4EE5-A004-E657958631F0}" dt="2024-07-13T05:25:32.185" v="8372" actId="2696"/>
        <pc:sldMkLst>
          <pc:docMk/>
          <pc:sldMk cId="3623942810" sldId="1946"/>
        </pc:sldMkLst>
      </pc:sldChg>
      <pc:sldChg chg="add del setBg">
        <pc:chgData name="한준 김" userId="7dd4edb89109a895" providerId="LiveId" clId="{B0EA322A-F585-4EE5-A004-E657958631F0}" dt="2024-07-06T05:37:44.017" v="7455"/>
        <pc:sldMkLst>
          <pc:docMk/>
          <pc:sldMk cId="0" sldId="1947"/>
        </pc:sldMkLst>
      </pc:sldChg>
      <pc:sldChg chg="add del setBg">
        <pc:chgData name="한준 김" userId="7dd4edb89109a895" providerId="LiveId" clId="{B0EA322A-F585-4EE5-A004-E657958631F0}" dt="2024-07-06T05:37:43.997" v="7454"/>
        <pc:sldMkLst>
          <pc:docMk/>
          <pc:sldMk cId="405025600" sldId="1948"/>
        </pc:sldMkLst>
      </pc:sldChg>
      <pc:sldChg chg="add">
        <pc:chgData name="한준 김" userId="7dd4edb89109a895" providerId="LiveId" clId="{B0EA322A-F585-4EE5-A004-E657958631F0}" dt="2024-07-06T05:37:44.017" v="7455"/>
        <pc:sldMkLst>
          <pc:docMk/>
          <pc:sldMk cId="3768437818" sldId="1948"/>
        </pc:sldMkLst>
      </pc:sldChg>
      <pc:sldChg chg="add del setBg">
        <pc:chgData name="한준 김" userId="7dd4edb89109a895" providerId="LiveId" clId="{B0EA322A-F585-4EE5-A004-E657958631F0}" dt="2024-07-06T05:37:43.997" v="7454"/>
        <pc:sldMkLst>
          <pc:docMk/>
          <pc:sldMk cId="1388669191" sldId="1949"/>
        </pc:sldMkLst>
      </pc:sldChg>
      <pc:sldChg chg="add">
        <pc:chgData name="한준 김" userId="7dd4edb89109a895" providerId="LiveId" clId="{B0EA322A-F585-4EE5-A004-E657958631F0}" dt="2024-07-06T05:37:44.017" v="7455"/>
        <pc:sldMkLst>
          <pc:docMk/>
          <pc:sldMk cId="1735707107" sldId="1949"/>
        </pc:sldMkLst>
      </pc:sldChg>
      <pc:sldChg chg="add del setBg">
        <pc:chgData name="한준 김" userId="7dd4edb89109a895" providerId="LiveId" clId="{B0EA322A-F585-4EE5-A004-E657958631F0}" dt="2024-07-06T05:37:44.017" v="7455"/>
        <pc:sldMkLst>
          <pc:docMk/>
          <pc:sldMk cId="15275816" sldId="1950"/>
        </pc:sldMkLst>
      </pc:sldChg>
      <pc:sldChg chg="add del">
        <pc:chgData name="한준 김" userId="7dd4edb89109a895" providerId="LiveId" clId="{B0EA322A-F585-4EE5-A004-E657958631F0}" dt="2024-07-06T05:37:43.997" v="7454"/>
        <pc:sldMkLst>
          <pc:docMk/>
          <pc:sldMk cId="1080419079" sldId="1951"/>
        </pc:sldMkLst>
      </pc:sldChg>
      <pc:sldChg chg="add">
        <pc:chgData name="한준 김" userId="7dd4edb89109a895" providerId="LiveId" clId="{B0EA322A-F585-4EE5-A004-E657958631F0}" dt="2024-07-06T05:37:44.017" v="7455"/>
        <pc:sldMkLst>
          <pc:docMk/>
          <pc:sldMk cId="2715904759" sldId="1951"/>
        </pc:sldMkLst>
      </pc:sldChg>
      <pc:sldChg chg="add del">
        <pc:chgData name="한준 김" userId="7dd4edb89109a895" providerId="LiveId" clId="{B0EA322A-F585-4EE5-A004-E657958631F0}" dt="2024-07-06T05:37:44.017" v="7455"/>
        <pc:sldMkLst>
          <pc:docMk/>
          <pc:sldMk cId="1178654481" sldId="1952"/>
        </pc:sldMkLst>
      </pc:sldChg>
      <pc:sldChg chg="add">
        <pc:chgData name="한준 김" userId="7dd4edb89109a895" providerId="LiveId" clId="{B0EA322A-F585-4EE5-A004-E657958631F0}" dt="2024-07-06T05:37:44.017" v="7455"/>
        <pc:sldMkLst>
          <pc:docMk/>
          <pc:sldMk cId="1762980387" sldId="1953"/>
        </pc:sldMkLst>
      </pc:sldChg>
      <pc:sldChg chg="add del">
        <pc:chgData name="한준 김" userId="7dd4edb89109a895" providerId="LiveId" clId="{B0EA322A-F585-4EE5-A004-E657958631F0}" dt="2024-07-06T05:37:43.997" v="7454"/>
        <pc:sldMkLst>
          <pc:docMk/>
          <pc:sldMk cId="4277601780" sldId="1953"/>
        </pc:sldMkLst>
      </pc:sldChg>
      <pc:sldChg chg="add del">
        <pc:chgData name="한준 김" userId="7dd4edb89109a895" providerId="LiveId" clId="{B0EA322A-F585-4EE5-A004-E657958631F0}" dt="2024-07-06T05:37:44.017" v="7455"/>
        <pc:sldMkLst>
          <pc:docMk/>
          <pc:sldMk cId="3093238871" sldId="1954"/>
        </pc:sldMkLst>
      </pc:sldChg>
      <pc:sldChg chg="add del setBg">
        <pc:chgData name="한준 김" userId="7dd4edb89109a895" providerId="LiveId" clId="{B0EA322A-F585-4EE5-A004-E657958631F0}" dt="2024-07-19T05:42:04.592" v="8398" actId="2696"/>
        <pc:sldMkLst>
          <pc:docMk/>
          <pc:sldMk cId="187764955" sldId="1955"/>
        </pc:sldMkLst>
      </pc:sldChg>
      <pc:sldChg chg="add del">
        <pc:chgData name="한준 김" userId="7dd4edb89109a895" providerId="LiveId" clId="{B0EA322A-F585-4EE5-A004-E657958631F0}" dt="2024-07-19T05:43:33.236" v="8401"/>
        <pc:sldMkLst>
          <pc:docMk/>
          <pc:sldMk cId="3050187707" sldId="1955"/>
        </pc:sldMkLst>
      </pc:sldChg>
      <pc:sldChg chg="modSp add del mod">
        <pc:chgData name="한준 김" userId="7dd4edb89109a895" providerId="LiveId" clId="{B0EA322A-F585-4EE5-A004-E657958631F0}" dt="2024-07-19T05:43:50.815" v="8408"/>
        <pc:sldMkLst>
          <pc:docMk/>
          <pc:sldMk cId="2372713206" sldId="1956"/>
        </pc:sldMkLst>
      </pc:sldChg>
      <pc:sldChg chg="add del">
        <pc:chgData name="한준 김" userId="7dd4edb89109a895" providerId="LiveId" clId="{B0EA322A-F585-4EE5-A004-E657958631F0}" dt="2024-07-19T05:42:04.592" v="8398" actId="2696"/>
        <pc:sldMkLst>
          <pc:docMk/>
          <pc:sldMk cId="3689343582" sldId="1956"/>
        </pc:sldMkLst>
      </pc:sldChg>
      <pc:sldChg chg="addSp modSp add mod modAnim">
        <pc:chgData name="한준 김" userId="7dd4edb89109a895" providerId="LiveId" clId="{B0EA322A-F585-4EE5-A004-E657958631F0}" dt="2024-07-19T05:55:49.324" v="8880" actId="1076"/>
        <pc:sldMkLst>
          <pc:docMk/>
          <pc:sldMk cId="2793800401" sldId="1957"/>
        </pc:sldMkLst>
      </pc:sldChg>
      <pc:sldChg chg="add del">
        <pc:chgData name="한준 김" userId="7dd4edb89109a895" providerId="LiveId" clId="{B0EA322A-F585-4EE5-A004-E657958631F0}" dt="2024-07-19T05:42:04.592" v="8398" actId="2696"/>
        <pc:sldMkLst>
          <pc:docMk/>
          <pc:sldMk cId="3928162898" sldId="1957"/>
        </pc:sldMkLst>
      </pc:sldChg>
      <pc:sldChg chg="add del modTransition setBg">
        <pc:chgData name="한준 김" userId="7dd4edb89109a895" providerId="LiveId" clId="{B0EA322A-F585-4EE5-A004-E657958631F0}" dt="2024-07-11T04:43:46.898" v="7807" actId="2696"/>
        <pc:sldMkLst>
          <pc:docMk/>
          <pc:sldMk cId="0" sldId="1958"/>
        </pc:sldMkLst>
      </pc:sldChg>
      <pc:sldChg chg="addSp delSp modSp new del mod">
        <pc:chgData name="한준 김" userId="7dd4edb89109a895" providerId="LiveId" clId="{B0EA322A-F585-4EE5-A004-E657958631F0}" dt="2024-07-20T05:29:50.130" v="8922" actId="47"/>
        <pc:sldMkLst>
          <pc:docMk/>
          <pc:sldMk cId="337943975" sldId="1958"/>
        </pc:sldMkLst>
      </pc:sldChg>
      <pc:sldChg chg="add del setBg">
        <pc:chgData name="한준 김" userId="7dd4edb89109a895" providerId="LiveId" clId="{B0EA322A-F585-4EE5-A004-E657958631F0}" dt="2024-07-11T04:43:46.898" v="7807" actId="2696"/>
        <pc:sldMkLst>
          <pc:docMk/>
          <pc:sldMk cId="0" sldId="1959"/>
        </pc:sldMkLst>
      </pc:sldChg>
      <pc:sldChg chg="addSp delSp modSp new del mod">
        <pc:chgData name="한준 김" userId="7dd4edb89109a895" providerId="LiveId" clId="{B0EA322A-F585-4EE5-A004-E657958631F0}" dt="2024-07-20T05:32:34.988" v="8939" actId="47"/>
        <pc:sldMkLst>
          <pc:docMk/>
          <pc:sldMk cId="1435975508" sldId="1959"/>
        </pc:sldMkLst>
      </pc:sldChg>
      <pc:sldChg chg="add del setBg">
        <pc:chgData name="한준 김" userId="7dd4edb89109a895" providerId="LiveId" clId="{B0EA322A-F585-4EE5-A004-E657958631F0}" dt="2024-07-11T04:43:46.898" v="7807" actId="2696"/>
        <pc:sldMkLst>
          <pc:docMk/>
          <pc:sldMk cId="0" sldId="1960"/>
        </pc:sldMkLst>
      </pc:sldChg>
      <pc:sldChg chg="addSp delSp modSp new del mod">
        <pc:chgData name="한준 김" userId="7dd4edb89109a895" providerId="LiveId" clId="{B0EA322A-F585-4EE5-A004-E657958631F0}" dt="2024-07-20T05:33:19.542" v="8947" actId="47"/>
        <pc:sldMkLst>
          <pc:docMk/>
          <pc:sldMk cId="2454359139" sldId="1960"/>
        </pc:sldMkLst>
      </pc:sldChg>
      <pc:sldChg chg="add del modTransition setBg">
        <pc:chgData name="한준 김" userId="7dd4edb89109a895" providerId="LiveId" clId="{B0EA322A-F585-4EE5-A004-E657958631F0}" dt="2024-07-11T04:43:46.898" v="7807" actId="2696"/>
        <pc:sldMkLst>
          <pc:docMk/>
          <pc:sldMk cId="3856470879" sldId="1961"/>
        </pc:sldMkLst>
      </pc:sldChg>
      <pc:sldChg chg="add del setBg">
        <pc:chgData name="한준 김" userId="7dd4edb89109a895" providerId="LiveId" clId="{B0EA322A-F585-4EE5-A004-E657958631F0}" dt="2024-07-11T04:43:46.898" v="7807" actId="2696"/>
        <pc:sldMkLst>
          <pc:docMk/>
          <pc:sldMk cId="794663505" sldId="1962"/>
        </pc:sldMkLst>
      </pc:sldChg>
      <pc:sldChg chg="addSp delSp modSp add mod">
        <pc:chgData name="한준 김" userId="7dd4edb89109a895" providerId="LiveId" clId="{B0EA322A-F585-4EE5-A004-E657958631F0}" dt="2024-07-20T05:33:07.595" v="8946" actId="166"/>
        <pc:sldMkLst>
          <pc:docMk/>
          <pc:sldMk cId="1078423897" sldId="1963"/>
        </pc:sldMkLst>
      </pc:sldChg>
      <pc:sldChg chg="add del modTransition setBg">
        <pc:chgData name="한준 김" userId="7dd4edb89109a895" providerId="LiveId" clId="{B0EA322A-F585-4EE5-A004-E657958631F0}" dt="2024-07-11T04:43:46.898" v="7807" actId="2696"/>
        <pc:sldMkLst>
          <pc:docMk/>
          <pc:sldMk cId="2739476679" sldId="1964"/>
        </pc:sldMkLst>
      </pc:sldChg>
      <pc:sldChg chg="add del setBg">
        <pc:chgData name="한준 김" userId="7dd4edb89109a895" providerId="LiveId" clId="{B0EA322A-F585-4EE5-A004-E657958631F0}" dt="2024-07-11T04:43:46.898" v="7807" actId="2696"/>
        <pc:sldMkLst>
          <pc:docMk/>
          <pc:sldMk cId="716716468" sldId="1965"/>
        </pc:sldMkLst>
      </pc:sldChg>
      <pc:sldChg chg="add del setBg">
        <pc:chgData name="한준 김" userId="7dd4edb89109a895" providerId="LiveId" clId="{B0EA322A-F585-4EE5-A004-E657958631F0}" dt="2024-07-11T04:43:46.898" v="7807" actId="2696"/>
        <pc:sldMkLst>
          <pc:docMk/>
          <pc:sldMk cId="608274642" sldId="1966"/>
        </pc:sldMkLst>
      </pc:sldChg>
      <pc:sldChg chg="addSp modSp new del mod">
        <pc:chgData name="한준 김" userId="7dd4edb89109a895" providerId="LiveId" clId="{B0EA322A-F585-4EE5-A004-E657958631F0}" dt="2024-07-11T04:43:55.527" v="7808" actId="2696"/>
        <pc:sldMkLst>
          <pc:docMk/>
          <pc:sldMk cId="259359070" sldId="1967"/>
        </pc:sldMkLst>
      </pc:sldChg>
      <pc:sldChg chg="addSp modSp new del mod setBg">
        <pc:chgData name="한준 김" userId="7dd4edb89109a895" providerId="LiveId" clId="{B0EA322A-F585-4EE5-A004-E657958631F0}" dt="2024-07-11T04:43:55.527" v="7808" actId="2696"/>
        <pc:sldMkLst>
          <pc:docMk/>
          <pc:sldMk cId="1543405829" sldId="1968"/>
        </pc:sldMkLst>
      </pc:sldChg>
      <pc:sldMasterChg chg="delSldLayout">
        <pc:chgData name="한준 김" userId="7dd4edb89109a895" providerId="LiveId" clId="{B0EA322A-F585-4EE5-A004-E657958631F0}" dt="2024-05-04T08:14:41.741" v="5044" actId="2696"/>
        <pc:sldMasterMkLst>
          <pc:docMk/>
          <pc:sldMasterMk cId="0" sldId="2147485163"/>
        </pc:sldMasterMkLst>
        <pc:sldLayoutChg chg="del">
          <pc:chgData name="한준 김" userId="7dd4edb89109a895" providerId="LiveId" clId="{B0EA322A-F585-4EE5-A004-E657958631F0}" dt="2024-05-04T08:14:41.741" v="5044" actId="2696"/>
          <pc:sldLayoutMkLst>
            <pc:docMk/>
            <pc:sldMasterMk cId="0" sldId="2147485163"/>
            <pc:sldLayoutMk cId="0" sldId="2147485121"/>
          </pc:sldLayoutMkLst>
        </pc:sldLayoutChg>
      </pc:sldMasterChg>
      <pc:sldMasterChg chg="delSldLayout">
        <pc:chgData name="한준 김" userId="7dd4edb89109a895" providerId="LiveId" clId="{B0EA322A-F585-4EE5-A004-E657958631F0}" dt="2023-12-30T04:48:50.548" v="48" actId="2696"/>
        <pc:sldMasterMkLst>
          <pc:docMk/>
          <pc:sldMasterMk cId="0" sldId="2147485165"/>
        </pc:sldMasterMkLst>
        <pc:sldLayoutChg chg="del">
          <pc:chgData name="한준 김" userId="7dd4edb89109a895" providerId="LiveId" clId="{B0EA322A-F585-4EE5-A004-E657958631F0}" dt="2023-12-30T04:48:50.548" v="48" actId="2696"/>
          <pc:sldLayoutMkLst>
            <pc:docMk/>
            <pc:sldMasterMk cId="0" sldId="2147485165"/>
            <pc:sldLayoutMk cId="0" sldId="2147484464"/>
          </pc:sldLayoutMkLst>
        </pc:sldLayoutChg>
      </pc:sldMasterChg>
      <pc:sldMasterChg chg="del delSldLayout">
        <pc:chgData name="한준 김" userId="7dd4edb89109a895" providerId="LiveId" clId="{B0EA322A-F585-4EE5-A004-E657958631F0}" dt="2024-01-06T08:31:17.840" v="330" actId="2696"/>
        <pc:sldMasterMkLst>
          <pc:docMk/>
          <pc:sldMasterMk cId="2100458512" sldId="2147485170"/>
        </pc:sldMasterMkLst>
        <pc:sldLayoutChg chg="del">
          <pc:chgData name="한준 김" userId="7dd4edb89109a895" providerId="LiveId" clId="{B0EA322A-F585-4EE5-A004-E657958631F0}" dt="2024-01-06T08:31:17.840" v="330" actId="2696"/>
          <pc:sldLayoutMkLst>
            <pc:docMk/>
            <pc:sldMasterMk cId="2100458512" sldId="2147485170"/>
            <pc:sldLayoutMk cId="3574638846" sldId="2147485171"/>
          </pc:sldLayoutMkLst>
        </pc:sldLayoutChg>
        <pc:sldLayoutChg chg="del">
          <pc:chgData name="한준 김" userId="7dd4edb89109a895" providerId="LiveId" clId="{B0EA322A-F585-4EE5-A004-E657958631F0}" dt="2024-01-06T08:31:17.840" v="330" actId="2696"/>
          <pc:sldLayoutMkLst>
            <pc:docMk/>
            <pc:sldMasterMk cId="2100458512" sldId="2147485170"/>
            <pc:sldLayoutMk cId="2386466827" sldId="2147485172"/>
          </pc:sldLayoutMkLst>
        </pc:sldLayoutChg>
        <pc:sldLayoutChg chg="del">
          <pc:chgData name="한준 김" userId="7dd4edb89109a895" providerId="LiveId" clId="{B0EA322A-F585-4EE5-A004-E657958631F0}" dt="2024-01-06T08:31:17.840" v="330" actId="2696"/>
          <pc:sldLayoutMkLst>
            <pc:docMk/>
            <pc:sldMasterMk cId="2100458512" sldId="2147485170"/>
            <pc:sldLayoutMk cId="1492909085" sldId="2147485173"/>
          </pc:sldLayoutMkLst>
        </pc:sldLayoutChg>
        <pc:sldLayoutChg chg="del">
          <pc:chgData name="한준 김" userId="7dd4edb89109a895" providerId="LiveId" clId="{B0EA322A-F585-4EE5-A004-E657958631F0}" dt="2024-01-06T08:31:17.840" v="330" actId="2696"/>
          <pc:sldLayoutMkLst>
            <pc:docMk/>
            <pc:sldMasterMk cId="2100458512" sldId="2147485170"/>
            <pc:sldLayoutMk cId="4274670006" sldId="2147485174"/>
          </pc:sldLayoutMkLst>
        </pc:sldLayoutChg>
        <pc:sldLayoutChg chg="del">
          <pc:chgData name="한준 김" userId="7dd4edb89109a895" providerId="LiveId" clId="{B0EA322A-F585-4EE5-A004-E657958631F0}" dt="2024-01-06T08:31:17.840" v="330" actId="2696"/>
          <pc:sldLayoutMkLst>
            <pc:docMk/>
            <pc:sldMasterMk cId="2100458512" sldId="2147485170"/>
            <pc:sldLayoutMk cId="2229870289" sldId="2147485175"/>
          </pc:sldLayoutMkLst>
        </pc:sldLayoutChg>
        <pc:sldLayoutChg chg="del">
          <pc:chgData name="한준 김" userId="7dd4edb89109a895" providerId="LiveId" clId="{B0EA322A-F585-4EE5-A004-E657958631F0}" dt="2024-01-06T08:31:17.840" v="330" actId="2696"/>
          <pc:sldLayoutMkLst>
            <pc:docMk/>
            <pc:sldMasterMk cId="2100458512" sldId="2147485170"/>
            <pc:sldLayoutMk cId="4084482017" sldId="2147485176"/>
          </pc:sldLayoutMkLst>
        </pc:sldLayoutChg>
        <pc:sldLayoutChg chg="del">
          <pc:chgData name="한준 김" userId="7dd4edb89109a895" providerId="LiveId" clId="{B0EA322A-F585-4EE5-A004-E657958631F0}" dt="2024-01-06T08:31:17.840" v="330" actId="2696"/>
          <pc:sldLayoutMkLst>
            <pc:docMk/>
            <pc:sldMasterMk cId="2100458512" sldId="2147485170"/>
            <pc:sldLayoutMk cId="1422161595" sldId="2147485177"/>
          </pc:sldLayoutMkLst>
        </pc:sldLayoutChg>
        <pc:sldLayoutChg chg="del">
          <pc:chgData name="한준 김" userId="7dd4edb89109a895" providerId="LiveId" clId="{B0EA322A-F585-4EE5-A004-E657958631F0}" dt="2024-01-06T08:31:17.840" v="330" actId="2696"/>
          <pc:sldLayoutMkLst>
            <pc:docMk/>
            <pc:sldMasterMk cId="2100458512" sldId="2147485170"/>
            <pc:sldLayoutMk cId="4225241127" sldId="2147485178"/>
          </pc:sldLayoutMkLst>
        </pc:sldLayoutChg>
        <pc:sldLayoutChg chg="del">
          <pc:chgData name="한준 김" userId="7dd4edb89109a895" providerId="LiveId" clId="{B0EA322A-F585-4EE5-A004-E657958631F0}" dt="2024-01-06T08:31:17.840" v="330" actId="2696"/>
          <pc:sldLayoutMkLst>
            <pc:docMk/>
            <pc:sldMasterMk cId="2100458512" sldId="2147485170"/>
            <pc:sldLayoutMk cId="4077687660" sldId="2147485179"/>
          </pc:sldLayoutMkLst>
        </pc:sldLayoutChg>
        <pc:sldLayoutChg chg="del">
          <pc:chgData name="한준 김" userId="7dd4edb89109a895" providerId="LiveId" clId="{B0EA322A-F585-4EE5-A004-E657958631F0}" dt="2024-01-06T08:31:17.840" v="330" actId="2696"/>
          <pc:sldLayoutMkLst>
            <pc:docMk/>
            <pc:sldMasterMk cId="2100458512" sldId="2147485170"/>
            <pc:sldLayoutMk cId="1956982615" sldId="2147485180"/>
          </pc:sldLayoutMkLst>
        </pc:sldLayoutChg>
        <pc:sldLayoutChg chg="del">
          <pc:chgData name="한준 김" userId="7dd4edb89109a895" providerId="LiveId" clId="{B0EA322A-F585-4EE5-A004-E657958631F0}" dt="2024-01-06T08:31:17.840" v="330" actId="2696"/>
          <pc:sldLayoutMkLst>
            <pc:docMk/>
            <pc:sldMasterMk cId="2100458512" sldId="2147485170"/>
            <pc:sldLayoutMk cId="1941494839" sldId="2147485181"/>
          </pc:sldLayoutMkLst>
        </pc:sldLayoutChg>
      </pc:sldMasterChg>
      <pc:sldMasterChg chg="del delSldLayout">
        <pc:chgData name="한준 김" userId="7dd4edb89109a895" providerId="LiveId" clId="{B0EA322A-F585-4EE5-A004-E657958631F0}" dt="2024-01-06T08:31:17.840" v="330" actId="2696"/>
        <pc:sldMasterMkLst>
          <pc:docMk/>
          <pc:sldMasterMk cId="1274306818" sldId="2147485182"/>
        </pc:sldMasterMkLst>
        <pc:sldLayoutChg chg="del">
          <pc:chgData name="한준 김" userId="7dd4edb89109a895" providerId="LiveId" clId="{B0EA322A-F585-4EE5-A004-E657958631F0}" dt="2024-01-06T08:31:17.840" v="330" actId="2696"/>
          <pc:sldLayoutMkLst>
            <pc:docMk/>
            <pc:sldMasterMk cId="1274306818" sldId="2147485182"/>
            <pc:sldLayoutMk cId="1383481307" sldId="2147485183"/>
          </pc:sldLayoutMkLst>
        </pc:sldLayoutChg>
        <pc:sldLayoutChg chg="del">
          <pc:chgData name="한준 김" userId="7dd4edb89109a895" providerId="LiveId" clId="{B0EA322A-F585-4EE5-A004-E657958631F0}" dt="2024-01-06T08:31:17.840" v="330" actId="2696"/>
          <pc:sldLayoutMkLst>
            <pc:docMk/>
            <pc:sldMasterMk cId="1274306818" sldId="2147485182"/>
            <pc:sldLayoutMk cId="1010492085" sldId="2147485184"/>
          </pc:sldLayoutMkLst>
        </pc:sldLayoutChg>
        <pc:sldLayoutChg chg="del">
          <pc:chgData name="한준 김" userId="7dd4edb89109a895" providerId="LiveId" clId="{B0EA322A-F585-4EE5-A004-E657958631F0}" dt="2024-01-06T08:31:17.840" v="330" actId="2696"/>
          <pc:sldLayoutMkLst>
            <pc:docMk/>
            <pc:sldMasterMk cId="1274306818" sldId="2147485182"/>
            <pc:sldLayoutMk cId="3768160989" sldId="2147485185"/>
          </pc:sldLayoutMkLst>
        </pc:sldLayoutChg>
        <pc:sldLayoutChg chg="del">
          <pc:chgData name="한준 김" userId="7dd4edb89109a895" providerId="LiveId" clId="{B0EA322A-F585-4EE5-A004-E657958631F0}" dt="2024-01-06T08:31:17.840" v="330" actId="2696"/>
          <pc:sldLayoutMkLst>
            <pc:docMk/>
            <pc:sldMasterMk cId="1274306818" sldId="2147485182"/>
            <pc:sldLayoutMk cId="2651175936" sldId="2147485186"/>
          </pc:sldLayoutMkLst>
        </pc:sldLayoutChg>
        <pc:sldLayoutChg chg="del">
          <pc:chgData name="한준 김" userId="7dd4edb89109a895" providerId="LiveId" clId="{B0EA322A-F585-4EE5-A004-E657958631F0}" dt="2024-01-06T08:31:17.840" v="330" actId="2696"/>
          <pc:sldLayoutMkLst>
            <pc:docMk/>
            <pc:sldMasterMk cId="1274306818" sldId="2147485182"/>
            <pc:sldLayoutMk cId="4124153778" sldId="2147485187"/>
          </pc:sldLayoutMkLst>
        </pc:sldLayoutChg>
        <pc:sldLayoutChg chg="del">
          <pc:chgData name="한준 김" userId="7dd4edb89109a895" providerId="LiveId" clId="{B0EA322A-F585-4EE5-A004-E657958631F0}" dt="2024-01-06T08:31:17.840" v="330" actId="2696"/>
          <pc:sldLayoutMkLst>
            <pc:docMk/>
            <pc:sldMasterMk cId="1274306818" sldId="2147485182"/>
            <pc:sldLayoutMk cId="4135403630" sldId="2147485188"/>
          </pc:sldLayoutMkLst>
        </pc:sldLayoutChg>
        <pc:sldLayoutChg chg="del">
          <pc:chgData name="한준 김" userId="7dd4edb89109a895" providerId="LiveId" clId="{B0EA322A-F585-4EE5-A004-E657958631F0}" dt="2024-01-06T08:31:17.840" v="330" actId="2696"/>
          <pc:sldLayoutMkLst>
            <pc:docMk/>
            <pc:sldMasterMk cId="1274306818" sldId="2147485182"/>
            <pc:sldLayoutMk cId="3149106716" sldId="2147485189"/>
          </pc:sldLayoutMkLst>
        </pc:sldLayoutChg>
        <pc:sldLayoutChg chg="del">
          <pc:chgData name="한준 김" userId="7dd4edb89109a895" providerId="LiveId" clId="{B0EA322A-F585-4EE5-A004-E657958631F0}" dt="2024-01-06T08:31:17.840" v="330" actId="2696"/>
          <pc:sldLayoutMkLst>
            <pc:docMk/>
            <pc:sldMasterMk cId="1274306818" sldId="2147485182"/>
            <pc:sldLayoutMk cId="1698495009" sldId="2147485190"/>
          </pc:sldLayoutMkLst>
        </pc:sldLayoutChg>
        <pc:sldLayoutChg chg="del">
          <pc:chgData name="한준 김" userId="7dd4edb89109a895" providerId="LiveId" clId="{B0EA322A-F585-4EE5-A004-E657958631F0}" dt="2024-01-06T08:31:17.840" v="330" actId="2696"/>
          <pc:sldLayoutMkLst>
            <pc:docMk/>
            <pc:sldMasterMk cId="1274306818" sldId="2147485182"/>
            <pc:sldLayoutMk cId="1341786645" sldId="2147485191"/>
          </pc:sldLayoutMkLst>
        </pc:sldLayoutChg>
        <pc:sldLayoutChg chg="del">
          <pc:chgData name="한준 김" userId="7dd4edb89109a895" providerId="LiveId" clId="{B0EA322A-F585-4EE5-A004-E657958631F0}" dt="2024-01-06T08:31:17.840" v="330" actId="2696"/>
          <pc:sldLayoutMkLst>
            <pc:docMk/>
            <pc:sldMasterMk cId="1274306818" sldId="2147485182"/>
            <pc:sldLayoutMk cId="2315507665" sldId="2147485192"/>
          </pc:sldLayoutMkLst>
        </pc:sldLayoutChg>
        <pc:sldLayoutChg chg="del">
          <pc:chgData name="한준 김" userId="7dd4edb89109a895" providerId="LiveId" clId="{B0EA322A-F585-4EE5-A004-E657958631F0}" dt="2024-01-06T08:31:17.840" v="330" actId="2696"/>
          <pc:sldLayoutMkLst>
            <pc:docMk/>
            <pc:sldMasterMk cId="1274306818" sldId="2147485182"/>
            <pc:sldLayoutMk cId="2622694547" sldId="2147485193"/>
          </pc:sldLayoutMkLst>
        </pc:sldLayoutChg>
      </pc:sldMasterChg>
      <pc:sldMasterChg chg="del delSldLayout">
        <pc:chgData name="한준 김" userId="7dd4edb89109a895" providerId="LiveId" clId="{B0EA322A-F585-4EE5-A004-E657958631F0}" dt="2024-01-06T08:31:17.840" v="330" actId="2696"/>
        <pc:sldMasterMkLst>
          <pc:docMk/>
          <pc:sldMasterMk cId="3376326145" sldId="2147485194"/>
        </pc:sldMasterMkLst>
        <pc:sldLayoutChg chg="del">
          <pc:chgData name="한준 김" userId="7dd4edb89109a895" providerId="LiveId" clId="{B0EA322A-F585-4EE5-A004-E657958631F0}" dt="2024-01-06T08:31:17.840" v="330" actId="2696"/>
          <pc:sldLayoutMkLst>
            <pc:docMk/>
            <pc:sldMasterMk cId="3376326145" sldId="2147485194"/>
            <pc:sldLayoutMk cId="2927809864" sldId="2147485195"/>
          </pc:sldLayoutMkLst>
        </pc:sldLayoutChg>
        <pc:sldLayoutChg chg="del">
          <pc:chgData name="한준 김" userId="7dd4edb89109a895" providerId="LiveId" clId="{B0EA322A-F585-4EE5-A004-E657958631F0}" dt="2024-01-06T08:31:17.840" v="330" actId="2696"/>
          <pc:sldLayoutMkLst>
            <pc:docMk/>
            <pc:sldMasterMk cId="3376326145" sldId="2147485194"/>
            <pc:sldLayoutMk cId="4013876828" sldId="2147485196"/>
          </pc:sldLayoutMkLst>
        </pc:sldLayoutChg>
        <pc:sldLayoutChg chg="del">
          <pc:chgData name="한준 김" userId="7dd4edb89109a895" providerId="LiveId" clId="{B0EA322A-F585-4EE5-A004-E657958631F0}" dt="2024-01-06T08:31:17.840" v="330" actId="2696"/>
          <pc:sldLayoutMkLst>
            <pc:docMk/>
            <pc:sldMasterMk cId="3376326145" sldId="2147485194"/>
            <pc:sldLayoutMk cId="2984281564" sldId="2147485197"/>
          </pc:sldLayoutMkLst>
        </pc:sldLayoutChg>
        <pc:sldLayoutChg chg="del">
          <pc:chgData name="한준 김" userId="7dd4edb89109a895" providerId="LiveId" clId="{B0EA322A-F585-4EE5-A004-E657958631F0}" dt="2024-01-06T08:31:17.840" v="330" actId="2696"/>
          <pc:sldLayoutMkLst>
            <pc:docMk/>
            <pc:sldMasterMk cId="3376326145" sldId="2147485194"/>
            <pc:sldLayoutMk cId="1090725601" sldId="2147485198"/>
          </pc:sldLayoutMkLst>
        </pc:sldLayoutChg>
        <pc:sldLayoutChg chg="del">
          <pc:chgData name="한준 김" userId="7dd4edb89109a895" providerId="LiveId" clId="{B0EA322A-F585-4EE5-A004-E657958631F0}" dt="2024-01-06T08:31:17.840" v="330" actId="2696"/>
          <pc:sldLayoutMkLst>
            <pc:docMk/>
            <pc:sldMasterMk cId="3376326145" sldId="2147485194"/>
            <pc:sldLayoutMk cId="170960949" sldId="2147485199"/>
          </pc:sldLayoutMkLst>
        </pc:sldLayoutChg>
        <pc:sldLayoutChg chg="del">
          <pc:chgData name="한준 김" userId="7dd4edb89109a895" providerId="LiveId" clId="{B0EA322A-F585-4EE5-A004-E657958631F0}" dt="2024-01-06T08:31:17.840" v="330" actId="2696"/>
          <pc:sldLayoutMkLst>
            <pc:docMk/>
            <pc:sldMasterMk cId="3376326145" sldId="2147485194"/>
            <pc:sldLayoutMk cId="673537308" sldId="2147485200"/>
          </pc:sldLayoutMkLst>
        </pc:sldLayoutChg>
        <pc:sldLayoutChg chg="del">
          <pc:chgData name="한준 김" userId="7dd4edb89109a895" providerId="LiveId" clId="{B0EA322A-F585-4EE5-A004-E657958631F0}" dt="2024-01-06T08:31:17.840" v="330" actId="2696"/>
          <pc:sldLayoutMkLst>
            <pc:docMk/>
            <pc:sldMasterMk cId="3376326145" sldId="2147485194"/>
            <pc:sldLayoutMk cId="3029501300" sldId="2147485201"/>
          </pc:sldLayoutMkLst>
        </pc:sldLayoutChg>
        <pc:sldLayoutChg chg="del">
          <pc:chgData name="한준 김" userId="7dd4edb89109a895" providerId="LiveId" clId="{B0EA322A-F585-4EE5-A004-E657958631F0}" dt="2024-01-06T08:31:17.840" v="330" actId="2696"/>
          <pc:sldLayoutMkLst>
            <pc:docMk/>
            <pc:sldMasterMk cId="3376326145" sldId="2147485194"/>
            <pc:sldLayoutMk cId="210679749" sldId="2147485202"/>
          </pc:sldLayoutMkLst>
        </pc:sldLayoutChg>
        <pc:sldLayoutChg chg="del">
          <pc:chgData name="한준 김" userId="7dd4edb89109a895" providerId="LiveId" clId="{B0EA322A-F585-4EE5-A004-E657958631F0}" dt="2024-01-06T08:31:17.840" v="330" actId="2696"/>
          <pc:sldLayoutMkLst>
            <pc:docMk/>
            <pc:sldMasterMk cId="3376326145" sldId="2147485194"/>
            <pc:sldLayoutMk cId="4204550413" sldId="2147485203"/>
          </pc:sldLayoutMkLst>
        </pc:sldLayoutChg>
        <pc:sldLayoutChg chg="del">
          <pc:chgData name="한준 김" userId="7dd4edb89109a895" providerId="LiveId" clId="{B0EA322A-F585-4EE5-A004-E657958631F0}" dt="2024-01-06T08:31:17.840" v="330" actId="2696"/>
          <pc:sldLayoutMkLst>
            <pc:docMk/>
            <pc:sldMasterMk cId="3376326145" sldId="2147485194"/>
            <pc:sldLayoutMk cId="4217585654" sldId="2147485204"/>
          </pc:sldLayoutMkLst>
        </pc:sldLayoutChg>
        <pc:sldLayoutChg chg="del">
          <pc:chgData name="한준 김" userId="7dd4edb89109a895" providerId="LiveId" clId="{B0EA322A-F585-4EE5-A004-E657958631F0}" dt="2024-01-06T08:31:17.840" v="330" actId="2696"/>
          <pc:sldLayoutMkLst>
            <pc:docMk/>
            <pc:sldMasterMk cId="3376326145" sldId="2147485194"/>
            <pc:sldLayoutMk cId="3202325266" sldId="2147485205"/>
          </pc:sldLayoutMkLst>
        </pc:sldLayoutChg>
      </pc:sldMasterChg>
      <pc:sldMasterChg chg="del delSldLayout">
        <pc:chgData name="한준 김" userId="7dd4edb89109a895" providerId="LiveId" clId="{B0EA322A-F585-4EE5-A004-E657958631F0}" dt="2024-02-15T07:34:33.873" v="1236" actId="2696"/>
        <pc:sldMasterMkLst>
          <pc:docMk/>
          <pc:sldMasterMk cId="2740244301" sldId="2147485206"/>
        </pc:sldMasterMkLst>
        <pc:sldLayoutChg chg="del">
          <pc:chgData name="한준 김" userId="7dd4edb89109a895" providerId="LiveId" clId="{B0EA322A-F585-4EE5-A004-E657958631F0}" dt="2024-02-15T07:34:33.873" v="1236" actId="2696"/>
          <pc:sldLayoutMkLst>
            <pc:docMk/>
            <pc:sldMasterMk cId="2740244301" sldId="2147485206"/>
            <pc:sldLayoutMk cId="3702810767" sldId="2147485207"/>
          </pc:sldLayoutMkLst>
        </pc:sldLayoutChg>
        <pc:sldLayoutChg chg="del">
          <pc:chgData name="한준 김" userId="7dd4edb89109a895" providerId="LiveId" clId="{B0EA322A-F585-4EE5-A004-E657958631F0}" dt="2024-02-15T07:34:33.873" v="1236" actId="2696"/>
          <pc:sldLayoutMkLst>
            <pc:docMk/>
            <pc:sldMasterMk cId="2740244301" sldId="2147485206"/>
            <pc:sldLayoutMk cId="3542706912" sldId="2147485208"/>
          </pc:sldLayoutMkLst>
        </pc:sldLayoutChg>
        <pc:sldLayoutChg chg="del">
          <pc:chgData name="한준 김" userId="7dd4edb89109a895" providerId="LiveId" clId="{B0EA322A-F585-4EE5-A004-E657958631F0}" dt="2024-02-15T07:34:33.873" v="1236" actId="2696"/>
          <pc:sldLayoutMkLst>
            <pc:docMk/>
            <pc:sldMasterMk cId="2740244301" sldId="2147485206"/>
            <pc:sldLayoutMk cId="1497712859" sldId="2147485209"/>
          </pc:sldLayoutMkLst>
        </pc:sldLayoutChg>
        <pc:sldLayoutChg chg="del">
          <pc:chgData name="한준 김" userId="7dd4edb89109a895" providerId="LiveId" clId="{B0EA322A-F585-4EE5-A004-E657958631F0}" dt="2024-02-15T07:34:33.873" v="1236" actId="2696"/>
          <pc:sldLayoutMkLst>
            <pc:docMk/>
            <pc:sldMasterMk cId="2740244301" sldId="2147485206"/>
            <pc:sldLayoutMk cId="1096259135" sldId="2147485210"/>
          </pc:sldLayoutMkLst>
        </pc:sldLayoutChg>
        <pc:sldLayoutChg chg="del">
          <pc:chgData name="한준 김" userId="7dd4edb89109a895" providerId="LiveId" clId="{B0EA322A-F585-4EE5-A004-E657958631F0}" dt="2024-02-15T07:34:33.873" v="1236" actId="2696"/>
          <pc:sldLayoutMkLst>
            <pc:docMk/>
            <pc:sldMasterMk cId="2740244301" sldId="2147485206"/>
            <pc:sldLayoutMk cId="1183070525" sldId="2147485211"/>
          </pc:sldLayoutMkLst>
        </pc:sldLayoutChg>
        <pc:sldLayoutChg chg="del">
          <pc:chgData name="한준 김" userId="7dd4edb89109a895" providerId="LiveId" clId="{B0EA322A-F585-4EE5-A004-E657958631F0}" dt="2024-02-15T07:34:33.873" v="1236" actId="2696"/>
          <pc:sldLayoutMkLst>
            <pc:docMk/>
            <pc:sldMasterMk cId="2740244301" sldId="2147485206"/>
            <pc:sldLayoutMk cId="768912290" sldId="2147485212"/>
          </pc:sldLayoutMkLst>
        </pc:sldLayoutChg>
        <pc:sldLayoutChg chg="del">
          <pc:chgData name="한준 김" userId="7dd4edb89109a895" providerId="LiveId" clId="{B0EA322A-F585-4EE5-A004-E657958631F0}" dt="2024-02-15T07:34:33.873" v="1236" actId="2696"/>
          <pc:sldLayoutMkLst>
            <pc:docMk/>
            <pc:sldMasterMk cId="2740244301" sldId="2147485206"/>
            <pc:sldLayoutMk cId="2804098615" sldId="2147485213"/>
          </pc:sldLayoutMkLst>
        </pc:sldLayoutChg>
        <pc:sldLayoutChg chg="del">
          <pc:chgData name="한준 김" userId="7dd4edb89109a895" providerId="LiveId" clId="{B0EA322A-F585-4EE5-A004-E657958631F0}" dt="2024-02-15T07:34:33.873" v="1236" actId="2696"/>
          <pc:sldLayoutMkLst>
            <pc:docMk/>
            <pc:sldMasterMk cId="2740244301" sldId="2147485206"/>
            <pc:sldLayoutMk cId="2009226235" sldId="2147485214"/>
          </pc:sldLayoutMkLst>
        </pc:sldLayoutChg>
        <pc:sldLayoutChg chg="del">
          <pc:chgData name="한준 김" userId="7dd4edb89109a895" providerId="LiveId" clId="{B0EA322A-F585-4EE5-A004-E657958631F0}" dt="2024-02-15T07:34:33.873" v="1236" actId="2696"/>
          <pc:sldLayoutMkLst>
            <pc:docMk/>
            <pc:sldMasterMk cId="2740244301" sldId="2147485206"/>
            <pc:sldLayoutMk cId="2830720917" sldId="2147485215"/>
          </pc:sldLayoutMkLst>
        </pc:sldLayoutChg>
        <pc:sldLayoutChg chg="del">
          <pc:chgData name="한준 김" userId="7dd4edb89109a895" providerId="LiveId" clId="{B0EA322A-F585-4EE5-A004-E657958631F0}" dt="2024-02-15T07:34:33.873" v="1236" actId="2696"/>
          <pc:sldLayoutMkLst>
            <pc:docMk/>
            <pc:sldMasterMk cId="2740244301" sldId="2147485206"/>
            <pc:sldLayoutMk cId="3951074686" sldId="2147485216"/>
          </pc:sldLayoutMkLst>
        </pc:sldLayoutChg>
        <pc:sldLayoutChg chg="del">
          <pc:chgData name="한준 김" userId="7dd4edb89109a895" providerId="LiveId" clId="{B0EA322A-F585-4EE5-A004-E657958631F0}" dt="2024-02-15T07:34:33.873" v="1236" actId="2696"/>
          <pc:sldLayoutMkLst>
            <pc:docMk/>
            <pc:sldMasterMk cId="2740244301" sldId="2147485206"/>
            <pc:sldLayoutMk cId="3237478399" sldId="2147485217"/>
          </pc:sldLayoutMkLst>
        </pc:sldLayoutChg>
        <pc:sldLayoutChg chg="del">
          <pc:chgData name="한준 김" userId="7dd4edb89109a895" providerId="LiveId" clId="{B0EA322A-F585-4EE5-A004-E657958631F0}" dt="2024-01-12T06:27:21.996" v="399" actId="2696"/>
          <pc:sldLayoutMkLst>
            <pc:docMk/>
            <pc:sldMasterMk cId="2740244301" sldId="2147485206"/>
            <pc:sldLayoutMk cId="3176536288" sldId="2147485218"/>
          </pc:sldLayoutMkLst>
        </pc:sldLayoutChg>
      </pc:sldMasterChg>
      <pc:sldMasterChg chg="del delSldLayout">
        <pc:chgData name="한준 김" userId="7dd4edb89109a895" providerId="LiveId" clId="{B0EA322A-F585-4EE5-A004-E657958631F0}" dt="2024-01-13T07:06:20.150" v="432" actId="2696"/>
        <pc:sldMasterMkLst>
          <pc:docMk/>
          <pc:sldMasterMk cId="815854326" sldId="2147485219"/>
        </pc:sldMasterMkLst>
        <pc:sldLayoutChg chg="del">
          <pc:chgData name="한준 김" userId="7dd4edb89109a895" providerId="LiveId" clId="{B0EA322A-F585-4EE5-A004-E657958631F0}" dt="2024-01-13T07:06:20.150" v="432" actId="2696"/>
          <pc:sldLayoutMkLst>
            <pc:docMk/>
            <pc:sldMasterMk cId="815854326" sldId="2147485219"/>
            <pc:sldLayoutMk cId="3406765322" sldId="2147485220"/>
          </pc:sldLayoutMkLst>
        </pc:sldLayoutChg>
        <pc:sldLayoutChg chg="del">
          <pc:chgData name="한준 김" userId="7dd4edb89109a895" providerId="LiveId" clId="{B0EA322A-F585-4EE5-A004-E657958631F0}" dt="2024-01-13T07:06:20.150" v="432" actId="2696"/>
          <pc:sldLayoutMkLst>
            <pc:docMk/>
            <pc:sldMasterMk cId="815854326" sldId="2147485219"/>
            <pc:sldLayoutMk cId="2163722456" sldId="2147485221"/>
          </pc:sldLayoutMkLst>
        </pc:sldLayoutChg>
        <pc:sldLayoutChg chg="del">
          <pc:chgData name="한준 김" userId="7dd4edb89109a895" providerId="LiveId" clId="{B0EA322A-F585-4EE5-A004-E657958631F0}" dt="2024-01-13T07:06:20.150" v="432" actId="2696"/>
          <pc:sldLayoutMkLst>
            <pc:docMk/>
            <pc:sldMasterMk cId="815854326" sldId="2147485219"/>
            <pc:sldLayoutMk cId="2994910575" sldId="2147485222"/>
          </pc:sldLayoutMkLst>
        </pc:sldLayoutChg>
        <pc:sldLayoutChg chg="del">
          <pc:chgData name="한준 김" userId="7dd4edb89109a895" providerId="LiveId" clId="{B0EA322A-F585-4EE5-A004-E657958631F0}" dt="2024-01-13T07:06:20.150" v="432" actId="2696"/>
          <pc:sldLayoutMkLst>
            <pc:docMk/>
            <pc:sldMasterMk cId="815854326" sldId="2147485219"/>
            <pc:sldLayoutMk cId="2174036881" sldId="2147485223"/>
          </pc:sldLayoutMkLst>
        </pc:sldLayoutChg>
        <pc:sldLayoutChg chg="del">
          <pc:chgData name="한준 김" userId="7dd4edb89109a895" providerId="LiveId" clId="{B0EA322A-F585-4EE5-A004-E657958631F0}" dt="2024-01-13T07:06:20.150" v="432" actId="2696"/>
          <pc:sldLayoutMkLst>
            <pc:docMk/>
            <pc:sldMasterMk cId="815854326" sldId="2147485219"/>
            <pc:sldLayoutMk cId="2870328701" sldId="2147485224"/>
          </pc:sldLayoutMkLst>
        </pc:sldLayoutChg>
        <pc:sldLayoutChg chg="del">
          <pc:chgData name="한준 김" userId="7dd4edb89109a895" providerId="LiveId" clId="{B0EA322A-F585-4EE5-A004-E657958631F0}" dt="2024-01-13T07:06:20.150" v="432" actId="2696"/>
          <pc:sldLayoutMkLst>
            <pc:docMk/>
            <pc:sldMasterMk cId="815854326" sldId="2147485219"/>
            <pc:sldLayoutMk cId="3199983233" sldId="2147485225"/>
          </pc:sldLayoutMkLst>
        </pc:sldLayoutChg>
        <pc:sldLayoutChg chg="del">
          <pc:chgData name="한준 김" userId="7dd4edb89109a895" providerId="LiveId" clId="{B0EA322A-F585-4EE5-A004-E657958631F0}" dt="2024-01-13T07:06:20.150" v="432" actId="2696"/>
          <pc:sldLayoutMkLst>
            <pc:docMk/>
            <pc:sldMasterMk cId="815854326" sldId="2147485219"/>
            <pc:sldLayoutMk cId="10820331" sldId="2147485226"/>
          </pc:sldLayoutMkLst>
        </pc:sldLayoutChg>
        <pc:sldLayoutChg chg="del">
          <pc:chgData name="한준 김" userId="7dd4edb89109a895" providerId="LiveId" clId="{B0EA322A-F585-4EE5-A004-E657958631F0}" dt="2024-01-13T07:06:20.150" v="432" actId="2696"/>
          <pc:sldLayoutMkLst>
            <pc:docMk/>
            <pc:sldMasterMk cId="815854326" sldId="2147485219"/>
            <pc:sldLayoutMk cId="1130766696" sldId="2147485227"/>
          </pc:sldLayoutMkLst>
        </pc:sldLayoutChg>
        <pc:sldLayoutChg chg="del">
          <pc:chgData name="한준 김" userId="7dd4edb89109a895" providerId="LiveId" clId="{B0EA322A-F585-4EE5-A004-E657958631F0}" dt="2024-01-13T07:06:20.150" v="432" actId="2696"/>
          <pc:sldLayoutMkLst>
            <pc:docMk/>
            <pc:sldMasterMk cId="815854326" sldId="2147485219"/>
            <pc:sldLayoutMk cId="2979450462" sldId="2147485228"/>
          </pc:sldLayoutMkLst>
        </pc:sldLayoutChg>
        <pc:sldLayoutChg chg="del">
          <pc:chgData name="한준 김" userId="7dd4edb89109a895" providerId="LiveId" clId="{B0EA322A-F585-4EE5-A004-E657958631F0}" dt="2024-01-13T07:06:20.150" v="432" actId="2696"/>
          <pc:sldLayoutMkLst>
            <pc:docMk/>
            <pc:sldMasterMk cId="815854326" sldId="2147485219"/>
            <pc:sldLayoutMk cId="1493533093" sldId="2147485229"/>
          </pc:sldLayoutMkLst>
        </pc:sldLayoutChg>
        <pc:sldLayoutChg chg="del">
          <pc:chgData name="한준 김" userId="7dd4edb89109a895" providerId="LiveId" clId="{B0EA322A-F585-4EE5-A004-E657958631F0}" dt="2024-01-13T07:06:20.150" v="432" actId="2696"/>
          <pc:sldLayoutMkLst>
            <pc:docMk/>
            <pc:sldMasterMk cId="815854326" sldId="2147485219"/>
            <pc:sldLayoutMk cId="2289226829" sldId="2147485230"/>
          </pc:sldLayoutMkLst>
        </pc:sldLayoutChg>
      </pc:sldMasterChg>
      <pc:sldMasterChg chg="del delSldLayout">
        <pc:chgData name="한준 김" userId="7dd4edb89109a895" providerId="LiveId" clId="{B0EA322A-F585-4EE5-A004-E657958631F0}" dt="2024-01-13T07:06:20.150" v="432" actId="2696"/>
        <pc:sldMasterMkLst>
          <pc:docMk/>
          <pc:sldMasterMk cId="2605576940" sldId="2147485231"/>
        </pc:sldMasterMkLst>
        <pc:sldLayoutChg chg="del">
          <pc:chgData name="한준 김" userId="7dd4edb89109a895" providerId="LiveId" clId="{B0EA322A-F585-4EE5-A004-E657958631F0}" dt="2024-01-13T07:06:20.150" v="432" actId="2696"/>
          <pc:sldLayoutMkLst>
            <pc:docMk/>
            <pc:sldMasterMk cId="2605576940" sldId="2147485231"/>
            <pc:sldLayoutMk cId="1173805526" sldId="2147485232"/>
          </pc:sldLayoutMkLst>
        </pc:sldLayoutChg>
        <pc:sldLayoutChg chg="del">
          <pc:chgData name="한준 김" userId="7dd4edb89109a895" providerId="LiveId" clId="{B0EA322A-F585-4EE5-A004-E657958631F0}" dt="2024-01-13T07:06:20.150" v="432" actId="2696"/>
          <pc:sldLayoutMkLst>
            <pc:docMk/>
            <pc:sldMasterMk cId="2605576940" sldId="2147485231"/>
            <pc:sldLayoutMk cId="3203154876" sldId="2147485233"/>
          </pc:sldLayoutMkLst>
        </pc:sldLayoutChg>
        <pc:sldLayoutChg chg="del">
          <pc:chgData name="한준 김" userId="7dd4edb89109a895" providerId="LiveId" clId="{B0EA322A-F585-4EE5-A004-E657958631F0}" dt="2024-01-13T07:06:20.150" v="432" actId="2696"/>
          <pc:sldLayoutMkLst>
            <pc:docMk/>
            <pc:sldMasterMk cId="2605576940" sldId="2147485231"/>
            <pc:sldLayoutMk cId="3989761819" sldId="2147485234"/>
          </pc:sldLayoutMkLst>
        </pc:sldLayoutChg>
        <pc:sldLayoutChg chg="del">
          <pc:chgData name="한준 김" userId="7dd4edb89109a895" providerId="LiveId" clId="{B0EA322A-F585-4EE5-A004-E657958631F0}" dt="2024-01-13T07:06:20.150" v="432" actId="2696"/>
          <pc:sldLayoutMkLst>
            <pc:docMk/>
            <pc:sldMasterMk cId="2605576940" sldId="2147485231"/>
            <pc:sldLayoutMk cId="871811" sldId="2147485235"/>
          </pc:sldLayoutMkLst>
        </pc:sldLayoutChg>
        <pc:sldLayoutChg chg="del">
          <pc:chgData name="한준 김" userId="7dd4edb89109a895" providerId="LiveId" clId="{B0EA322A-F585-4EE5-A004-E657958631F0}" dt="2024-01-13T07:06:20.150" v="432" actId="2696"/>
          <pc:sldLayoutMkLst>
            <pc:docMk/>
            <pc:sldMasterMk cId="2605576940" sldId="2147485231"/>
            <pc:sldLayoutMk cId="1092342352" sldId="2147485236"/>
          </pc:sldLayoutMkLst>
        </pc:sldLayoutChg>
        <pc:sldLayoutChg chg="del">
          <pc:chgData name="한준 김" userId="7dd4edb89109a895" providerId="LiveId" clId="{B0EA322A-F585-4EE5-A004-E657958631F0}" dt="2024-01-13T07:06:20.150" v="432" actId="2696"/>
          <pc:sldLayoutMkLst>
            <pc:docMk/>
            <pc:sldMasterMk cId="2605576940" sldId="2147485231"/>
            <pc:sldLayoutMk cId="3639609977" sldId="2147485237"/>
          </pc:sldLayoutMkLst>
        </pc:sldLayoutChg>
        <pc:sldLayoutChg chg="del">
          <pc:chgData name="한준 김" userId="7dd4edb89109a895" providerId="LiveId" clId="{B0EA322A-F585-4EE5-A004-E657958631F0}" dt="2024-01-13T07:06:20.150" v="432" actId="2696"/>
          <pc:sldLayoutMkLst>
            <pc:docMk/>
            <pc:sldMasterMk cId="2605576940" sldId="2147485231"/>
            <pc:sldLayoutMk cId="1405977012" sldId="2147485238"/>
          </pc:sldLayoutMkLst>
        </pc:sldLayoutChg>
        <pc:sldLayoutChg chg="del">
          <pc:chgData name="한준 김" userId="7dd4edb89109a895" providerId="LiveId" clId="{B0EA322A-F585-4EE5-A004-E657958631F0}" dt="2024-01-13T07:06:20.150" v="432" actId="2696"/>
          <pc:sldLayoutMkLst>
            <pc:docMk/>
            <pc:sldMasterMk cId="2605576940" sldId="2147485231"/>
            <pc:sldLayoutMk cId="2645337003" sldId="2147485239"/>
          </pc:sldLayoutMkLst>
        </pc:sldLayoutChg>
        <pc:sldLayoutChg chg="del">
          <pc:chgData name="한준 김" userId="7dd4edb89109a895" providerId="LiveId" clId="{B0EA322A-F585-4EE5-A004-E657958631F0}" dt="2024-01-13T07:06:20.150" v="432" actId="2696"/>
          <pc:sldLayoutMkLst>
            <pc:docMk/>
            <pc:sldMasterMk cId="2605576940" sldId="2147485231"/>
            <pc:sldLayoutMk cId="1286586882" sldId="2147485240"/>
          </pc:sldLayoutMkLst>
        </pc:sldLayoutChg>
        <pc:sldLayoutChg chg="del">
          <pc:chgData name="한준 김" userId="7dd4edb89109a895" providerId="LiveId" clId="{B0EA322A-F585-4EE5-A004-E657958631F0}" dt="2024-01-13T07:06:20.150" v="432" actId="2696"/>
          <pc:sldLayoutMkLst>
            <pc:docMk/>
            <pc:sldMasterMk cId="2605576940" sldId="2147485231"/>
            <pc:sldLayoutMk cId="1963784292" sldId="2147485241"/>
          </pc:sldLayoutMkLst>
        </pc:sldLayoutChg>
        <pc:sldLayoutChg chg="del">
          <pc:chgData name="한준 김" userId="7dd4edb89109a895" providerId="LiveId" clId="{B0EA322A-F585-4EE5-A004-E657958631F0}" dt="2024-01-13T07:06:20.150" v="432" actId="2696"/>
          <pc:sldLayoutMkLst>
            <pc:docMk/>
            <pc:sldMasterMk cId="2605576940" sldId="2147485231"/>
            <pc:sldLayoutMk cId="2924578448" sldId="2147485242"/>
          </pc:sldLayoutMkLst>
        </pc:sldLayoutChg>
      </pc:sldMasterChg>
      <pc:sldMasterChg chg="del delSldLayout">
        <pc:chgData name="한준 김" userId="7dd4edb89109a895" providerId="LiveId" clId="{B0EA322A-F585-4EE5-A004-E657958631F0}" dt="2024-02-02T04:54:42.263" v="596" actId="2696"/>
        <pc:sldMasterMkLst>
          <pc:docMk/>
          <pc:sldMasterMk cId="532764387" sldId="2147485243"/>
        </pc:sldMasterMkLst>
        <pc:sldLayoutChg chg="del">
          <pc:chgData name="한준 김" userId="7dd4edb89109a895" providerId="LiveId" clId="{B0EA322A-F585-4EE5-A004-E657958631F0}" dt="2024-02-02T04:54:42.263" v="596" actId="2696"/>
          <pc:sldLayoutMkLst>
            <pc:docMk/>
            <pc:sldMasterMk cId="532764387" sldId="2147485243"/>
            <pc:sldLayoutMk cId="3203699735" sldId="2147485244"/>
          </pc:sldLayoutMkLst>
        </pc:sldLayoutChg>
        <pc:sldLayoutChg chg="del">
          <pc:chgData name="한준 김" userId="7dd4edb89109a895" providerId="LiveId" clId="{B0EA322A-F585-4EE5-A004-E657958631F0}" dt="2024-02-02T04:54:42.263" v="596" actId="2696"/>
          <pc:sldLayoutMkLst>
            <pc:docMk/>
            <pc:sldMasterMk cId="532764387" sldId="2147485243"/>
            <pc:sldLayoutMk cId="464270699" sldId="2147485245"/>
          </pc:sldLayoutMkLst>
        </pc:sldLayoutChg>
        <pc:sldLayoutChg chg="del">
          <pc:chgData name="한준 김" userId="7dd4edb89109a895" providerId="LiveId" clId="{B0EA322A-F585-4EE5-A004-E657958631F0}" dt="2024-02-02T04:54:42.263" v="596" actId="2696"/>
          <pc:sldLayoutMkLst>
            <pc:docMk/>
            <pc:sldMasterMk cId="532764387" sldId="2147485243"/>
            <pc:sldLayoutMk cId="805971546" sldId="2147485246"/>
          </pc:sldLayoutMkLst>
        </pc:sldLayoutChg>
        <pc:sldLayoutChg chg="del">
          <pc:chgData name="한준 김" userId="7dd4edb89109a895" providerId="LiveId" clId="{B0EA322A-F585-4EE5-A004-E657958631F0}" dt="2024-02-02T04:54:42.263" v="596" actId="2696"/>
          <pc:sldLayoutMkLst>
            <pc:docMk/>
            <pc:sldMasterMk cId="532764387" sldId="2147485243"/>
            <pc:sldLayoutMk cId="1566875665" sldId="2147485247"/>
          </pc:sldLayoutMkLst>
        </pc:sldLayoutChg>
        <pc:sldLayoutChg chg="del">
          <pc:chgData name="한준 김" userId="7dd4edb89109a895" providerId="LiveId" clId="{B0EA322A-F585-4EE5-A004-E657958631F0}" dt="2024-02-02T04:54:42.263" v="596" actId="2696"/>
          <pc:sldLayoutMkLst>
            <pc:docMk/>
            <pc:sldMasterMk cId="532764387" sldId="2147485243"/>
            <pc:sldLayoutMk cId="271107858" sldId="2147485248"/>
          </pc:sldLayoutMkLst>
        </pc:sldLayoutChg>
        <pc:sldLayoutChg chg="del">
          <pc:chgData name="한준 김" userId="7dd4edb89109a895" providerId="LiveId" clId="{B0EA322A-F585-4EE5-A004-E657958631F0}" dt="2024-02-02T04:54:42.263" v="596" actId="2696"/>
          <pc:sldLayoutMkLst>
            <pc:docMk/>
            <pc:sldMasterMk cId="532764387" sldId="2147485243"/>
            <pc:sldLayoutMk cId="900362458" sldId="2147485249"/>
          </pc:sldLayoutMkLst>
        </pc:sldLayoutChg>
        <pc:sldLayoutChg chg="del">
          <pc:chgData name="한준 김" userId="7dd4edb89109a895" providerId="LiveId" clId="{B0EA322A-F585-4EE5-A004-E657958631F0}" dt="2024-02-02T04:54:42.263" v="596" actId="2696"/>
          <pc:sldLayoutMkLst>
            <pc:docMk/>
            <pc:sldMasterMk cId="532764387" sldId="2147485243"/>
            <pc:sldLayoutMk cId="4254492222" sldId="2147485250"/>
          </pc:sldLayoutMkLst>
        </pc:sldLayoutChg>
        <pc:sldLayoutChg chg="del">
          <pc:chgData name="한준 김" userId="7dd4edb89109a895" providerId="LiveId" clId="{B0EA322A-F585-4EE5-A004-E657958631F0}" dt="2024-02-02T04:54:42.263" v="596" actId="2696"/>
          <pc:sldLayoutMkLst>
            <pc:docMk/>
            <pc:sldMasterMk cId="532764387" sldId="2147485243"/>
            <pc:sldLayoutMk cId="1794046234" sldId="2147485251"/>
          </pc:sldLayoutMkLst>
        </pc:sldLayoutChg>
        <pc:sldLayoutChg chg="del">
          <pc:chgData name="한준 김" userId="7dd4edb89109a895" providerId="LiveId" clId="{B0EA322A-F585-4EE5-A004-E657958631F0}" dt="2024-02-02T04:54:42.263" v="596" actId="2696"/>
          <pc:sldLayoutMkLst>
            <pc:docMk/>
            <pc:sldMasterMk cId="532764387" sldId="2147485243"/>
            <pc:sldLayoutMk cId="1588297865" sldId="2147485252"/>
          </pc:sldLayoutMkLst>
        </pc:sldLayoutChg>
        <pc:sldLayoutChg chg="del">
          <pc:chgData name="한준 김" userId="7dd4edb89109a895" providerId="LiveId" clId="{B0EA322A-F585-4EE5-A004-E657958631F0}" dt="2024-02-02T04:54:42.263" v="596" actId="2696"/>
          <pc:sldLayoutMkLst>
            <pc:docMk/>
            <pc:sldMasterMk cId="532764387" sldId="2147485243"/>
            <pc:sldLayoutMk cId="2396623375" sldId="2147485253"/>
          </pc:sldLayoutMkLst>
        </pc:sldLayoutChg>
        <pc:sldLayoutChg chg="del">
          <pc:chgData name="한준 김" userId="7dd4edb89109a895" providerId="LiveId" clId="{B0EA322A-F585-4EE5-A004-E657958631F0}" dt="2024-02-02T04:54:42.263" v="596" actId="2696"/>
          <pc:sldLayoutMkLst>
            <pc:docMk/>
            <pc:sldMasterMk cId="532764387" sldId="2147485243"/>
            <pc:sldLayoutMk cId="3669420390" sldId="2147485254"/>
          </pc:sldLayoutMkLst>
        </pc:sldLayoutChg>
      </pc:sldMasterChg>
      <pc:sldMasterChg chg="del delSldLayout">
        <pc:chgData name="한준 김" userId="7dd4edb89109a895" providerId="LiveId" clId="{B0EA322A-F585-4EE5-A004-E657958631F0}" dt="2024-01-19T07:01:30.699" v="502" actId="2696"/>
        <pc:sldMasterMkLst>
          <pc:docMk/>
          <pc:sldMasterMk cId="2172339990" sldId="2147485255"/>
        </pc:sldMasterMkLst>
        <pc:sldLayoutChg chg="del">
          <pc:chgData name="한준 김" userId="7dd4edb89109a895" providerId="LiveId" clId="{B0EA322A-F585-4EE5-A004-E657958631F0}" dt="2024-01-19T07:01:30.699" v="502" actId="2696"/>
          <pc:sldLayoutMkLst>
            <pc:docMk/>
            <pc:sldMasterMk cId="2172339990" sldId="2147485255"/>
            <pc:sldLayoutMk cId="3690330538" sldId="2147485256"/>
          </pc:sldLayoutMkLst>
        </pc:sldLayoutChg>
        <pc:sldLayoutChg chg="del">
          <pc:chgData name="한준 김" userId="7dd4edb89109a895" providerId="LiveId" clId="{B0EA322A-F585-4EE5-A004-E657958631F0}" dt="2024-01-19T07:01:30.699" v="502" actId="2696"/>
          <pc:sldLayoutMkLst>
            <pc:docMk/>
            <pc:sldMasterMk cId="2172339990" sldId="2147485255"/>
            <pc:sldLayoutMk cId="1321775550" sldId="2147485257"/>
          </pc:sldLayoutMkLst>
        </pc:sldLayoutChg>
        <pc:sldLayoutChg chg="del">
          <pc:chgData name="한준 김" userId="7dd4edb89109a895" providerId="LiveId" clId="{B0EA322A-F585-4EE5-A004-E657958631F0}" dt="2024-01-19T07:01:30.699" v="502" actId="2696"/>
          <pc:sldLayoutMkLst>
            <pc:docMk/>
            <pc:sldMasterMk cId="2172339990" sldId="2147485255"/>
            <pc:sldLayoutMk cId="192527030" sldId="2147485258"/>
          </pc:sldLayoutMkLst>
        </pc:sldLayoutChg>
        <pc:sldLayoutChg chg="del">
          <pc:chgData name="한준 김" userId="7dd4edb89109a895" providerId="LiveId" clId="{B0EA322A-F585-4EE5-A004-E657958631F0}" dt="2024-01-19T07:01:30.699" v="502" actId="2696"/>
          <pc:sldLayoutMkLst>
            <pc:docMk/>
            <pc:sldMasterMk cId="2172339990" sldId="2147485255"/>
            <pc:sldLayoutMk cId="3818177226" sldId="2147485259"/>
          </pc:sldLayoutMkLst>
        </pc:sldLayoutChg>
        <pc:sldLayoutChg chg="del">
          <pc:chgData name="한준 김" userId="7dd4edb89109a895" providerId="LiveId" clId="{B0EA322A-F585-4EE5-A004-E657958631F0}" dt="2024-01-19T07:01:30.699" v="502" actId="2696"/>
          <pc:sldLayoutMkLst>
            <pc:docMk/>
            <pc:sldMasterMk cId="2172339990" sldId="2147485255"/>
            <pc:sldLayoutMk cId="1647335998" sldId="2147485260"/>
          </pc:sldLayoutMkLst>
        </pc:sldLayoutChg>
        <pc:sldLayoutChg chg="del">
          <pc:chgData name="한준 김" userId="7dd4edb89109a895" providerId="LiveId" clId="{B0EA322A-F585-4EE5-A004-E657958631F0}" dt="2024-01-19T07:01:30.699" v="502" actId="2696"/>
          <pc:sldLayoutMkLst>
            <pc:docMk/>
            <pc:sldMasterMk cId="2172339990" sldId="2147485255"/>
            <pc:sldLayoutMk cId="3927225248" sldId="2147485261"/>
          </pc:sldLayoutMkLst>
        </pc:sldLayoutChg>
        <pc:sldLayoutChg chg="del">
          <pc:chgData name="한준 김" userId="7dd4edb89109a895" providerId="LiveId" clId="{B0EA322A-F585-4EE5-A004-E657958631F0}" dt="2024-01-19T07:01:30.699" v="502" actId="2696"/>
          <pc:sldLayoutMkLst>
            <pc:docMk/>
            <pc:sldMasterMk cId="2172339990" sldId="2147485255"/>
            <pc:sldLayoutMk cId="3652498270" sldId="2147485262"/>
          </pc:sldLayoutMkLst>
        </pc:sldLayoutChg>
        <pc:sldLayoutChg chg="del">
          <pc:chgData name="한준 김" userId="7dd4edb89109a895" providerId="LiveId" clId="{B0EA322A-F585-4EE5-A004-E657958631F0}" dt="2024-01-19T07:01:30.699" v="502" actId="2696"/>
          <pc:sldLayoutMkLst>
            <pc:docMk/>
            <pc:sldMasterMk cId="2172339990" sldId="2147485255"/>
            <pc:sldLayoutMk cId="3518966435" sldId="2147485263"/>
          </pc:sldLayoutMkLst>
        </pc:sldLayoutChg>
        <pc:sldLayoutChg chg="del">
          <pc:chgData name="한준 김" userId="7dd4edb89109a895" providerId="LiveId" clId="{B0EA322A-F585-4EE5-A004-E657958631F0}" dt="2024-01-19T07:01:30.699" v="502" actId="2696"/>
          <pc:sldLayoutMkLst>
            <pc:docMk/>
            <pc:sldMasterMk cId="2172339990" sldId="2147485255"/>
            <pc:sldLayoutMk cId="602045064" sldId="2147485264"/>
          </pc:sldLayoutMkLst>
        </pc:sldLayoutChg>
        <pc:sldLayoutChg chg="del">
          <pc:chgData name="한준 김" userId="7dd4edb89109a895" providerId="LiveId" clId="{B0EA322A-F585-4EE5-A004-E657958631F0}" dt="2024-01-19T07:01:30.699" v="502" actId="2696"/>
          <pc:sldLayoutMkLst>
            <pc:docMk/>
            <pc:sldMasterMk cId="2172339990" sldId="2147485255"/>
            <pc:sldLayoutMk cId="3443603679" sldId="2147485265"/>
          </pc:sldLayoutMkLst>
        </pc:sldLayoutChg>
        <pc:sldLayoutChg chg="del">
          <pc:chgData name="한준 김" userId="7dd4edb89109a895" providerId="LiveId" clId="{B0EA322A-F585-4EE5-A004-E657958631F0}" dt="2024-01-19T07:01:30.699" v="502" actId="2696"/>
          <pc:sldLayoutMkLst>
            <pc:docMk/>
            <pc:sldMasterMk cId="2172339990" sldId="2147485255"/>
            <pc:sldLayoutMk cId="697633803" sldId="2147485266"/>
          </pc:sldLayoutMkLst>
        </pc:sldLayoutChg>
      </pc:sldMasterChg>
      <pc:sldMasterChg chg="del delSldLayout">
        <pc:chgData name="한준 김" userId="7dd4edb89109a895" providerId="LiveId" clId="{B0EA322A-F585-4EE5-A004-E657958631F0}" dt="2024-02-03T04:38:02.611" v="1067" actId="2696"/>
        <pc:sldMasterMkLst>
          <pc:docMk/>
          <pc:sldMasterMk cId="3160796367" sldId="2147485255"/>
        </pc:sldMasterMkLst>
        <pc:sldLayoutChg chg="del">
          <pc:chgData name="한준 김" userId="7dd4edb89109a895" providerId="LiveId" clId="{B0EA322A-F585-4EE5-A004-E657958631F0}" dt="2024-02-03T04:38:02.611" v="1067" actId="2696"/>
          <pc:sldLayoutMkLst>
            <pc:docMk/>
            <pc:sldMasterMk cId="3160796367" sldId="2147485255"/>
            <pc:sldLayoutMk cId="252474890" sldId="2147485256"/>
          </pc:sldLayoutMkLst>
        </pc:sldLayoutChg>
        <pc:sldLayoutChg chg="del">
          <pc:chgData name="한준 김" userId="7dd4edb89109a895" providerId="LiveId" clId="{B0EA322A-F585-4EE5-A004-E657958631F0}" dt="2024-02-03T04:38:02.611" v="1067" actId="2696"/>
          <pc:sldLayoutMkLst>
            <pc:docMk/>
            <pc:sldMasterMk cId="3160796367" sldId="2147485255"/>
            <pc:sldLayoutMk cId="3495593693" sldId="2147485257"/>
          </pc:sldLayoutMkLst>
        </pc:sldLayoutChg>
        <pc:sldLayoutChg chg="del">
          <pc:chgData name="한준 김" userId="7dd4edb89109a895" providerId="LiveId" clId="{B0EA322A-F585-4EE5-A004-E657958631F0}" dt="2024-02-03T04:38:02.611" v="1067" actId="2696"/>
          <pc:sldLayoutMkLst>
            <pc:docMk/>
            <pc:sldMasterMk cId="3160796367" sldId="2147485255"/>
            <pc:sldLayoutMk cId="315429348" sldId="2147485258"/>
          </pc:sldLayoutMkLst>
        </pc:sldLayoutChg>
        <pc:sldLayoutChg chg="del">
          <pc:chgData name="한준 김" userId="7dd4edb89109a895" providerId="LiveId" clId="{B0EA322A-F585-4EE5-A004-E657958631F0}" dt="2024-02-03T04:38:02.611" v="1067" actId="2696"/>
          <pc:sldLayoutMkLst>
            <pc:docMk/>
            <pc:sldMasterMk cId="3160796367" sldId="2147485255"/>
            <pc:sldLayoutMk cId="221305131" sldId="2147485259"/>
          </pc:sldLayoutMkLst>
        </pc:sldLayoutChg>
        <pc:sldLayoutChg chg="del">
          <pc:chgData name="한준 김" userId="7dd4edb89109a895" providerId="LiveId" clId="{B0EA322A-F585-4EE5-A004-E657958631F0}" dt="2024-02-03T04:38:02.611" v="1067" actId="2696"/>
          <pc:sldLayoutMkLst>
            <pc:docMk/>
            <pc:sldMasterMk cId="3160796367" sldId="2147485255"/>
            <pc:sldLayoutMk cId="1029220187" sldId="2147485260"/>
          </pc:sldLayoutMkLst>
        </pc:sldLayoutChg>
        <pc:sldLayoutChg chg="del">
          <pc:chgData name="한준 김" userId="7dd4edb89109a895" providerId="LiveId" clId="{B0EA322A-F585-4EE5-A004-E657958631F0}" dt="2024-02-03T04:38:02.611" v="1067" actId="2696"/>
          <pc:sldLayoutMkLst>
            <pc:docMk/>
            <pc:sldMasterMk cId="3160796367" sldId="2147485255"/>
            <pc:sldLayoutMk cId="2887530526" sldId="2147485261"/>
          </pc:sldLayoutMkLst>
        </pc:sldLayoutChg>
        <pc:sldLayoutChg chg="del">
          <pc:chgData name="한준 김" userId="7dd4edb89109a895" providerId="LiveId" clId="{B0EA322A-F585-4EE5-A004-E657958631F0}" dt="2024-02-03T04:38:02.611" v="1067" actId="2696"/>
          <pc:sldLayoutMkLst>
            <pc:docMk/>
            <pc:sldMasterMk cId="3160796367" sldId="2147485255"/>
            <pc:sldLayoutMk cId="97070230" sldId="2147485262"/>
          </pc:sldLayoutMkLst>
        </pc:sldLayoutChg>
        <pc:sldLayoutChg chg="del">
          <pc:chgData name="한준 김" userId="7dd4edb89109a895" providerId="LiveId" clId="{B0EA322A-F585-4EE5-A004-E657958631F0}" dt="2024-02-03T04:38:02.611" v="1067" actId="2696"/>
          <pc:sldLayoutMkLst>
            <pc:docMk/>
            <pc:sldMasterMk cId="3160796367" sldId="2147485255"/>
            <pc:sldLayoutMk cId="3556010799" sldId="2147485263"/>
          </pc:sldLayoutMkLst>
        </pc:sldLayoutChg>
        <pc:sldLayoutChg chg="del">
          <pc:chgData name="한준 김" userId="7dd4edb89109a895" providerId="LiveId" clId="{B0EA322A-F585-4EE5-A004-E657958631F0}" dt="2024-02-03T04:38:02.611" v="1067" actId="2696"/>
          <pc:sldLayoutMkLst>
            <pc:docMk/>
            <pc:sldMasterMk cId="3160796367" sldId="2147485255"/>
            <pc:sldLayoutMk cId="534969270" sldId="2147485264"/>
          </pc:sldLayoutMkLst>
        </pc:sldLayoutChg>
        <pc:sldLayoutChg chg="del">
          <pc:chgData name="한준 김" userId="7dd4edb89109a895" providerId="LiveId" clId="{B0EA322A-F585-4EE5-A004-E657958631F0}" dt="2024-02-03T04:38:02.611" v="1067" actId="2696"/>
          <pc:sldLayoutMkLst>
            <pc:docMk/>
            <pc:sldMasterMk cId="3160796367" sldId="2147485255"/>
            <pc:sldLayoutMk cId="484204299" sldId="2147485265"/>
          </pc:sldLayoutMkLst>
        </pc:sldLayoutChg>
        <pc:sldLayoutChg chg="del">
          <pc:chgData name="한준 김" userId="7dd4edb89109a895" providerId="LiveId" clId="{B0EA322A-F585-4EE5-A004-E657958631F0}" dt="2024-02-03T04:38:02.611" v="1067" actId="2696"/>
          <pc:sldLayoutMkLst>
            <pc:docMk/>
            <pc:sldMasterMk cId="3160796367" sldId="2147485255"/>
            <pc:sldLayoutMk cId="151178435" sldId="2147485266"/>
          </pc:sldLayoutMkLst>
        </pc:sldLayoutChg>
        <pc:sldLayoutChg chg="del">
          <pc:chgData name="한준 김" userId="7dd4edb89109a895" providerId="LiveId" clId="{B0EA322A-F585-4EE5-A004-E657958631F0}" dt="2024-02-03T04:38:02.611" v="1067" actId="2696"/>
          <pc:sldLayoutMkLst>
            <pc:docMk/>
            <pc:sldMasterMk cId="3160796367" sldId="2147485255"/>
            <pc:sldLayoutMk cId="2084104591" sldId="2147485267"/>
          </pc:sldLayoutMkLst>
        </pc:sldLayoutChg>
        <pc:sldLayoutChg chg="del">
          <pc:chgData name="한준 김" userId="7dd4edb89109a895" providerId="LiveId" clId="{B0EA322A-F585-4EE5-A004-E657958631F0}" dt="2024-02-03T04:38:02.611" v="1067" actId="2696"/>
          <pc:sldLayoutMkLst>
            <pc:docMk/>
            <pc:sldMasterMk cId="3160796367" sldId="2147485255"/>
            <pc:sldLayoutMk cId="3632074730" sldId="2147485268"/>
          </pc:sldLayoutMkLst>
        </pc:sldLayoutChg>
        <pc:sldLayoutChg chg="del">
          <pc:chgData name="한준 김" userId="7dd4edb89109a895" providerId="LiveId" clId="{B0EA322A-F585-4EE5-A004-E657958631F0}" dt="2024-02-03T04:38:02.611" v="1067" actId="2696"/>
          <pc:sldLayoutMkLst>
            <pc:docMk/>
            <pc:sldMasterMk cId="3160796367" sldId="2147485255"/>
            <pc:sldLayoutMk cId="3656145279" sldId="2147485269"/>
          </pc:sldLayoutMkLst>
        </pc:sldLayoutChg>
        <pc:sldLayoutChg chg="del">
          <pc:chgData name="한준 김" userId="7dd4edb89109a895" providerId="LiveId" clId="{B0EA322A-F585-4EE5-A004-E657958631F0}" dt="2024-02-03T04:38:02.611" v="1067" actId="2696"/>
          <pc:sldLayoutMkLst>
            <pc:docMk/>
            <pc:sldMasterMk cId="3160796367" sldId="2147485255"/>
            <pc:sldLayoutMk cId="836479841" sldId="2147485270"/>
          </pc:sldLayoutMkLst>
        </pc:sldLayoutChg>
        <pc:sldLayoutChg chg="del">
          <pc:chgData name="한준 김" userId="7dd4edb89109a895" providerId="LiveId" clId="{B0EA322A-F585-4EE5-A004-E657958631F0}" dt="2024-02-03T04:38:02.611" v="1067" actId="2696"/>
          <pc:sldLayoutMkLst>
            <pc:docMk/>
            <pc:sldMasterMk cId="3160796367" sldId="2147485255"/>
            <pc:sldLayoutMk cId="1922517761" sldId="2147485271"/>
          </pc:sldLayoutMkLst>
        </pc:sldLayoutChg>
        <pc:sldLayoutChg chg="del">
          <pc:chgData name="한준 김" userId="7dd4edb89109a895" providerId="LiveId" clId="{B0EA322A-F585-4EE5-A004-E657958631F0}" dt="2024-02-03T04:38:02.611" v="1067" actId="2696"/>
          <pc:sldLayoutMkLst>
            <pc:docMk/>
            <pc:sldMasterMk cId="3160796367" sldId="2147485255"/>
            <pc:sldLayoutMk cId="3981090371" sldId="2147485272"/>
          </pc:sldLayoutMkLst>
        </pc:sldLayoutChg>
      </pc:sldMasterChg>
      <pc:sldMasterChg chg="del delSldLayout">
        <pc:chgData name="한준 김" userId="7dd4edb89109a895" providerId="LiveId" clId="{B0EA322A-F585-4EE5-A004-E657958631F0}" dt="2024-01-27T06:49:51.712" v="595" actId="2696"/>
        <pc:sldMasterMkLst>
          <pc:docMk/>
          <pc:sldMasterMk cId="2570480274" sldId="2147485273"/>
        </pc:sldMasterMkLst>
        <pc:sldLayoutChg chg="del">
          <pc:chgData name="한준 김" userId="7dd4edb89109a895" providerId="LiveId" clId="{B0EA322A-F585-4EE5-A004-E657958631F0}" dt="2024-01-27T06:49:51.712" v="595" actId="2696"/>
          <pc:sldLayoutMkLst>
            <pc:docMk/>
            <pc:sldMasterMk cId="2570480274" sldId="2147485273"/>
            <pc:sldLayoutMk cId="2404577918" sldId="2147485274"/>
          </pc:sldLayoutMkLst>
        </pc:sldLayoutChg>
        <pc:sldLayoutChg chg="del">
          <pc:chgData name="한준 김" userId="7dd4edb89109a895" providerId="LiveId" clId="{B0EA322A-F585-4EE5-A004-E657958631F0}" dt="2024-01-27T06:49:51.712" v="595" actId="2696"/>
          <pc:sldLayoutMkLst>
            <pc:docMk/>
            <pc:sldMasterMk cId="2570480274" sldId="2147485273"/>
            <pc:sldLayoutMk cId="3123743667" sldId="2147485275"/>
          </pc:sldLayoutMkLst>
        </pc:sldLayoutChg>
        <pc:sldLayoutChg chg="del">
          <pc:chgData name="한준 김" userId="7dd4edb89109a895" providerId="LiveId" clId="{B0EA322A-F585-4EE5-A004-E657958631F0}" dt="2024-01-27T06:49:51.712" v="595" actId="2696"/>
          <pc:sldLayoutMkLst>
            <pc:docMk/>
            <pc:sldMasterMk cId="2570480274" sldId="2147485273"/>
            <pc:sldLayoutMk cId="3939020275" sldId="2147485276"/>
          </pc:sldLayoutMkLst>
        </pc:sldLayoutChg>
        <pc:sldLayoutChg chg="del">
          <pc:chgData name="한준 김" userId="7dd4edb89109a895" providerId="LiveId" clId="{B0EA322A-F585-4EE5-A004-E657958631F0}" dt="2024-01-27T06:49:51.712" v="595" actId="2696"/>
          <pc:sldLayoutMkLst>
            <pc:docMk/>
            <pc:sldMasterMk cId="2570480274" sldId="2147485273"/>
            <pc:sldLayoutMk cId="345296099" sldId="2147485277"/>
          </pc:sldLayoutMkLst>
        </pc:sldLayoutChg>
        <pc:sldLayoutChg chg="del">
          <pc:chgData name="한준 김" userId="7dd4edb89109a895" providerId="LiveId" clId="{B0EA322A-F585-4EE5-A004-E657958631F0}" dt="2024-01-27T06:49:51.712" v="595" actId="2696"/>
          <pc:sldLayoutMkLst>
            <pc:docMk/>
            <pc:sldMasterMk cId="2570480274" sldId="2147485273"/>
            <pc:sldLayoutMk cId="916567220" sldId="2147485278"/>
          </pc:sldLayoutMkLst>
        </pc:sldLayoutChg>
        <pc:sldLayoutChg chg="del">
          <pc:chgData name="한준 김" userId="7dd4edb89109a895" providerId="LiveId" clId="{B0EA322A-F585-4EE5-A004-E657958631F0}" dt="2024-01-27T06:49:51.712" v="595" actId="2696"/>
          <pc:sldLayoutMkLst>
            <pc:docMk/>
            <pc:sldMasterMk cId="2570480274" sldId="2147485273"/>
            <pc:sldLayoutMk cId="3205552663" sldId="2147485279"/>
          </pc:sldLayoutMkLst>
        </pc:sldLayoutChg>
        <pc:sldLayoutChg chg="del">
          <pc:chgData name="한준 김" userId="7dd4edb89109a895" providerId="LiveId" clId="{B0EA322A-F585-4EE5-A004-E657958631F0}" dt="2024-01-27T06:49:51.712" v="595" actId="2696"/>
          <pc:sldLayoutMkLst>
            <pc:docMk/>
            <pc:sldMasterMk cId="2570480274" sldId="2147485273"/>
            <pc:sldLayoutMk cId="1469432418" sldId="2147485280"/>
          </pc:sldLayoutMkLst>
        </pc:sldLayoutChg>
        <pc:sldLayoutChg chg="del">
          <pc:chgData name="한준 김" userId="7dd4edb89109a895" providerId="LiveId" clId="{B0EA322A-F585-4EE5-A004-E657958631F0}" dt="2024-01-27T06:49:51.712" v="595" actId="2696"/>
          <pc:sldLayoutMkLst>
            <pc:docMk/>
            <pc:sldMasterMk cId="2570480274" sldId="2147485273"/>
            <pc:sldLayoutMk cId="551074295" sldId="2147485281"/>
          </pc:sldLayoutMkLst>
        </pc:sldLayoutChg>
        <pc:sldLayoutChg chg="del">
          <pc:chgData name="한준 김" userId="7dd4edb89109a895" providerId="LiveId" clId="{B0EA322A-F585-4EE5-A004-E657958631F0}" dt="2024-01-27T06:49:51.712" v="595" actId="2696"/>
          <pc:sldLayoutMkLst>
            <pc:docMk/>
            <pc:sldMasterMk cId="2570480274" sldId="2147485273"/>
            <pc:sldLayoutMk cId="357306196" sldId="2147485282"/>
          </pc:sldLayoutMkLst>
        </pc:sldLayoutChg>
        <pc:sldLayoutChg chg="del">
          <pc:chgData name="한준 김" userId="7dd4edb89109a895" providerId="LiveId" clId="{B0EA322A-F585-4EE5-A004-E657958631F0}" dt="2024-01-27T06:49:51.712" v="595" actId="2696"/>
          <pc:sldLayoutMkLst>
            <pc:docMk/>
            <pc:sldMasterMk cId="2570480274" sldId="2147485273"/>
            <pc:sldLayoutMk cId="1842804097" sldId="2147485283"/>
          </pc:sldLayoutMkLst>
        </pc:sldLayoutChg>
        <pc:sldLayoutChg chg="del">
          <pc:chgData name="한준 김" userId="7dd4edb89109a895" providerId="LiveId" clId="{B0EA322A-F585-4EE5-A004-E657958631F0}" dt="2024-01-27T06:49:51.712" v="595" actId="2696"/>
          <pc:sldLayoutMkLst>
            <pc:docMk/>
            <pc:sldMasterMk cId="2570480274" sldId="2147485273"/>
            <pc:sldLayoutMk cId="1985942660" sldId="2147485284"/>
          </pc:sldLayoutMkLst>
        </pc:sldLayoutChg>
      </pc:sldMasterChg>
      <pc:sldMasterChg chg="del delSldLayout">
        <pc:chgData name="한준 김" userId="7dd4edb89109a895" providerId="LiveId" clId="{B0EA322A-F585-4EE5-A004-E657958631F0}" dt="2024-03-02T06:21:06.258" v="2635" actId="47"/>
        <pc:sldMasterMkLst>
          <pc:docMk/>
          <pc:sldMasterMk cId="4163438587" sldId="2147485285"/>
        </pc:sldMasterMkLst>
        <pc:sldLayoutChg chg="del">
          <pc:chgData name="한준 김" userId="7dd4edb89109a895" providerId="LiveId" clId="{B0EA322A-F585-4EE5-A004-E657958631F0}" dt="2024-03-02T06:21:06.258" v="2635" actId="47"/>
          <pc:sldLayoutMkLst>
            <pc:docMk/>
            <pc:sldMasterMk cId="4163438587" sldId="2147485285"/>
            <pc:sldLayoutMk cId="1031270465" sldId="2147485286"/>
          </pc:sldLayoutMkLst>
        </pc:sldLayoutChg>
        <pc:sldLayoutChg chg="del">
          <pc:chgData name="한준 김" userId="7dd4edb89109a895" providerId="LiveId" clId="{B0EA322A-F585-4EE5-A004-E657958631F0}" dt="2024-03-02T06:21:06.258" v="2635" actId="47"/>
          <pc:sldLayoutMkLst>
            <pc:docMk/>
            <pc:sldMasterMk cId="4163438587" sldId="2147485285"/>
            <pc:sldLayoutMk cId="1811317232" sldId="2147485287"/>
          </pc:sldLayoutMkLst>
        </pc:sldLayoutChg>
        <pc:sldLayoutChg chg="del">
          <pc:chgData name="한준 김" userId="7dd4edb89109a895" providerId="LiveId" clId="{B0EA322A-F585-4EE5-A004-E657958631F0}" dt="2024-03-02T06:21:06.258" v="2635" actId="47"/>
          <pc:sldLayoutMkLst>
            <pc:docMk/>
            <pc:sldMasterMk cId="4163438587" sldId="2147485285"/>
            <pc:sldLayoutMk cId="663279418" sldId="2147485288"/>
          </pc:sldLayoutMkLst>
        </pc:sldLayoutChg>
        <pc:sldLayoutChg chg="del">
          <pc:chgData name="한준 김" userId="7dd4edb89109a895" providerId="LiveId" clId="{B0EA322A-F585-4EE5-A004-E657958631F0}" dt="2024-03-02T06:21:06.258" v="2635" actId="47"/>
          <pc:sldLayoutMkLst>
            <pc:docMk/>
            <pc:sldMasterMk cId="4163438587" sldId="2147485285"/>
            <pc:sldLayoutMk cId="2596602101" sldId="2147485289"/>
          </pc:sldLayoutMkLst>
        </pc:sldLayoutChg>
        <pc:sldLayoutChg chg="del">
          <pc:chgData name="한준 김" userId="7dd4edb89109a895" providerId="LiveId" clId="{B0EA322A-F585-4EE5-A004-E657958631F0}" dt="2024-03-02T06:21:06.258" v="2635" actId="47"/>
          <pc:sldLayoutMkLst>
            <pc:docMk/>
            <pc:sldMasterMk cId="4163438587" sldId="2147485285"/>
            <pc:sldLayoutMk cId="630863376" sldId="2147485290"/>
          </pc:sldLayoutMkLst>
        </pc:sldLayoutChg>
        <pc:sldLayoutChg chg="del">
          <pc:chgData name="한준 김" userId="7dd4edb89109a895" providerId="LiveId" clId="{B0EA322A-F585-4EE5-A004-E657958631F0}" dt="2024-03-02T06:21:06.258" v="2635" actId="47"/>
          <pc:sldLayoutMkLst>
            <pc:docMk/>
            <pc:sldMasterMk cId="4163438587" sldId="2147485285"/>
            <pc:sldLayoutMk cId="2446775340" sldId="2147485291"/>
          </pc:sldLayoutMkLst>
        </pc:sldLayoutChg>
        <pc:sldLayoutChg chg="del">
          <pc:chgData name="한준 김" userId="7dd4edb89109a895" providerId="LiveId" clId="{B0EA322A-F585-4EE5-A004-E657958631F0}" dt="2024-03-02T06:21:06.258" v="2635" actId="47"/>
          <pc:sldLayoutMkLst>
            <pc:docMk/>
            <pc:sldMasterMk cId="4163438587" sldId="2147485285"/>
            <pc:sldLayoutMk cId="3040424253" sldId="2147485292"/>
          </pc:sldLayoutMkLst>
        </pc:sldLayoutChg>
        <pc:sldLayoutChg chg="del">
          <pc:chgData name="한준 김" userId="7dd4edb89109a895" providerId="LiveId" clId="{B0EA322A-F585-4EE5-A004-E657958631F0}" dt="2024-03-02T06:21:06.258" v="2635" actId="47"/>
          <pc:sldLayoutMkLst>
            <pc:docMk/>
            <pc:sldMasterMk cId="4163438587" sldId="2147485285"/>
            <pc:sldLayoutMk cId="2229816223" sldId="2147485293"/>
          </pc:sldLayoutMkLst>
        </pc:sldLayoutChg>
        <pc:sldLayoutChg chg="del">
          <pc:chgData name="한준 김" userId="7dd4edb89109a895" providerId="LiveId" clId="{B0EA322A-F585-4EE5-A004-E657958631F0}" dt="2024-03-02T06:21:06.258" v="2635" actId="47"/>
          <pc:sldLayoutMkLst>
            <pc:docMk/>
            <pc:sldMasterMk cId="4163438587" sldId="2147485285"/>
            <pc:sldLayoutMk cId="1095211525" sldId="2147485294"/>
          </pc:sldLayoutMkLst>
        </pc:sldLayoutChg>
        <pc:sldLayoutChg chg="del">
          <pc:chgData name="한준 김" userId="7dd4edb89109a895" providerId="LiveId" clId="{B0EA322A-F585-4EE5-A004-E657958631F0}" dt="2024-03-02T06:21:06.258" v="2635" actId="47"/>
          <pc:sldLayoutMkLst>
            <pc:docMk/>
            <pc:sldMasterMk cId="4163438587" sldId="2147485285"/>
            <pc:sldLayoutMk cId="777600707" sldId="2147485295"/>
          </pc:sldLayoutMkLst>
        </pc:sldLayoutChg>
        <pc:sldLayoutChg chg="del">
          <pc:chgData name="한준 김" userId="7dd4edb89109a895" providerId="LiveId" clId="{B0EA322A-F585-4EE5-A004-E657958631F0}" dt="2024-03-02T06:21:06.258" v="2635" actId="47"/>
          <pc:sldLayoutMkLst>
            <pc:docMk/>
            <pc:sldMasterMk cId="4163438587" sldId="2147485285"/>
            <pc:sldLayoutMk cId="2500989401" sldId="2147485296"/>
          </pc:sldLayoutMkLst>
        </pc:sldLayoutChg>
      </pc:sldMasterChg>
      <pc:sldMasterChg chg="del delSldLayout">
        <pc:chgData name="한준 김" userId="7dd4edb89109a895" providerId="LiveId" clId="{B0EA322A-F585-4EE5-A004-E657958631F0}" dt="2024-02-29T06:51:39.727" v="2469" actId="2696"/>
        <pc:sldMasterMkLst>
          <pc:docMk/>
          <pc:sldMasterMk cId="3187083092" sldId="2147485297"/>
        </pc:sldMasterMkLst>
        <pc:sldLayoutChg chg="del">
          <pc:chgData name="한준 김" userId="7dd4edb89109a895" providerId="LiveId" clId="{B0EA322A-F585-4EE5-A004-E657958631F0}" dt="2024-02-29T06:51:39.727" v="2469" actId="2696"/>
          <pc:sldLayoutMkLst>
            <pc:docMk/>
            <pc:sldMasterMk cId="3187083092" sldId="2147485297"/>
            <pc:sldLayoutMk cId="1516128331" sldId="2147485298"/>
          </pc:sldLayoutMkLst>
        </pc:sldLayoutChg>
        <pc:sldLayoutChg chg="del">
          <pc:chgData name="한준 김" userId="7dd4edb89109a895" providerId="LiveId" clId="{B0EA322A-F585-4EE5-A004-E657958631F0}" dt="2024-02-29T06:51:39.727" v="2469" actId="2696"/>
          <pc:sldLayoutMkLst>
            <pc:docMk/>
            <pc:sldMasterMk cId="3187083092" sldId="2147485297"/>
            <pc:sldLayoutMk cId="4218892706" sldId="2147485299"/>
          </pc:sldLayoutMkLst>
        </pc:sldLayoutChg>
        <pc:sldLayoutChg chg="del">
          <pc:chgData name="한준 김" userId="7dd4edb89109a895" providerId="LiveId" clId="{B0EA322A-F585-4EE5-A004-E657958631F0}" dt="2024-02-29T06:51:39.727" v="2469" actId="2696"/>
          <pc:sldLayoutMkLst>
            <pc:docMk/>
            <pc:sldMasterMk cId="3187083092" sldId="2147485297"/>
            <pc:sldLayoutMk cId="3178166074" sldId="2147485300"/>
          </pc:sldLayoutMkLst>
        </pc:sldLayoutChg>
        <pc:sldLayoutChg chg="del">
          <pc:chgData name="한준 김" userId="7dd4edb89109a895" providerId="LiveId" clId="{B0EA322A-F585-4EE5-A004-E657958631F0}" dt="2024-02-29T06:51:39.727" v="2469" actId="2696"/>
          <pc:sldLayoutMkLst>
            <pc:docMk/>
            <pc:sldMasterMk cId="3187083092" sldId="2147485297"/>
            <pc:sldLayoutMk cId="2061044980" sldId="2147485301"/>
          </pc:sldLayoutMkLst>
        </pc:sldLayoutChg>
        <pc:sldLayoutChg chg="del">
          <pc:chgData name="한준 김" userId="7dd4edb89109a895" providerId="LiveId" clId="{B0EA322A-F585-4EE5-A004-E657958631F0}" dt="2024-02-29T06:51:39.727" v="2469" actId="2696"/>
          <pc:sldLayoutMkLst>
            <pc:docMk/>
            <pc:sldMasterMk cId="3187083092" sldId="2147485297"/>
            <pc:sldLayoutMk cId="3046398050" sldId="2147485302"/>
          </pc:sldLayoutMkLst>
        </pc:sldLayoutChg>
        <pc:sldLayoutChg chg="del">
          <pc:chgData name="한준 김" userId="7dd4edb89109a895" providerId="LiveId" clId="{B0EA322A-F585-4EE5-A004-E657958631F0}" dt="2024-02-29T06:51:39.727" v="2469" actId="2696"/>
          <pc:sldLayoutMkLst>
            <pc:docMk/>
            <pc:sldMasterMk cId="3187083092" sldId="2147485297"/>
            <pc:sldLayoutMk cId="1594904230" sldId="2147485303"/>
          </pc:sldLayoutMkLst>
        </pc:sldLayoutChg>
        <pc:sldLayoutChg chg="del">
          <pc:chgData name="한준 김" userId="7dd4edb89109a895" providerId="LiveId" clId="{B0EA322A-F585-4EE5-A004-E657958631F0}" dt="2024-02-29T06:51:39.727" v="2469" actId="2696"/>
          <pc:sldLayoutMkLst>
            <pc:docMk/>
            <pc:sldMasterMk cId="3187083092" sldId="2147485297"/>
            <pc:sldLayoutMk cId="3805382326" sldId="2147485304"/>
          </pc:sldLayoutMkLst>
        </pc:sldLayoutChg>
        <pc:sldLayoutChg chg="del">
          <pc:chgData name="한준 김" userId="7dd4edb89109a895" providerId="LiveId" clId="{B0EA322A-F585-4EE5-A004-E657958631F0}" dt="2024-02-29T06:51:39.727" v="2469" actId="2696"/>
          <pc:sldLayoutMkLst>
            <pc:docMk/>
            <pc:sldMasterMk cId="3187083092" sldId="2147485297"/>
            <pc:sldLayoutMk cId="63792683" sldId="2147485305"/>
          </pc:sldLayoutMkLst>
        </pc:sldLayoutChg>
        <pc:sldLayoutChg chg="del">
          <pc:chgData name="한준 김" userId="7dd4edb89109a895" providerId="LiveId" clId="{B0EA322A-F585-4EE5-A004-E657958631F0}" dt="2024-02-29T06:51:39.727" v="2469" actId="2696"/>
          <pc:sldLayoutMkLst>
            <pc:docMk/>
            <pc:sldMasterMk cId="3187083092" sldId="2147485297"/>
            <pc:sldLayoutMk cId="4076719403" sldId="2147485306"/>
          </pc:sldLayoutMkLst>
        </pc:sldLayoutChg>
        <pc:sldLayoutChg chg="del">
          <pc:chgData name="한준 김" userId="7dd4edb89109a895" providerId="LiveId" clId="{B0EA322A-F585-4EE5-A004-E657958631F0}" dt="2024-02-29T06:51:39.727" v="2469" actId="2696"/>
          <pc:sldLayoutMkLst>
            <pc:docMk/>
            <pc:sldMasterMk cId="3187083092" sldId="2147485297"/>
            <pc:sldLayoutMk cId="1462573661" sldId="2147485307"/>
          </pc:sldLayoutMkLst>
        </pc:sldLayoutChg>
        <pc:sldLayoutChg chg="del">
          <pc:chgData name="한준 김" userId="7dd4edb89109a895" providerId="LiveId" clId="{B0EA322A-F585-4EE5-A004-E657958631F0}" dt="2024-02-29T06:51:39.727" v="2469" actId="2696"/>
          <pc:sldLayoutMkLst>
            <pc:docMk/>
            <pc:sldMasterMk cId="3187083092" sldId="2147485297"/>
            <pc:sldLayoutMk cId="2275837136" sldId="2147485308"/>
          </pc:sldLayoutMkLst>
        </pc:sldLayoutChg>
      </pc:sldMasterChg>
      <pc:sldMasterChg chg="del delSldLayout">
        <pc:chgData name="한준 김" userId="7dd4edb89109a895" providerId="LiveId" clId="{B0EA322A-F585-4EE5-A004-E657958631F0}" dt="2024-03-02T06:20:28.644" v="2631" actId="47"/>
        <pc:sldMasterMkLst>
          <pc:docMk/>
          <pc:sldMasterMk cId="2795049419" sldId="2147485321"/>
        </pc:sldMasterMkLst>
        <pc:sldLayoutChg chg="del">
          <pc:chgData name="한준 김" userId="7dd4edb89109a895" providerId="LiveId" clId="{B0EA322A-F585-4EE5-A004-E657958631F0}" dt="2024-03-02T06:20:28.644" v="2631" actId="47"/>
          <pc:sldLayoutMkLst>
            <pc:docMk/>
            <pc:sldMasterMk cId="2795049419" sldId="2147485321"/>
            <pc:sldLayoutMk cId="864529714" sldId="2147485322"/>
          </pc:sldLayoutMkLst>
        </pc:sldLayoutChg>
        <pc:sldLayoutChg chg="del">
          <pc:chgData name="한준 김" userId="7dd4edb89109a895" providerId="LiveId" clId="{B0EA322A-F585-4EE5-A004-E657958631F0}" dt="2024-03-02T06:20:28.644" v="2631" actId="47"/>
          <pc:sldLayoutMkLst>
            <pc:docMk/>
            <pc:sldMasterMk cId="2795049419" sldId="2147485321"/>
            <pc:sldLayoutMk cId="4249806784" sldId="2147485323"/>
          </pc:sldLayoutMkLst>
        </pc:sldLayoutChg>
        <pc:sldLayoutChg chg="del">
          <pc:chgData name="한준 김" userId="7dd4edb89109a895" providerId="LiveId" clId="{B0EA322A-F585-4EE5-A004-E657958631F0}" dt="2024-03-02T06:20:28.644" v="2631" actId="47"/>
          <pc:sldLayoutMkLst>
            <pc:docMk/>
            <pc:sldMasterMk cId="2795049419" sldId="2147485321"/>
            <pc:sldLayoutMk cId="259229415" sldId="2147485324"/>
          </pc:sldLayoutMkLst>
        </pc:sldLayoutChg>
        <pc:sldLayoutChg chg="del">
          <pc:chgData name="한준 김" userId="7dd4edb89109a895" providerId="LiveId" clId="{B0EA322A-F585-4EE5-A004-E657958631F0}" dt="2024-03-02T06:20:28.644" v="2631" actId="47"/>
          <pc:sldLayoutMkLst>
            <pc:docMk/>
            <pc:sldMasterMk cId="2795049419" sldId="2147485321"/>
            <pc:sldLayoutMk cId="3852671777" sldId="2147485325"/>
          </pc:sldLayoutMkLst>
        </pc:sldLayoutChg>
        <pc:sldLayoutChg chg="del">
          <pc:chgData name="한준 김" userId="7dd4edb89109a895" providerId="LiveId" clId="{B0EA322A-F585-4EE5-A004-E657958631F0}" dt="2024-03-02T06:20:28.644" v="2631" actId="47"/>
          <pc:sldLayoutMkLst>
            <pc:docMk/>
            <pc:sldMasterMk cId="2795049419" sldId="2147485321"/>
            <pc:sldLayoutMk cId="2365240831" sldId="2147485326"/>
          </pc:sldLayoutMkLst>
        </pc:sldLayoutChg>
        <pc:sldLayoutChg chg="del">
          <pc:chgData name="한준 김" userId="7dd4edb89109a895" providerId="LiveId" clId="{B0EA322A-F585-4EE5-A004-E657958631F0}" dt="2024-03-02T06:20:28.644" v="2631" actId="47"/>
          <pc:sldLayoutMkLst>
            <pc:docMk/>
            <pc:sldMasterMk cId="2795049419" sldId="2147485321"/>
            <pc:sldLayoutMk cId="1143576628" sldId="2147485327"/>
          </pc:sldLayoutMkLst>
        </pc:sldLayoutChg>
        <pc:sldLayoutChg chg="del">
          <pc:chgData name="한준 김" userId="7dd4edb89109a895" providerId="LiveId" clId="{B0EA322A-F585-4EE5-A004-E657958631F0}" dt="2024-03-02T06:20:28.644" v="2631" actId="47"/>
          <pc:sldLayoutMkLst>
            <pc:docMk/>
            <pc:sldMasterMk cId="2795049419" sldId="2147485321"/>
            <pc:sldLayoutMk cId="205969898" sldId="2147485328"/>
          </pc:sldLayoutMkLst>
        </pc:sldLayoutChg>
        <pc:sldLayoutChg chg="del">
          <pc:chgData name="한준 김" userId="7dd4edb89109a895" providerId="LiveId" clId="{B0EA322A-F585-4EE5-A004-E657958631F0}" dt="2024-03-02T06:20:28.644" v="2631" actId="47"/>
          <pc:sldLayoutMkLst>
            <pc:docMk/>
            <pc:sldMasterMk cId="2795049419" sldId="2147485321"/>
            <pc:sldLayoutMk cId="1149871410" sldId="2147485329"/>
          </pc:sldLayoutMkLst>
        </pc:sldLayoutChg>
        <pc:sldLayoutChg chg="del">
          <pc:chgData name="한준 김" userId="7dd4edb89109a895" providerId="LiveId" clId="{B0EA322A-F585-4EE5-A004-E657958631F0}" dt="2024-03-02T06:20:28.644" v="2631" actId="47"/>
          <pc:sldLayoutMkLst>
            <pc:docMk/>
            <pc:sldMasterMk cId="2795049419" sldId="2147485321"/>
            <pc:sldLayoutMk cId="2706304088" sldId="2147485330"/>
          </pc:sldLayoutMkLst>
        </pc:sldLayoutChg>
        <pc:sldLayoutChg chg="del">
          <pc:chgData name="한준 김" userId="7dd4edb89109a895" providerId="LiveId" clId="{B0EA322A-F585-4EE5-A004-E657958631F0}" dt="2024-03-02T06:20:28.644" v="2631" actId="47"/>
          <pc:sldLayoutMkLst>
            <pc:docMk/>
            <pc:sldMasterMk cId="2795049419" sldId="2147485321"/>
            <pc:sldLayoutMk cId="1110043968" sldId="2147485331"/>
          </pc:sldLayoutMkLst>
        </pc:sldLayoutChg>
        <pc:sldLayoutChg chg="del">
          <pc:chgData name="한준 김" userId="7dd4edb89109a895" providerId="LiveId" clId="{B0EA322A-F585-4EE5-A004-E657958631F0}" dt="2024-03-02T06:20:28.644" v="2631" actId="47"/>
          <pc:sldLayoutMkLst>
            <pc:docMk/>
            <pc:sldMasterMk cId="2795049419" sldId="2147485321"/>
            <pc:sldLayoutMk cId="1169544778" sldId="2147485332"/>
          </pc:sldLayoutMkLst>
        </pc:sldLayoutChg>
      </pc:sldMasterChg>
      <pc:sldMasterChg chg="del delSldLayout">
        <pc:chgData name="한준 김" userId="7dd4edb89109a895" providerId="LiveId" clId="{B0EA322A-F585-4EE5-A004-E657958631F0}" dt="2024-02-24T05:58:59.949" v="1994" actId="2696"/>
        <pc:sldMasterMkLst>
          <pc:docMk/>
          <pc:sldMasterMk cId="3788194558" sldId="2147485321"/>
        </pc:sldMasterMkLst>
        <pc:sldLayoutChg chg="del">
          <pc:chgData name="한준 김" userId="7dd4edb89109a895" providerId="LiveId" clId="{B0EA322A-F585-4EE5-A004-E657958631F0}" dt="2024-02-24T05:58:59.949" v="1994" actId="2696"/>
          <pc:sldLayoutMkLst>
            <pc:docMk/>
            <pc:sldMasterMk cId="3788194558" sldId="2147485321"/>
            <pc:sldLayoutMk cId="114582666" sldId="2147485322"/>
          </pc:sldLayoutMkLst>
        </pc:sldLayoutChg>
        <pc:sldLayoutChg chg="del">
          <pc:chgData name="한준 김" userId="7dd4edb89109a895" providerId="LiveId" clId="{B0EA322A-F585-4EE5-A004-E657958631F0}" dt="2024-02-24T05:58:59.949" v="1994" actId="2696"/>
          <pc:sldLayoutMkLst>
            <pc:docMk/>
            <pc:sldMasterMk cId="3788194558" sldId="2147485321"/>
            <pc:sldLayoutMk cId="393978281" sldId="2147485323"/>
          </pc:sldLayoutMkLst>
        </pc:sldLayoutChg>
        <pc:sldLayoutChg chg="del">
          <pc:chgData name="한준 김" userId="7dd4edb89109a895" providerId="LiveId" clId="{B0EA322A-F585-4EE5-A004-E657958631F0}" dt="2024-02-24T05:58:59.949" v="1994" actId="2696"/>
          <pc:sldLayoutMkLst>
            <pc:docMk/>
            <pc:sldMasterMk cId="3788194558" sldId="2147485321"/>
            <pc:sldLayoutMk cId="3883985546" sldId="2147485324"/>
          </pc:sldLayoutMkLst>
        </pc:sldLayoutChg>
        <pc:sldLayoutChg chg="del">
          <pc:chgData name="한준 김" userId="7dd4edb89109a895" providerId="LiveId" clId="{B0EA322A-F585-4EE5-A004-E657958631F0}" dt="2024-02-24T05:58:59.949" v="1994" actId="2696"/>
          <pc:sldLayoutMkLst>
            <pc:docMk/>
            <pc:sldMasterMk cId="3788194558" sldId="2147485321"/>
            <pc:sldLayoutMk cId="3561858181" sldId="2147485325"/>
          </pc:sldLayoutMkLst>
        </pc:sldLayoutChg>
        <pc:sldLayoutChg chg="del">
          <pc:chgData name="한준 김" userId="7dd4edb89109a895" providerId="LiveId" clId="{B0EA322A-F585-4EE5-A004-E657958631F0}" dt="2024-02-24T05:58:59.949" v="1994" actId="2696"/>
          <pc:sldLayoutMkLst>
            <pc:docMk/>
            <pc:sldMasterMk cId="3788194558" sldId="2147485321"/>
            <pc:sldLayoutMk cId="2621378773" sldId="2147485326"/>
          </pc:sldLayoutMkLst>
        </pc:sldLayoutChg>
        <pc:sldLayoutChg chg="del">
          <pc:chgData name="한준 김" userId="7dd4edb89109a895" providerId="LiveId" clId="{B0EA322A-F585-4EE5-A004-E657958631F0}" dt="2024-02-24T05:58:59.949" v="1994" actId="2696"/>
          <pc:sldLayoutMkLst>
            <pc:docMk/>
            <pc:sldMasterMk cId="3788194558" sldId="2147485321"/>
            <pc:sldLayoutMk cId="1911801522" sldId="2147485327"/>
          </pc:sldLayoutMkLst>
        </pc:sldLayoutChg>
        <pc:sldLayoutChg chg="del">
          <pc:chgData name="한준 김" userId="7dd4edb89109a895" providerId="LiveId" clId="{B0EA322A-F585-4EE5-A004-E657958631F0}" dt="2024-02-24T05:58:59.949" v="1994" actId="2696"/>
          <pc:sldLayoutMkLst>
            <pc:docMk/>
            <pc:sldMasterMk cId="3788194558" sldId="2147485321"/>
            <pc:sldLayoutMk cId="721333813" sldId="2147485328"/>
          </pc:sldLayoutMkLst>
        </pc:sldLayoutChg>
        <pc:sldLayoutChg chg="del">
          <pc:chgData name="한준 김" userId="7dd4edb89109a895" providerId="LiveId" clId="{B0EA322A-F585-4EE5-A004-E657958631F0}" dt="2024-02-24T05:58:59.949" v="1994" actId="2696"/>
          <pc:sldLayoutMkLst>
            <pc:docMk/>
            <pc:sldMasterMk cId="3788194558" sldId="2147485321"/>
            <pc:sldLayoutMk cId="1363028112" sldId="2147485329"/>
          </pc:sldLayoutMkLst>
        </pc:sldLayoutChg>
        <pc:sldLayoutChg chg="del">
          <pc:chgData name="한준 김" userId="7dd4edb89109a895" providerId="LiveId" clId="{B0EA322A-F585-4EE5-A004-E657958631F0}" dt="2024-02-24T05:58:59.949" v="1994" actId="2696"/>
          <pc:sldLayoutMkLst>
            <pc:docMk/>
            <pc:sldMasterMk cId="3788194558" sldId="2147485321"/>
            <pc:sldLayoutMk cId="3044286955" sldId="2147485330"/>
          </pc:sldLayoutMkLst>
        </pc:sldLayoutChg>
        <pc:sldLayoutChg chg="del">
          <pc:chgData name="한준 김" userId="7dd4edb89109a895" providerId="LiveId" clId="{B0EA322A-F585-4EE5-A004-E657958631F0}" dt="2024-02-24T05:58:59.949" v="1994" actId="2696"/>
          <pc:sldLayoutMkLst>
            <pc:docMk/>
            <pc:sldMasterMk cId="3788194558" sldId="2147485321"/>
            <pc:sldLayoutMk cId="72946089" sldId="2147485331"/>
          </pc:sldLayoutMkLst>
        </pc:sldLayoutChg>
        <pc:sldLayoutChg chg="del">
          <pc:chgData name="한준 김" userId="7dd4edb89109a895" providerId="LiveId" clId="{B0EA322A-F585-4EE5-A004-E657958631F0}" dt="2024-02-24T05:58:59.949" v="1994" actId="2696"/>
          <pc:sldLayoutMkLst>
            <pc:docMk/>
            <pc:sldMasterMk cId="3788194558" sldId="2147485321"/>
            <pc:sldLayoutMk cId="788300468" sldId="2147485332"/>
          </pc:sldLayoutMkLst>
        </pc:sldLayoutChg>
        <pc:sldLayoutChg chg="del">
          <pc:chgData name="한준 김" userId="7dd4edb89109a895" providerId="LiveId" clId="{B0EA322A-F585-4EE5-A004-E657958631F0}" dt="2024-02-24T05:58:59.949" v="1994" actId="2696"/>
          <pc:sldLayoutMkLst>
            <pc:docMk/>
            <pc:sldMasterMk cId="3788194558" sldId="2147485321"/>
            <pc:sldLayoutMk cId="2746109639" sldId="2147485333"/>
          </pc:sldLayoutMkLst>
        </pc:sldLayoutChg>
        <pc:sldLayoutChg chg="del">
          <pc:chgData name="한준 김" userId="7dd4edb89109a895" providerId="LiveId" clId="{B0EA322A-F585-4EE5-A004-E657958631F0}" dt="2024-02-24T05:58:59.949" v="1994" actId="2696"/>
          <pc:sldLayoutMkLst>
            <pc:docMk/>
            <pc:sldMasterMk cId="3788194558" sldId="2147485321"/>
            <pc:sldLayoutMk cId="226377038" sldId="2147485334"/>
          </pc:sldLayoutMkLst>
        </pc:sldLayoutChg>
        <pc:sldLayoutChg chg="del">
          <pc:chgData name="한준 김" userId="7dd4edb89109a895" providerId="LiveId" clId="{B0EA322A-F585-4EE5-A004-E657958631F0}" dt="2024-02-24T05:58:59.949" v="1994" actId="2696"/>
          <pc:sldLayoutMkLst>
            <pc:docMk/>
            <pc:sldMasterMk cId="3788194558" sldId="2147485321"/>
            <pc:sldLayoutMk cId="1555274808" sldId="2147485335"/>
          </pc:sldLayoutMkLst>
        </pc:sldLayoutChg>
        <pc:sldLayoutChg chg="del">
          <pc:chgData name="한준 김" userId="7dd4edb89109a895" providerId="LiveId" clId="{B0EA322A-F585-4EE5-A004-E657958631F0}" dt="2024-02-24T05:58:59.949" v="1994" actId="2696"/>
          <pc:sldLayoutMkLst>
            <pc:docMk/>
            <pc:sldMasterMk cId="3788194558" sldId="2147485321"/>
            <pc:sldLayoutMk cId="1882596758" sldId="2147485336"/>
          </pc:sldLayoutMkLst>
        </pc:sldLayoutChg>
        <pc:sldLayoutChg chg="del">
          <pc:chgData name="한준 김" userId="7dd4edb89109a895" providerId="LiveId" clId="{B0EA322A-F585-4EE5-A004-E657958631F0}" dt="2024-02-24T05:58:59.949" v="1994" actId="2696"/>
          <pc:sldLayoutMkLst>
            <pc:docMk/>
            <pc:sldMasterMk cId="3788194558" sldId="2147485321"/>
            <pc:sldLayoutMk cId="1563134640" sldId="2147485337"/>
          </pc:sldLayoutMkLst>
        </pc:sldLayoutChg>
        <pc:sldLayoutChg chg="del">
          <pc:chgData name="한준 김" userId="7dd4edb89109a895" providerId="LiveId" clId="{B0EA322A-F585-4EE5-A004-E657958631F0}" dt="2024-02-24T05:58:59.949" v="1994" actId="2696"/>
          <pc:sldLayoutMkLst>
            <pc:docMk/>
            <pc:sldMasterMk cId="3788194558" sldId="2147485321"/>
            <pc:sldLayoutMk cId="3812892190" sldId="2147485338"/>
          </pc:sldLayoutMkLst>
        </pc:sldLayoutChg>
      </pc:sldMasterChg>
      <pc:sldMasterChg chg="del delSldLayout">
        <pc:chgData name="한준 김" userId="7dd4edb89109a895" providerId="LiveId" clId="{B0EA322A-F585-4EE5-A004-E657958631F0}" dt="2024-04-05T02:12:13.849" v="3912" actId="47"/>
        <pc:sldMasterMkLst>
          <pc:docMk/>
          <pc:sldMasterMk cId="3334906390" sldId="2147485333"/>
        </pc:sldMasterMkLst>
        <pc:sldLayoutChg chg="del">
          <pc:chgData name="한준 김" userId="7dd4edb89109a895" providerId="LiveId" clId="{B0EA322A-F585-4EE5-A004-E657958631F0}" dt="2024-04-05T02:12:13.849" v="3912" actId="47"/>
          <pc:sldLayoutMkLst>
            <pc:docMk/>
            <pc:sldMasterMk cId="3334906390" sldId="2147485333"/>
            <pc:sldLayoutMk cId="1815037152" sldId="2147485334"/>
          </pc:sldLayoutMkLst>
        </pc:sldLayoutChg>
        <pc:sldLayoutChg chg="del">
          <pc:chgData name="한준 김" userId="7dd4edb89109a895" providerId="LiveId" clId="{B0EA322A-F585-4EE5-A004-E657958631F0}" dt="2024-04-05T02:12:13.849" v="3912" actId="47"/>
          <pc:sldLayoutMkLst>
            <pc:docMk/>
            <pc:sldMasterMk cId="3334906390" sldId="2147485333"/>
            <pc:sldLayoutMk cId="2882642580" sldId="2147485335"/>
          </pc:sldLayoutMkLst>
        </pc:sldLayoutChg>
        <pc:sldLayoutChg chg="del">
          <pc:chgData name="한준 김" userId="7dd4edb89109a895" providerId="LiveId" clId="{B0EA322A-F585-4EE5-A004-E657958631F0}" dt="2024-04-05T02:12:13.849" v="3912" actId="47"/>
          <pc:sldLayoutMkLst>
            <pc:docMk/>
            <pc:sldMasterMk cId="3334906390" sldId="2147485333"/>
            <pc:sldLayoutMk cId="3096604256" sldId="2147485336"/>
          </pc:sldLayoutMkLst>
        </pc:sldLayoutChg>
        <pc:sldLayoutChg chg="del">
          <pc:chgData name="한준 김" userId="7dd4edb89109a895" providerId="LiveId" clId="{B0EA322A-F585-4EE5-A004-E657958631F0}" dt="2024-04-05T02:12:13.849" v="3912" actId="47"/>
          <pc:sldLayoutMkLst>
            <pc:docMk/>
            <pc:sldMasterMk cId="3334906390" sldId="2147485333"/>
            <pc:sldLayoutMk cId="3063485430" sldId="2147485337"/>
          </pc:sldLayoutMkLst>
        </pc:sldLayoutChg>
        <pc:sldLayoutChg chg="del">
          <pc:chgData name="한준 김" userId="7dd4edb89109a895" providerId="LiveId" clId="{B0EA322A-F585-4EE5-A004-E657958631F0}" dt="2024-04-05T02:12:13.849" v="3912" actId="47"/>
          <pc:sldLayoutMkLst>
            <pc:docMk/>
            <pc:sldMasterMk cId="3334906390" sldId="2147485333"/>
            <pc:sldLayoutMk cId="131867107" sldId="2147485338"/>
          </pc:sldLayoutMkLst>
        </pc:sldLayoutChg>
        <pc:sldLayoutChg chg="del">
          <pc:chgData name="한준 김" userId="7dd4edb89109a895" providerId="LiveId" clId="{B0EA322A-F585-4EE5-A004-E657958631F0}" dt="2024-04-05T02:12:13.849" v="3912" actId="47"/>
          <pc:sldLayoutMkLst>
            <pc:docMk/>
            <pc:sldMasterMk cId="3334906390" sldId="2147485333"/>
            <pc:sldLayoutMk cId="107156636" sldId="2147485339"/>
          </pc:sldLayoutMkLst>
        </pc:sldLayoutChg>
        <pc:sldLayoutChg chg="del">
          <pc:chgData name="한준 김" userId="7dd4edb89109a895" providerId="LiveId" clId="{B0EA322A-F585-4EE5-A004-E657958631F0}" dt="2024-04-05T02:12:13.849" v="3912" actId="47"/>
          <pc:sldLayoutMkLst>
            <pc:docMk/>
            <pc:sldMasterMk cId="3334906390" sldId="2147485333"/>
            <pc:sldLayoutMk cId="245636691" sldId="2147485340"/>
          </pc:sldLayoutMkLst>
        </pc:sldLayoutChg>
        <pc:sldLayoutChg chg="del">
          <pc:chgData name="한준 김" userId="7dd4edb89109a895" providerId="LiveId" clId="{B0EA322A-F585-4EE5-A004-E657958631F0}" dt="2024-04-05T02:12:13.849" v="3912" actId="47"/>
          <pc:sldLayoutMkLst>
            <pc:docMk/>
            <pc:sldMasterMk cId="3334906390" sldId="2147485333"/>
            <pc:sldLayoutMk cId="2884835235" sldId="2147485341"/>
          </pc:sldLayoutMkLst>
        </pc:sldLayoutChg>
        <pc:sldLayoutChg chg="del">
          <pc:chgData name="한준 김" userId="7dd4edb89109a895" providerId="LiveId" clId="{B0EA322A-F585-4EE5-A004-E657958631F0}" dt="2024-04-05T02:12:13.849" v="3912" actId="47"/>
          <pc:sldLayoutMkLst>
            <pc:docMk/>
            <pc:sldMasterMk cId="3334906390" sldId="2147485333"/>
            <pc:sldLayoutMk cId="901360968" sldId="2147485342"/>
          </pc:sldLayoutMkLst>
        </pc:sldLayoutChg>
        <pc:sldLayoutChg chg="del">
          <pc:chgData name="한준 김" userId="7dd4edb89109a895" providerId="LiveId" clId="{B0EA322A-F585-4EE5-A004-E657958631F0}" dt="2024-04-05T02:12:13.849" v="3912" actId="47"/>
          <pc:sldLayoutMkLst>
            <pc:docMk/>
            <pc:sldMasterMk cId="3334906390" sldId="2147485333"/>
            <pc:sldLayoutMk cId="4173054633" sldId="2147485343"/>
          </pc:sldLayoutMkLst>
        </pc:sldLayoutChg>
        <pc:sldLayoutChg chg="del">
          <pc:chgData name="한준 김" userId="7dd4edb89109a895" providerId="LiveId" clId="{B0EA322A-F585-4EE5-A004-E657958631F0}" dt="2024-04-05T02:12:13.849" v="3912" actId="47"/>
          <pc:sldLayoutMkLst>
            <pc:docMk/>
            <pc:sldMasterMk cId="3334906390" sldId="2147485333"/>
            <pc:sldLayoutMk cId="660541803" sldId="2147485344"/>
          </pc:sldLayoutMkLst>
        </pc:sldLayoutChg>
      </pc:sldMasterChg>
      <pc:sldMasterChg chg="del delSldLayout">
        <pc:chgData name="한준 김" userId="7dd4edb89109a895" providerId="LiveId" clId="{B0EA322A-F585-4EE5-A004-E657958631F0}" dt="2024-02-24T05:58:59.949" v="1994" actId="2696"/>
        <pc:sldMasterMkLst>
          <pc:docMk/>
          <pc:sldMasterMk cId="3174126023" sldId="2147485339"/>
        </pc:sldMasterMkLst>
        <pc:sldLayoutChg chg="del">
          <pc:chgData name="한준 김" userId="7dd4edb89109a895" providerId="LiveId" clId="{B0EA322A-F585-4EE5-A004-E657958631F0}" dt="2024-02-24T05:58:59.949" v="1994" actId="2696"/>
          <pc:sldLayoutMkLst>
            <pc:docMk/>
            <pc:sldMasterMk cId="3174126023" sldId="2147485339"/>
            <pc:sldLayoutMk cId="280867343" sldId="2147485340"/>
          </pc:sldLayoutMkLst>
        </pc:sldLayoutChg>
        <pc:sldLayoutChg chg="del">
          <pc:chgData name="한준 김" userId="7dd4edb89109a895" providerId="LiveId" clId="{B0EA322A-F585-4EE5-A004-E657958631F0}" dt="2024-02-24T05:58:59.949" v="1994" actId="2696"/>
          <pc:sldLayoutMkLst>
            <pc:docMk/>
            <pc:sldMasterMk cId="3174126023" sldId="2147485339"/>
            <pc:sldLayoutMk cId="1362159471" sldId="2147485341"/>
          </pc:sldLayoutMkLst>
        </pc:sldLayoutChg>
        <pc:sldLayoutChg chg="del">
          <pc:chgData name="한준 김" userId="7dd4edb89109a895" providerId="LiveId" clId="{B0EA322A-F585-4EE5-A004-E657958631F0}" dt="2024-02-24T05:58:59.949" v="1994" actId="2696"/>
          <pc:sldLayoutMkLst>
            <pc:docMk/>
            <pc:sldMasterMk cId="3174126023" sldId="2147485339"/>
            <pc:sldLayoutMk cId="1011041969" sldId="2147485342"/>
          </pc:sldLayoutMkLst>
        </pc:sldLayoutChg>
        <pc:sldLayoutChg chg="del">
          <pc:chgData name="한준 김" userId="7dd4edb89109a895" providerId="LiveId" clId="{B0EA322A-F585-4EE5-A004-E657958631F0}" dt="2024-02-24T05:58:59.949" v="1994" actId="2696"/>
          <pc:sldLayoutMkLst>
            <pc:docMk/>
            <pc:sldMasterMk cId="3174126023" sldId="2147485339"/>
            <pc:sldLayoutMk cId="686330214" sldId="2147485343"/>
          </pc:sldLayoutMkLst>
        </pc:sldLayoutChg>
        <pc:sldLayoutChg chg="del">
          <pc:chgData name="한준 김" userId="7dd4edb89109a895" providerId="LiveId" clId="{B0EA322A-F585-4EE5-A004-E657958631F0}" dt="2024-02-24T05:58:59.949" v="1994" actId="2696"/>
          <pc:sldLayoutMkLst>
            <pc:docMk/>
            <pc:sldMasterMk cId="3174126023" sldId="2147485339"/>
            <pc:sldLayoutMk cId="3735330781" sldId="2147485344"/>
          </pc:sldLayoutMkLst>
        </pc:sldLayoutChg>
        <pc:sldLayoutChg chg="del">
          <pc:chgData name="한준 김" userId="7dd4edb89109a895" providerId="LiveId" clId="{B0EA322A-F585-4EE5-A004-E657958631F0}" dt="2024-02-24T05:58:59.949" v="1994" actId="2696"/>
          <pc:sldLayoutMkLst>
            <pc:docMk/>
            <pc:sldMasterMk cId="3174126023" sldId="2147485339"/>
            <pc:sldLayoutMk cId="1584206081" sldId="2147485345"/>
          </pc:sldLayoutMkLst>
        </pc:sldLayoutChg>
        <pc:sldLayoutChg chg="del">
          <pc:chgData name="한준 김" userId="7dd4edb89109a895" providerId="LiveId" clId="{B0EA322A-F585-4EE5-A004-E657958631F0}" dt="2024-02-24T05:58:59.949" v="1994" actId="2696"/>
          <pc:sldLayoutMkLst>
            <pc:docMk/>
            <pc:sldMasterMk cId="3174126023" sldId="2147485339"/>
            <pc:sldLayoutMk cId="3157461377" sldId="2147485346"/>
          </pc:sldLayoutMkLst>
        </pc:sldLayoutChg>
        <pc:sldLayoutChg chg="del">
          <pc:chgData name="한준 김" userId="7dd4edb89109a895" providerId="LiveId" clId="{B0EA322A-F585-4EE5-A004-E657958631F0}" dt="2024-02-24T05:58:59.949" v="1994" actId="2696"/>
          <pc:sldLayoutMkLst>
            <pc:docMk/>
            <pc:sldMasterMk cId="3174126023" sldId="2147485339"/>
            <pc:sldLayoutMk cId="1800231702" sldId="2147485347"/>
          </pc:sldLayoutMkLst>
        </pc:sldLayoutChg>
        <pc:sldLayoutChg chg="del">
          <pc:chgData name="한준 김" userId="7dd4edb89109a895" providerId="LiveId" clId="{B0EA322A-F585-4EE5-A004-E657958631F0}" dt="2024-02-24T05:58:59.949" v="1994" actId="2696"/>
          <pc:sldLayoutMkLst>
            <pc:docMk/>
            <pc:sldMasterMk cId="3174126023" sldId="2147485339"/>
            <pc:sldLayoutMk cId="1885409578" sldId="2147485348"/>
          </pc:sldLayoutMkLst>
        </pc:sldLayoutChg>
        <pc:sldLayoutChg chg="del">
          <pc:chgData name="한준 김" userId="7dd4edb89109a895" providerId="LiveId" clId="{B0EA322A-F585-4EE5-A004-E657958631F0}" dt="2024-02-24T05:58:59.949" v="1994" actId="2696"/>
          <pc:sldLayoutMkLst>
            <pc:docMk/>
            <pc:sldMasterMk cId="3174126023" sldId="2147485339"/>
            <pc:sldLayoutMk cId="2058616941" sldId="2147485349"/>
          </pc:sldLayoutMkLst>
        </pc:sldLayoutChg>
        <pc:sldLayoutChg chg="del">
          <pc:chgData name="한준 김" userId="7dd4edb89109a895" providerId="LiveId" clId="{B0EA322A-F585-4EE5-A004-E657958631F0}" dt="2024-02-24T05:58:59.949" v="1994" actId="2696"/>
          <pc:sldLayoutMkLst>
            <pc:docMk/>
            <pc:sldMasterMk cId="3174126023" sldId="2147485339"/>
            <pc:sldLayoutMk cId="820658167" sldId="2147485350"/>
          </pc:sldLayoutMkLst>
        </pc:sldLayoutChg>
      </pc:sldMasterChg>
      <pc:sldMasterChg chg="del delSldLayout">
        <pc:chgData name="한준 김" userId="7dd4edb89109a895" providerId="LiveId" clId="{B0EA322A-F585-4EE5-A004-E657958631F0}" dt="2024-03-09T02:18:51.730" v="2831" actId="2696"/>
        <pc:sldMasterMkLst>
          <pc:docMk/>
          <pc:sldMasterMk cId="3843669876" sldId="2147485345"/>
        </pc:sldMasterMkLst>
        <pc:sldLayoutChg chg="del">
          <pc:chgData name="한준 김" userId="7dd4edb89109a895" providerId="LiveId" clId="{B0EA322A-F585-4EE5-A004-E657958631F0}" dt="2024-03-09T02:18:51.730" v="2831" actId="2696"/>
          <pc:sldLayoutMkLst>
            <pc:docMk/>
            <pc:sldMasterMk cId="3843669876" sldId="2147485345"/>
            <pc:sldLayoutMk cId="1513873644" sldId="2147485346"/>
          </pc:sldLayoutMkLst>
        </pc:sldLayoutChg>
        <pc:sldLayoutChg chg="del">
          <pc:chgData name="한준 김" userId="7dd4edb89109a895" providerId="LiveId" clId="{B0EA322A-F585-4EE5-A004-E657958631F0}" dt="2024-03-09T02:18:51.730" v="2831" actId="2696"/>
          <pc:sldLayoutMkLst>
            <pc:docMk/>
            <pc:sldMasterMk cId="3843669876" sldId="2147485345"/>
            <pc:sldLayoutMk cId="2116403931" sldId="2147485347"/>
          </pc:sldLayoutMkLst>
        </pc:sldLayoutChg>
        <pc:sldLayoutChg chg="del">
          <pc:chgData name="한준 김" userId="7dd4edb89109a895" providerId="LiveId" clId="{B0EA322A-F585-4EE5-A004-E657958631F0}" dt="2024-03-09T02:18:51.730" v="2831" actId="2696"/>
          <pc:sldLayoutMkLst>
            <pc:docMk/>
            <pc:sldMasterMk cId="3843669876" sldId="2147485345"/>
            <pc:sldLayoutMk cId="576328596" sldId="2147485348"/>
          </pc:sldLayoutMkLst>
        </pc:sldLayoutChg>
        <pc:sldLayoutChg chg="del">
          <pc:chgData name="한준 김" userId="7dd4edb89109a895" providerId="LiveId" clId="{B0EA322A-F585-4EE5-A004-E657958631F0}" dt="2024-03-09T02:18:51.730" v="2831" actId="2696"/>
          <pc:sldLayoutMkLst>
            <pc:docMk/>
            <pc:sldMasterMk cId="3843669876" sldId="2147485345"/>
            <pc:sldLayoutMk cId="3901853994" sldId="2147485349"/>
          </pc:sldLayoutMkLst>
        </pc:sldLayoutChg>
        <pc:sldLayoutChg chg="del">
          <pc:chgData name="한준 김" userId="7dd4edb89109a895" providerId="LiveId" clId="{B0EA322A-F585-4EE5-A004-E657958631F0}" dt="2024-03-09T02:18:51.730" v="2831" actId="2696"/>
          <pc:sldLayoutMkLst>
            <pc:docMk/>
            <pc:sldMasterMk cId="3843669876" sldId="2147485345"/>
            <pc:sldLayoutMk cId="390941442" sldId="2147485350"/>
          </pc:sldLayoutMkLst>
        </pc:sldLayoutChg>
        <pc:sldLayoutChg chg="del">
          <pc:chgData name="한준 김" userId="7dd4edb89109a895" providerId="LiveId" clId="{B0EA322A-F585-4EE5-A004-E657958631F0}" dt="2024-03-09T02:18:51.730" v="2831" actId="2696"/>
          <pc:sldLayoutMkLst>
            <pc:docMk/>
            <pc:sldMasterMk cId="3843669876" sldId="2147485345"/>
            <pc:sldLayoutMk cId="911274167" sldId="2147485351"/>
          </pc:sldLayoutMkLst>
        </pc:sldLayoutChg>
        <pc:sldLayoutChg chg="del">
          <pc:chgData name="한준 김" userId="7dd4edb89109a895" providerId="LiveId" clId="{B0EA322A-F585-4EE5-A004-E657958631F0}" dt="2024-03-09T02:18:51.730" v="2831" actId="2696"/>
          <pc:sldLayoutMkLst>
            <pc:docMk/>
            <pc:sldMasterMk cId="3843669876" sldId="2147485345"/>
            <pc:sldLayoutMk cId="2259476949" sldId="2147485352"/>
          </pc:sldLayoutMkLst>
        </pc:sldLayoutChg>
        <pc:sldLayoutChg chg="del">
          <pc:chgData name="한준 김" userId="7dd4edb89109a895" providerId="LiveId" clId="{B0EA322A-F585-4EE5-A004-E657958631F0}" dt="2024-03-09T02:18:51.730" v="2831" actId="2696"/>
          <pc:sldLayoutMkLst>
            <pc:docMk/>
            <pc:sldMasterMk cId="3843669876" sldId="2147485345"/>
            <pc:sldLayoutMk cId="4062116445" sldId="2147485353"/>
          </pc:sldLayoutMkLst>
        </pc:sldLayoutChg>
        <pc:sldLayoutChg chg="del">
          <pc:chgData name="한준 김" userId="7dd4edb89109a895" providerId="LiveId" clId="{B0EA322A-F585-4EE5-A004-E657958631F0}" dt="2024-03-09T02:18:51.730" v="2831" actId="2696"/>
          <pc:sldLayoutMkLst>
            <pc:docMk/>
            <pc:sldMasterMk cId="3843669876" sldId="2147485345"/>
            <pc:sldLayoutMk cId="4173581581" sldId="2147485354"/>
          </pc:sldLayoutMkLst>
        </pc:sldLayoutChg>
        <pc:sldLayoutChg chg="del">
          <pc:chgData name="한준 김" userId="7dd4edb89109a895" providerId="LiveId" clId="{B0EA322A-F585-4EE5-A004-E657958631F0}" dt="2024-03-09T02:18:51.730" v="2831" actId="2696"/>
          <pc:sldLayoutMkLst>
            <pc:docMk/>
            <pc:sldMasterMk cId="3843669876" sldId="2147485345"/>
            <pc:sldLayoutMk cId="1035943171" sldId="2147485355"/>
          </pc:sldLayoutMkLst>
        </pc:sldLayoutChg>
        <pc:sldLayoutChg chg="del">
          <pc:chgData name="한준 김" userId="7dd4edb89109a895" providerId="LiveId" clId="{B0EA322A-F585-4EE5-A004-E657958631F0}" dt="2024-03-09T02:18:51.730" v="2831" actId="2696"/>
          <pc:sldLayoutMkLst>
            <pc:docMk/>
            <pc:sldMasterMk cId="3843669876" sldId="2147485345"/>
            <pc:sldLayoutMk cId="1457755458" sldId="2147485356"/>
          </pc:sldLayoutMkLst>
        </pc:sldLayoutChg>
        <pc:sldLayoutChg chg="del">
          <pc:chgData name="한준 김" userId="7dd4edb89109a895" providerId="LiveId" clId="{B0EA322A-F585-4EE5-A004-E657958631F0}" dt="2024-03-09T02:18:51.730" v="2831" actId="2696"/>
          <pc:sldLayoutMkLst>
            <pc:docMk/>
            <pc:sldMasterMk cId="3843669876" sldId="2147485345"/>
            <pc:sldLayoutMk cId="1715086907" sldId="2147485357"/>
          </pc:sldLayoutMkLst>
        </pc:sldLayoutChg>
        <pc:sldLayoutChg chg="del">
          <pc:chgData name="한준 김" userId="7dd4edb89109a895" providerId="LiveId" clId="{B0EA322A-F585-4EE5-A004-E657958631F0}" dt="2024-03-09T02:18:51.730" v="2831" actId="2696"/>
          <pc:sldLayoutMkLst>
            <pc:docMk/>
            <pc:sldMasterMk cId="3843669876" sldId="2147485345"/>
            <pc:sldLayoutMk cId="2224809548" sldId="2147485358"/>
          </pc:sldLayoutMkLst>
        </pc:sldLayoutChg>
        <pc:sldLayoutChg chg="del">
          <pc:chgData name="한준 김" userId="7dd4edb89109a895" providerId="LiveId" clId="{B0EA322A-F585-4EE5-A004-E657958631F0}" dt="2024-03-09T02:18:51.730" v="2831" actId="2696"/>
          <pc:sldLayoutMkLst>
            <pc:docMk/>
            <pc:sldMasterMk cId="3843669876" sldId="2147485345"/>
            <pc:sldLayoutMk cId="1657356794" sldId="2147485359"/>
          </pc:sldLayoutMkLst>
        </pc:sldLayoutChg>
        <pc:sldLayoutChg chg="del">
          <pc:chgData name="한준 김" userId="7dd4edb89109a895" providerId="LiveId" clId="{B0EA322A-F585-4EE5-A004-E657958631F0}" dt="2024-03-09T02:18:51.730" v="2831" actId="2696"/>
          <pc:sldLayoutMkLst>
            <pc:docMk/>
            <pc:sldMasterMk cId="3843669876" sldId="2147485345"/>
            <pc:sldLayoutMk cId="992343052" sldId="2147485360"/>
          </pc:sldLayoutMkLst>
        </pc:sldLayoutChg>
        <pc:sldLayoutChg chg="del">
          <pc:chgData name="한준 김" userId="7dd4edb89109a895" providerId="LiveId" clId="{B0EA322A-F585-4EE5-A004-E657958631F0}" dt="2024-03-09T02:18:51.730" v="2831" actId="2696"/>
          <pc:sldLayoutMkLst>
            <pc:docMk/>
            <pc:sldMasterMk cId="3843669876" sldId="2147485345"/>
            <pc:sldLayoutMk cId="2040186098" sldId="2147485361"/>
          </pc:sldLayoutMkLst>
        </pc:sldLayoutChg>
        <pc:sldLayoutChg chg="del">
          <pc:chgData name="한준 김" userId="7dd4edb89109a895" providerId="LiveId" clId="{B0EA322A-F585-4EE5-A004-E657958631F0}" dt="2024-03-09T02:18:51.730" v="2831" actId="2696"/>
          <pc:sldLayoutMkLst>
            <pc:docMk/>
            <pc:sldMasterMk cId="3843669876" sldId="2147485345"/>
            <pc:sldLayoutMk cId="291476554" sldId="2147485362"/>
          </pc:sldLayoutMkLst>
        </pc:sldLayoutChg>
      </pc:sldMasterChg>
      <pc:sldMasterChg chg="del delSldLayout">
        <pc:chgData name="한준 김" userId="7dd4edb89109a895" providerId="LiveId" clId="{B0EA322A-F585-4EE5-A004-E657958631F0}" dt="2024-04-06T06:24:54.141" v="4416" actId="2696"/>
        <pc:sldMasterMkLst>
          <pc:docMk/>
          <pc:sldMasterMk cId="1447340983" sldId="2147485363"/>
        </pc:sldMasterMkLst>
        <pc:sldLayoutChg chg="del">
          <pc:chgData name="한준 김" userId="7dd4edb89109a895" providerId="LiveId" clId="{B0EA322A-F585-4EE5-A004-E657958631F0}" dt="2024-04-06T06:24:54.141" v="4416" actId="2696"/>
          <pc:sldLayoutMkLst>
            <pc:docMk/>
            <pc:sldMasterMk cId="1447340983" sldId="2147485363"/>
            <pc:sldLayoutMk cId="2275677074" sldId="2147485364"/>
          </pc:sldLayoutMkLst>
        </pc:sldLayoutChg>
        <pc:sldLayoutChg chg="del">
          <pc:chgData name="한준 김" userId="7dd4edb89109a895" providerId="LiveId" clId="{B0EA322A-F585-4EE5-A004-E657958631F0}" dt="2024-04-06T06:24:54.141" v="4416" actId="2696"/>
          <pc:sldLayoutMkLst>
            <pc:docMk/>
            <pc:sldMasterMk cId="1447340983" sldId="2147485363"/>
            <pc:sldLayoutMk cId="1191081572" sldId="2147485365"/>
          </pc:sldLayoutMkLst>
        </pc:sldLayoutChg>
        <pc:sldLayoutChg chg="del">
          <pc:chgData name="한준 김" userId="7dd4edb89109a895" providerId="LiveId" clId="{B0EA322A-F585-4EE5-A004-E657958631F0}" dt="2024-04-06T06:24:54.141" v="4416" actId="2696"/>
          <pc:sldLayoutMkLst>
            <pc:docMk/>
            <pc:sldMasterMk cId="1447340983" sldId="2147485363"/>
            <pc:sldLayoutMk cId="3546725000" sldId="2147485366"/>
          </pc:sldLayoutMkLst>
        </pc:sldLayoutChg>
        <pc:sldLayoutChg chg="del">
          <pc:chgData name="한준 김" userId="7dd4edb89109a895" providerId="LiveId" clId="{B0EA322A-F585-4EE5-A004-E657958631F0}" dt="2024-04-06T06:24:54.141" v="4416" actId="2696"/>
          <pc:sldLayoutMkLst>
            <pc:docMk/>
            <pc:sldMasterMk cId="1447340983" sldId="2147485363"/>
            <pc:sldLayoutMk cId="832632557" sldId="2147485367"/>
          </pc:sldLayoutMkLst>
        </pc:sldLayoutChg>
        <pc:sldLayoutChg chg="del">
          <pc:chgData name="한준 김" userId="7dd4edb89109a895" providerId="LiveId" clId="{B0EA322A-F585-4EE5-A004-E657958631F0}" dt="2024-04-06T06:24:54.141" v="4416" actId="2696"/>
          <pc:sldLayoutMkLst>
            <pc:docMk/>
            <pc:sldMasterMk cId="1447340983" sldId="2147485363"/>
            <pc:sldLayoutMk cId="2227095972" sldId="2147485368"/>
          </pc:sldLayoutMkLst>
        </pc:sldLayoutChg>
        <pc:sldLayoutChg chg="del">
          <pc:chgData name="한준 김" userId="7dd4edb89109a895" providerId="LiveId" clId="{B0EA322A-F585-4EE5-A004-E657958631F0}" dt="2024-04-06T06:24:54.141" v="4416" actId="2696"/>
          <pc:sldLayoutMkLst>
            <pc:docMk/>
            <pc:sldMasterMk cId="1447340983" sldId="2147485363"/>
            <pc:sldLayoutMk cId="1885157970" sldId="2147485369"/>
          </pc:sldLayoutMkLst>
        </pc:sldLayoutChg>
        <pc:sldLayoutChg chg="del">
          <pc:chgData name="한준 김" userId="7dd4edb89109a895" providerId="LiveId" clId="{B0EA322A-F585-4EE5-A004-E657958631F0}" dt="2024-04-06T06:24:54.141" v="4416" actId="2696"/>
          <pc:sldLayoutMkLst>
            <pc:docMk/>
            <pc:sldMasterMk cId="1447340983" sldId="2147485363"/>
            <pc:sldLayoutMk cId="708946624" sldId="2147485370"/>
          </pc:sldLayoutMkLst>
        </pc:sldLayoutChg>
        <pc:sldLayoutChg chg="del">
          <pc:chgData name="한준 김" userId="7dd4edb89109a895" providerId="LiveId" clId="{B0EA322A-F585-4EE5-A004-E657958631F0}" dt="2024-04-06T06:24:54.141" v="4416" actId="2696"/>
          <pc:sldLayoutMkLst>
            <pc:docMk/>
            <pc:sldMasterMk cId="1447340983" sldId="2147485363"/>
            <pc:sldLayoutMk cId="1437586876" sldId="2147485371"/>
          </pc:sldLayoutMkLst>
        </pc:sldLayoutChg>
        <pc:sldLayoutChg chg="del">
          <pc:chgData name="한준 김" userId="7dd4edb89109a895" providerId="LiveId" clId="{B0EA322A-F585-4EE5-A004-E657958631F0}" dt="2024-04-06T06:24:54.141" v="4416" actId="2696"/>
          <pc:sldLayoutMkLst>
            <pc:docMk/>
            <pc:sldMasterMk cId="1447340983" sldId="2147485363"/>
            <pc:sldLayoutMk cId="2310125308" sldId="2147485372"/>
          </pc:sldLayoutMkLst>
        </pc:sldLayoutChg>
        <pc:sldLayoutChg chg="del">
          <pc:chgData name="한준 김" userId="7dd4edb89109a895" providerId="LiveId" clId="{B0EA322A-F585-4EE5-A004-E657958631F0}" dt="2024-04-06T06:24:54.141" v="4416" actId="2696"/>
          <pc:sldLayoutMkLst>
            <pc:docMk/>
            <pc:sldMasterMk cId="1447340983" sldId="2147485363"/>
            <pc:sldLayoutMk cId="2527854692" sldId="2147485373"/>
          </pc:sldLayoutMkLst>
        </pc:sldLayoutChg>
        <pc:sldLayoutChg chg="del">
          <pc:chgData name="한준 김" userId="7dd4edb89109a895" providerId="LiveId" clId="{B0EA322A-F585-4EE5-A004-E657958631F0}" dt="2024-04-06T06:24:54.141" v="4416" actId="2696"/>
          <pc:sldLayoutMkLst>
            <pc:docMk/>
            <pc:sldMasterMk cId="1447340983" sldId="2147485363"/>
            <pc:sldLayoutMk cId="3741397921" sldId="2147485374"/>
          </pc:sldLayoutMkLst>
        </pc:sldLayoutChg>
      </pc:sldMasterChg>
      <pc:sldMasterChg chg="del delSldLayout">
        <pc:chgData name="한준 김" userId="7dd4edb89109a895" providerId="LiveId" clId="{B0EA322A-F585-4EE5-A004-E657958631F0}" dt="2024-03-23T10:50:13.754" v="3547" actId="2696"/>
        <pc:sldMasterMkLst>
          <pc:docMk/>
          <pc:sldMasterMk cId="3785096122" sldId="2147485375"/>
        </pc:sldMasterMkLst>
        <pc:sldLayoutChg chg="del">
          <pc:chgData name="한준 김" userId="7dd4edb89109a895" providerId="LiveId" clId="{B0EA322A-F585-4EE5-A004-E657958631F0}" dt="2024-03-23T10:50:13.754" v="3547" actId="2696"/>
          <pc:sldLayoutMkLst>
            <pc:docMk/>
            <pc:sldMasterMk cId="3785096122" sldId="2147485375"/>
            <pc:sldLayoutMk cId="3563643259" sldId="2147485376"/>
          </pc:sldLayoutMkLst>
        </pc:sldLayoutChg>
        <pc:sldLayoutChg chg="del">
          <pc:chgData name="한준 김" userId="7dd4edb89109a895" providerId="LiveId" clId="{B0EA322A-F585-4EE5-A004-E657958631F0}" dt="2024-03-23T10:50:13.754" v="3547" actId="2696"/>
          <pc:sldLayoutMkLst>
            <pc:docMk/>
            <pc:sldMasterMk cId="3785096122" sldId="2147485375"/>
            <pc:sldLayoutMk cId="1964667889" sldId="2147485377"/>
          </pc:sldLayoutMkLst>
        </pc:sldLayoutChg>
        <pc:sldLayoutChg chg="del">
          <pc:chgData name="한준 김" userId="7dd4edb89109a895" providerId="LiveId" clId="{B0EA322A-F585-4EE5-A004-E657958631F0}" dt="2024-03-23T10:50:13.754" v="3547" actId="2696"/>
          <pc:sldLayoutMkLst>
            <pc:docMk/>
            <pc:sldMasterMk cId="3785096122" sldId="2147485375"/>
            <pc:sldLayoutMk cId="3985752550" sldId="2147485378"/>
          </pc:sldLayoutMkLst>
        </pc:sldLayoutChg>
        <pc:sldLayoutChg chg="del">
          <pc:chgData name="한준 김" userId="7dd4edb89109a895" providerId="LiveId" clId="{B0EA322A-F585-4EE5-A004-E657958631F0}" dt="2024-03-23T10:50:13.754" v="3547" actId="2696"/>
          <pc:sldLayoutMkLst>
            <pc:docMk/>
            <pc:sldMasterMk cId="3785096122" sldId="2147485375"/>
            <pc:sldLayoutMk cId="4029109583" sldId="2147485379"/>
          </pc:sldLayoutMkLst>
        </pc:sldLayoutChg>
        <pc:sldLayoutChg chg="del">
          <pc:chgData name="한준 김" userId="7dd4edb89109a895" providerId="LiveId" clId="{B0EA322A-F585-4EE5-A004-E657958631F0}" dt="2024-03-23T10:50:13.754" v="3547" actId="2696"/>
          <pc:sldLayoutMkLst>
            <pc:docMk/>
            <pc:sldMasterMk cId="3785096122" sldId="2147485375"/>
            <pc:sldLayoutMk cId="286336622" sldId="2147485380"/>
          </pc:sldLayoutMkLst>
        </pc:sldLayoutChg>
        <pc:sldLayoutChg chg="del">
          <pc:chgData name="한준 김" userId="7dd4edb89109a895" providerId="LiveId" clId="{B0EA322A-F585-4EE5-A004-E657958631F0}" dt="2024-03-23T10:50:13.754" v="3547" actId="2696"/>
          <pc:sldLayoutMkLst>
            <pc:docMk/>
            <pc:sldMasterMk cId="3785096122" sldId="2147485375"/>
            <pc:sldLayoutMk cId="1845391990" sldId="2147485381"/>
          </pc:sldLayoutMkLst>
        </pc:sldLayoutChg>
        <pc:sldLayoutChg chg="del">
          <pc:chgData name="한준 김" userId="7dd4edb89109a895" providerId="LiveId" clId="{B0EA322A-F585-4EE5-A004-E657958631F0}" dt="2024-03-23T10:50:13.754" v="3547" actId="2696"/>
          <pc:sldLayoutMkLst>
            <pc:docMk/>
            <pc:sldMasterMk cId="3785096122" sldId="2147485375"/>
            <pc:sldLayoutMk cId="1549208484" sldId="2147485382"/>
          </pc:sldLayoutMkLst>
        </pc:sldLayoutChg>
        <pc:sldLayoutChg chg="del">
          <pc:chgData name="한준 김" userId="7dd4edb89109a895" providerId="LiveId" clId="{B0EA322A-F585-4EE5-A004-E657958631F0}" dt="2024-03-23T10:50:13.754" v="3547" actId="2696"/>
          <pc:sldLayoutMkLst>
            <pc:docMk/>
            <pc:sldMasterMk cId="3785096122" sldId="2147485375"/>
            <pc:sldLayoutMk cId="376585725" sldId="2147485383"/>
          </pc:sldLayoutMkLst>
        </pc:sldLayoutChg>
        <pc:sldLayoutChg chg="del">
          <pc:chgData name="한준 김" userId="7dd4edb89109a895" providerId="LiveId" clId="{B0EA322A-F585-4EE5-A004-E657958631F0}" dt="2024-03-23T10:50:13.754" v="3547" actId="2696"/>
          <pc:sldLayoutMkLst>
            <pc:docMk/>
            <pc:sldMasterMk cId="3785096122" sldId="2147485375"/>
            <pc:sldLayoutMk cId="1289630168" sldId="2147485384"/>
          </pc:sldLayoutMkLst>
        </pc:sldLayoutChg>
        <pc:sldLayoutChg chg="del">
          <pc:chgData name="한준 김" userId="7dd4edb89109a895" providerId="LiveId" clId="{B0EA322A-F585-4EE5-A004-E657958631F0}" dt="2024-03-23T10:50:13.754" v="3547" actId="2696"/>
          <pc:sldLayoutMkLst>
            <pc:docMk/>
            <pc:sldMasterMk cId="3785096122" sldId="2147485375"/>
            <pc:sldLayoutMk cId="1442793162" sldId="2147485385"/>
          </pc:sldLayoutMkLst>
        </pc:sldLayoutChg>
        <pc:sldLayoutChg chg="del">
          <pc:chgData name="한준 김" userId="7dd4edb89109a895" providerId="LiveId" clId="{B0EA322A-F585-4EE5-A004-E657958631F0}" dt="2024-03-23T10:50:13.754" v="3547" actId="2696"/>
          <pc:sldLayoutMkLst>
            <pc:docMk/>
            <pc:sldMasterMk cId="3785096122" sldId="2147485375"/>
            <pc:sldLayoutMk cId="695827785" sldId="2147485386"/>
          </pc:sldLayoutMkLst>
        </pc:sldLayoutChg>
      </pc:sldMasterChg>
      <pc:sldMasterChg chg="del delSldLayout">
        <pc:chgData name="한준 김" userId="7dd4edb89109a895" providerId="LiveId" clId="{B0EA322A-F585-4EE5-A004-E657958631F0}" dt="2024-04-06T06:24:45.114" v="4415" actId="2696"/>
        <pc:sldMasterMkLst>
          <pc:docMk/>
          <pc:sldMasterMk cId="592857858" sldId="2147485387"/>
        </pc:sldMasterMkLst>
        <pc:sldLayoutChg chg="del">
          <pc:chgData name="한준 김" userId="7dd4edb89109a895" providerId="LiveId" clId="{B0EA322A-F585-4EE5-A004-E657958631F0}" dt="2024-04-06T06:24:45.114" v="4415" actId="2696"/>
          <pc:sldLayoutMkLst>
            <pc:docMk/>
            <pc:sldMasterMk cId="592857858" sldId="2147485387"/>
            <pc:sldLayoutMk cId="578006538" sldId="2147485388"/>
          </pc:sldLayoutMkLst>
        </pc:sldLayoutChg>
      </pc:sldMasterChg>
      <pc:sldMasterChg chg="del delSldLayout">
        <pc:chgData name="한준 김" userId="7dd4edb89109a895" providerId="LiveId" clId="{B0EA322A-F585-4EE5-A004-E657958631F0}" dt="2024-04-12T06:57:53.128" v="4439" actId="2696"/>
        <pc:sldMasterMkLst>
          <pc:docMk/>
          <pc:sldMasterMk cId="1419818618" sldId="2147485389"/>
        </pc:sldMasterMkLst>
        <pc:sldLayoutChg chg="del">
          <pc:chgData name="한준 김" userId="7dd4edb89109a895" providerId="LiveId" clId="{B0EA322A-F585-4EE5-A004-E657958631F0}" dt="2024-04-12T06:57:53.128" v="4439" actId="2696"/>
          <pc:sldLayoutMkLst>
            <pc:docMk/>
            <pc:sldMasterMk cId="1419818618" sldId="2147485389"/>
            <pc:sldLayoutMk cId="2829748763" sldId="2147485390"/>
          </pc:sldLayoutMkLst>
        </pc:sldLayoutChg>
        <pc:sldLayoutChg chg="del">
          <pc:chgData name="한준 김" userId="7dd4edb89109a895" providerId="LiveId" clId="{B0EA322A-F585-4EE5-A004-E657958631F0}" dt="2024-04-12T06:57:53.128" v="4439" actId="2696"/>
          <pc:sldLayoutMkLst>
            <pc:docMk/>
            <pc:sldMasterMk cId="1419818618" sldId="2147485389"/>
            <pc:sldLayoutMk cId="3125994458" sldId="2147485391"/>
          </pc:sldLayoutMkLst>
        </pc:sldLayoutChg>
        <pc:sldLayoutChg chg="del">
          <pc:chgData name="한준 김" userId="7dd4edb89109a895" providerId="LiveId" clId="{B0EA322A-F585-4EE5-A004-E657958631F0}" dt="2024-04-12T06:57:53.128" v="4439" actId="2696"/>
          <pc:sldLayoutMkLst>
            <pc:docMk/>
            <pc:sldMasterMk cId="1419818618" sldId="2147485389"/>
            <pc:sldLayoutMk cId="1750071120" sldId="2147485392"/>
          </pc:sldLayoutMkLst>
        </pc:sldLayoutChg>
        <pc:sldLayoutChg chg="del">
          <pc:chgData name="한준 김" userId="7dd4edb89109a895" providerId="LiveId" clId="{B0EA322A-F585-4EE5-A004-E657958631F0}" dt="2024-04-12T06:57:53.128" v="4439" actId="2696"/>
          <pc:sldLayoutMkLst>
            <pc:docMk/>
            <pc:sldMasterMk cId="1419818618" sldId="2147485389"/>
            <pc:sldLayoutMk cId="3541659293" sldId="2147485393"/>
          </pc:sldLayoutMkLst>
        </pc:sldLayoutChg>
        <pc:sldLayoutChg chg="del">
          <pc:chgData name="한준 김" userId="7dd4edb89109a895" providerId="LiveId" clId="{B0EA322A-F585-4EE5-A004-E657958631F0}" dt="2024-04-12T06:57:53.128" v="4439" actId="2696"/>
          <pc:sldLayoutMkLst>
            <pc:docMk/>
            <pc:sldMasterMk cId="1419818618" sldId="2147485389"/>
            <pc:sldLayoutMk cId="109208222" sldId="2147485394"/>
          </pc:sldLayoutMkLst>
        </pc:sldLayoutChg>
        <pc:sldLayoutChg chg="del">
          <pc:chgData name="한준 김" userId="7dd4edb89109a895" providerId="LiveId" clId="{B0EA322A-F585-4EE5-A004-E657958631F0}" dt="2024-04-12T06:57:53.128" v="4439" actId="2696"/>
          <pc:sldLayoutMkLst>
            <pc:docMk/>
            <pc:sldMasterMk cId="1419818618" sldId="2147485389"/>
            <pc:sldLayoutMk cId="3901089514" sldId="2147485395"/>
          </pc:sldLayoutMkLst>
        </pc:sldLayoutChg>
        <pc:sldLayoutChg chg="del">
          <pc:chgData name="한준 김" userId="7dd4edb89109a895" providerId="LiveId" clId="{B0EA322A-F585-4EE5-A004-E657958631F0}" dt="2024-04-12T06:57:53.128" v="4439" actId="2696"/>
          <pc:sldLayoutMkLst>
            <pc:docMk/>
            <pc:sldMasterMk cId="1419818618" sldId="2147485389"/>
            <pc:sldLayoutMk cId="368678583" sldId="2147485396"/>
          </pc:sldLayoutMkLst>
        </pc:sldLayoutChg>
        <pc:sldLayoutChg chg="del">
          <pc:chgData name="한준 김" userId="7dd4edb89109a895" providerId="LiveId" clId="{B0EA322A-F585-4EE5-A004-E657958631F0}" dt="2024-04-12T06:57:53.128" v="4439" actId="2696"/>
          <pc:sldLayoutMkLst>
            <pc:docMk/>
            <pc:sldMasterMk cId="1419818618" sldId="2147485389"/>
            <pc:sldLayoutMk cId="1626950653" sldId="2147485397"/>
          </pc:sldLayoutMkLst>
        </pc:sldLayoutChg>
        <pc:sldLayoutChg chg="del">
          <pc:chgData name="한준 김" userId="7dd4edb89109a895" providerId="LiveId" clId="{B0EA322A-F585-4EE5-A004-E657958631F0}" dt="2024-04-12T06:57:53.128" v="4439" actId="2696"/>
          <pc:sldLayoutMkLst>
            <pc:docMk/>
            <pc:sldMasterMk cId="1419818618" sldId="2147485389"/>
            <pc:sldLayoutMk cId="3398862788" sldId="2147485398"/>
          </pc:sldLayoutMkLst>
        </pc:sldLayoutChg>
        <pc:sldLayoutChg chg="del">
          <pc:chgData name="한준 김" userId="7dd4edb89109a895" providerId="LiveId" clId="{B0EA322A-F585-4EE5-A004-E657958631F0}" dt="2024-04-12T06:57:53.128" v="4439" actId="2696"/>
          <pc:sldLayoutMkLst>
            <pc:docMk/>
            <pc:sldMasterMk cId="1419818618" sldId="2147485389"/>
            <pc:sldLayoutMk cId="3200499192" sldId="2147485399"/>
          </pc:sldLayoutMkLst>
        </pc:sldLayoutChg>
        <pc:sldLayoutChg chg="del">
          <pc:chgData name="한준 김" userId="7dd4edb89109a895" providerId="LiveId" clId="{B0EA322A-F585-4EE5-A004-E657958631F0}" dt="2024-04-12T06:57:53.128" v="4439" actId="2696"/>
          <pc:sldLayoutMkLst>
            <pc:docMk/>
            <pc:sldMasterMk cId="1419818618" sldId="2147485389"/>
            <pc:sldLayoutMk cId="2933677734" sldId="2147485400"/>
          </pc:sldLayoutMkLst>
        </pc:sldLayoutChg>
      </pc:sldMasterChg>
      <pc:sldMasterChg chg="del delSldLayout">
        <pc:chgData name="한준 김" userId="7dd4edb89109a895" providerId="LiveId" clId="{B0EA322A-F585-4EE5-A004-E657958631F0}" dt="2024-03-30T07:05:18.721" v="3902" actId="2696"/>
        <pc:sldMasterMkLst>
          <pc:docMk/>
          <pc:sldMasterMk cId="242270126" sldId="2147485401"/>
        </pc:sldMasterMkLst>
        <pc:sldLayoutChg chg="del">
          <pc:chgData name="한준 김" userId="7dd4edb89109a895" providerId="LiveId" clId="{B0EA322A-F585-4EE5-A004-E657958631F0}" dt="2024-03-30T07:05:18.721" v="3902" actId="2696"/>
          <pc:sldLayoutMkLst>
            <pc:docMk/>
            <pc:sldMasterMk cId="242270126" sldId="2147485401"/>
            <pc:sldLayoutMk cId="2390064736" sldId="2147485402"/>
          </pc:sldLayoutMkLst>
        </pc:sldLayoutChg>
        <pc:sldLayoutChg chg="del">
          <pc:chgData name="한준 김" userId="7dd4edb89109a895" providerId="LiveId" clId="{B0EA322A-F585-4EE5-A004-E657958631F0}" dt="2024-03-30T07:05:18.721" v="3902" actId="2696"/>
          <pc:sldLayoutMkLst>
            <pc:docMk/>
            <pc:sldMasterMk cId="242270126" sldId="2147485401"/>
            <pc:sldLayoutMk cId="1992792769" sldId="2147485403"/>
          </pc:sldLayoutMkLst>
        </pc:sldLayoutChg>
        <pc:sldLayoutChg chg="del">
          <pc:chgData name="한준 김" userId="7dd4edb89109a895" providerId="LiveId" clId="{B0EA322A-F585-4EE5-A004-E657958631F0}" dt="2024-03-30T07:05:18.721" v="3902" actId="2696"/>
          <pc:sldLayoutMkLst>
            <pc:docMk/>
            <pc:sldMasterMk cId="242270126" sldId="2147485401"/>
            <pc:sldLayoutMk cId="3922504938" sldId="2147485404"/>
          </pc:sldLayoutMkLst>
        </pc:sldLayoutChg>
        <pc:sldLayoutChg chg="del">
          <pc:chgData name="한준 김" userId="7dd4edb89109a895" providerId="LiveId" clId="{B0EA322A-F585-4EE5-A004-E657958631F0}" dt="2024-03-30T07:05:18.721" v="3902" actId="2696"/>
          <pc:sldLayoutMkLst>
            <pc:docMk/>
            <pc:sldMasterMk cId="242270126" sldId="2147485401"/>
            <pc:sldLayoutMk cId="3304126215" sldId="2147485405"/>
          </pc:sldLayoutMkLst>
        </pc:sldLayoutChg>
        <pc:sldLayoutChg chg="del">
          <pc:chgData name="한준 김" userId="7dd4edb89109a895" providerId="LiveId" clId="{B0EA322A-F585-4EE5-A004-E657958631F0}" dt="2024-03-30T07:05:18.721" v="3902" actId="2696"/>
          <pc:sldLayoutMkLst>
            <pc:docMk/>
            <pc:sldMasterMk cId="242270126" sldId="2147485401"/>
            <pc:sldLayoutMk cId="3481351182" sldId="2147485406"/>
          </pc:sldLayoutMkLst>
        </pc:sldLayoutChg>
        <pc:sldLayoutChg chg="del">
          <pc:chgData name="한준 김" userId="7dd4edb89109a895" providerId="LiveId" clId="{B0EA322A-F585-4EE5-A004-E657958631F0}" dt="2024-03-30T07:05:18.721" v="3902" actId="2696"/>
          <pc:sldLayoutMkLst>
            <pc:docMk/>
            <pc:sldMasterMk cId="242270126" sldId="2147485401"/>
            <pc:sldLayoutMk cId="2850949372" sldId="2147485407"/>
          </pc:sldLayoutMkLst>
        </pc:sldLayoutChg>
        <pc:sldLayoutChg chg="del">
          <pc:chgData name="한준 김" userId="7dd4edb89109a895" providerId="LiveId" clId="{B0EA322A-F585-4EE5-A004-E657958631F0}" dt="2024-03-30T07:05:18.721" v="3902" actId="2696"/>
          <pc:sldLayoutMkLst>
            <pc:docMk/>
            <pc:sldMasterMk cId="242270126" sldId="2147485401"/>
            <pc:sldLayoutMk cId="3106978976" sldId="2147485408"/>
          </pc:sldLayoutMkLst>
        </pc:sldLayoutChg>
        <pc:sldLayoutChg chg="del">
          <pc:chgData name="한준 김" userId="7dd4edb89109a895" providerId="LiveId" clId="{B0EA322A-F585-4EE5-A004-E657958631F0}" dt="2024-03-30T07:05:18.721" v="3902" actId="2696"/>
          <pc:sldLayoutMkLst>
            <pc:docMk/>
            <pc:sldMasterMk cId="242270126" sldId="2147485401"/>
            <pc:sldLayoutMk cId="259371182" sldId="2147485409"/>
          </pc:sldLayoutMkLst>
        </pc:sldLayoutChg>
        <pc:sldLayoutChg chg="del">
          <pc:chgData name="한준 김" userId="7dd4edb89109a895" providerId="LiveId" clId="{B0EA322A-F585-4EE5-A004-E657958631F0}" dt="2024-03-30T07:05:18.721" v="3902" actId="2696"/>
          <pc:sldLayoutMkLst>
            <pc:docMk/>
            <pc:sldMasterMk cId="242270126" sldId="2147485401"/>
            <pc:sldLayoutMk cId="2980874141" sldId="2147485410"/>
          </pc:sldLayoutMkLst>
        </pc:sldLayoutChg>
        <pc:sldLayoutChg chg="del">
          <pc:chgData name="한준 김" userId="7dd4edb89109a895" providerId="LiveId" clId="{B0EA322A-F585-4EE5-A004-E657958631F0}" dt="2024-03-30T07:05:18.721" v="3902" actId="2696"/>
          <pc:sldLayoutMkLst>
            <pc:docMk/>
            <pc:sldMasterMk cId="242270126" sldId="2147485401"/>
            <pc:sldLayoutMk cId="1849569846" sldId="2147485411"/>
          </pc:sldLayoutMkLst>
        </pc:sldLayoutChg>
        <pc:sldLayoutChg chg="del">
          <pc:chgData name="한준 김" userId="7dd4edb89109a895" providerId="LiveId" clId="{B0EA322A-F585-4EE5-A004-E657958631F0}" dt="2024-03-30T07:05:18.721" v="3902" actId="2696"/>
          <pc:sldLayoutMkLst>
            <pc:docMk/>
            <pc:sldMasterMk cId="242270126" sldId="2147485401"/>
            <pc:sldLayoutMk cId="249041872" sldId="2147485412"/>
          </pc:sldLayoutMkLst>
        </pc:sldLayoutChg>
      </pc:sldMasterChg>
      <pc:sldMasterChg chg="del delSldLayout">
        <pc:chgData name="한준 김" userId="7dd4edb89109a895" providerId="LiveId" clId="{B0EA322A-F585-4EE5-A004-E657958631F0}" dt="2024-04-13T04:21:30.217" v="4582" actId="2696"/>
        <pc:sldMasterMkLst>
          <pc:docMk/>
          <pc:sldMasterMk cId="3090950594" sldId="2147485401"/>
        </pc:sldMasterMkLst>
        <pc:sldLayoutChg chg="del">
          <pc:chgData name="한준 김" userId="7dd4edb89109a895" providerId="LiveId" clId="{B0EA322A-F585-4EE5-A004-E657958631F0}" dt="2024-04-13T04:21:30.217" v="4582" actId="2696"/>
          <pc:sldLayoutMkLst>
            <pc:docMk/>
            <pc:sldMasterMk cId="3090950594" sldId="2147485401"/>
            <pc:sldLayoutMk cId="3691684206" sldId="2147485402"/>
          </pc:sldLayoutMkLst>
        </pc:sldLayoutChg>
        <pc:sldLayoutChg chg="del">
          <pc:chgData name="한준 김" userId="7dd4edb89109a895" providerId="LiveId" clId="{B0EA322A-F585-4EE5-A004-E657958631F0}" dt="2024-04-13T04:21:30.217" v="4582" actId="2696"/>
          <pc:sldLayoutMkLst>
            <pc:docMk/>
            <pc:sldMasterMk cId="3090950594" sldId="2147485401"/>
            <pc:sldLayoutMk cId="196879733" sldId="2147485403"/>
          </pc:sldLayoutMkLst>
        </pc:sldLayoutChg>
        <pc:sldLayoutChg chg="del">
          <pc:chgData name="한준 김" userId="7dd4edb89109a895" providerId="LiveId" clId="{B0EA322A-F585-4EE5-A004-E657958631F0}" dt="2024-04-13T04:21:30.217" v="4582" actId="2696"/>
          <pc:sldLayoutMkLst>
            <pc:docMk/>
            <pc:sldMasterMk cId="3090950594" sldId="2147485401"/>
            <pc:sldLayoutMk cId="1233847357" sldId="2147485404"/>
          </pc:sldLayoutMkLst>
        </pc:sldLayoutChg>
        <pc:sldLayoutChg chg="del">
          <pc:chgData name="한준 김" userId="7dd4edb89109a895" providerId="LiveId" clId="{B0EA322A-F585-4EE5-A004-E657958631F0}" dt="2024-04-13T04:21:30.217" v="4582" actId="2696"/>
          <pc:sldLayoutMkLst>
            <pc:docMk/>
            <pc:sldMasterMk cId="3090950594" sldId="2147485401"/>
            <pc:sldLayoutMk cId="3077278285" sldId="2147485405"/>
          </pc:sldLayoutMkLst>
        </pc:sldLayoutChg>
        <pc:sldLayoutChg chg="del">
          <pc:chgData name="한준 김" userId="7dd4edb89109a895" providerId="LiveId" clId="{B0EA322A-F585-4EE5-A004-E657958631F0}" dt="2024-04-13T04:21:30.217" v="4582" actId="2696"/>
          <pc:sldLayoutMkLst>
            <pc:docMk/>
            <pc:sldMasterMk cId="3090950594" sldId="2147485401"/>
            <pc:sldLayoutMk cId="4274547592" sldId="2147485406"/>
          </pc:sldLayoutMkLst>
        </pc:sldLayoutChg>
        <pc:sldLayoutChg chg="del">
          <pc:chgData name="한준 김" userId="7dd4edb89109a895" providerId="LiveId" clId="{B0EA322A-F585-4EE5-A004-E657958631F0}" dt="2024-04-13T04:21:30.217" v="4582" actId="2696"/>
          <pc:sldLayoutMkLst>
            <pc:docMk/>
            <pc:sldMasterMk cId="3090950594" sldId="2147485401"/>
            <pc:sldLayoutMk cId="1482788475" sldId="2147485407"/>
          </pc:sldLayoutMkLst>
        </pc:sldLayoutChg>
        <pc:sldLayoutChg chg="del">
          <pc:chgData name="한준 김" userId="7dd4edb89109a895" providerId="LiveId" clId="{B0EA322A-F585-4EE5-A004-E657958631F0}" dt="2024-04-13T04:21:30.217" v="4582" actId="2696"/>
          <pc:sldLayoutMkLst>
            <pc:docMk/>
            <pc:sldMasterMk cId="3090950594" sldId="2147485401"/>
            <pc:sldLayoutMk cId="2451704659" sldId="2147485408"/>
          </pc:sldLayoutMkLst>
        </pc:sldLayoutChg>
        <pc:sldLayoutChg chg="del">
          <pc:chgData name="한준 김" userId="7dd4edb89109a895" providerId="LiveId" clId="{B0EA322A-F585-4EE5-A004-E657958631F0}" dt="2024-04-13T04:21:30.217" v="4582" actId="2696"/>
          <pc:sldLayoutMkLst>
            <pc:docMk/>
            <pc:sldMasterMk cId="3090950594" sldId="2147485401"/>
            <pc:sldLayoutMk cId="2742951184" sldId="2147485409"/>
          </pc:sldLayoutMkLst>
        </pc:sldLayoutChg>
        <pc:sldLayoutChg chg="del">
          <pc:chgData name="한준 김" userId="7dd4edb89109a895" providerId="LiveId" clId="{B0EA322A-F585-4EE5-A004-E657958631F0}" dt="2024-04-13T04:21:30.217" v="4582" actId="2696"/>
          <pc:sldLayoutMkLst>
            <pc:docMk/>
            <pc:sldMasterMk cId="3090950594" sldId="2147485401"/>
            <pc:sldLayoutMk cId="3863491163" sldId="2147485410"/>
          </pc:sldLayoutMkLst>
        </pc:sldLayoutChg>
        <pc:sldLayoutChg chg="del">
          <pc:chgData name="한준 김" userId="7dd4edb89109a895" providerId="LiveId" clId="{B0EA322A-F585-4EE5-A004-E657958631F0}" dt="2024-04-13T04:21:30.217" v="4582" actId="2696"/>
          <pc:sldLayoutMkLst>
            <pc:docMk/>
            <pc:sldMasterMk cId="3090950594" sldId="2147485401"/>
            <pc:sldLayoutMk cId="1392074814" sldId="2147485411"/>
          </pc:sldLayoutMkLst>
        </pc:sldLayoutChg>
        <pc:sldLayoutChg chg="del">
          <pc:chgData name="한준 김" userId="7dd4edb89109a895" providerId="LiveId" clId="{B0EA322A-F585-4EE5-A004-E657958631F0}" dt="2024-04-13T04:21:30.217" v="4582" actId="2696"/>
          <pc:sldLayoutMkLst>
            <pc:docMk/>
            <pc:sldMasterMk cId="3090950594" sldId="2147485401"/>
            <pc:sldLayoutMk cId="116650091" sldId="2147485412"/>
          </pc:sldLayoutMkLst>
        </pc:sldLayoutChg>
      </pc:sldMasterChg>
      <pc:sldMasterChg chg="del delSldLayout">
        <pc:chgData name="한준 김" userId="7dd4edb89109a895" providerId="LiveId" clId="{B0EA322A-F585-4EE5-A004-E657958631F0}" dt="2024-05-02T06:54:19.402" v="4920" actId="2696"/>
        <pc:sldMasterMkLst>
          <pc:docMk/>
          <pc:sldMasterMk cId="1058186270" sldId="2147485413"/>
        </pc:sldMasterMkLst>
        <pc:sldLayoutChg chg="del">
          <pc:chgData name="한준 김" userId="7dd4edb89109a895" providerId="LiveId" clId="{B0EA322A-F585-4EE5-A004-E657958631F0}" dt="2024-05-02T06:54:19.402" v="4920" actId="2696"/>
          <pc:sldLayoutMkLst>
            <pc:docMk/>
            <pc:sldMasterMk cId="1058186270" sldId="2147485413"/>
            <pc:sldLayoutMk cId="3352519501" sldId="2147485414"/>
          </pc:sldLayoutMkLst>
        </pc:sldLayoutChg>
        <pc:sldLayoutChg chg="del">
          <pc:chgData name="한준 김" userId="7dd4edb89109a895" providerId="LiveId" clId="{B0EA322A-F585-4EE5-A004-E657958631F0}" dt="2024-05-02T06:54:19.402" v="4920" actId="2696"/>
          <pc:sldLayoutMkLst>
            <pc:docMk/>
            <pc:sldMasterMk cId="1058186270" sldId="2147485413"/>
            <pc:sldLayoutMk cId="2356018057" sldId="2147485415"/>
          </pc:sldLayoutMkLst>
        </pc:sldLayoutChg>
        <pc:sldLayoutChg chg="del">
          <pc:chgData name="한준 김" userId="7dd4edb89109a895" providerId="LiveId" clId="{B0EA322A-F585-4EE5-A004-E657958631F0}" dt="2024-05-02T06:54:19.402" v="4920" actId="2696"/>
          <pc:sldLayoutMkLst>
            <pc:docMk/>
            <pc:sldMasterMk cId="1058186270" sldId="2147485413"/>
            <pc:sldLayoutMk cId="2705777868" sldId="2147485416"/>
          </pc:sldLayoutMkLst>
        </pc:sldLayoutChg>
        <pc:sldLayoutChg chg="del">
          <pc:chgData name="한준 김" userId="7dd4edb89109a895" providerId="LiveId" clId="{B0EA322A-F585-4EE5-A004-E657958631F0}" dt="2024-05-02T06:54:19.402" v="4920" actId="2696"/>
          <pc:sldLayoutMkLst>
            <pc:docMk/>
            <pc:sldMasterMk cId="1058186270" sldId="2147485413"/>
            <pc:sldLayoutMk cId="3688551856" sldId="2147485417"/>
          </pc:sldLayoutMkLst>
        </pc:sldLayoutChg>
        <pc:sldLayoutChg chg="del">
          <pc:chgData name="한준 김" userId="7dd4edb89109a895" providerId="LiveId" clId="{B0EA322A-F585-4EE5-A004-E657958631F0}" dt="2024-05-02T06:54:19.402" v="4920" actId="2696"/>
          <pc:sldLayoutMkLst>
            <pc:docMk/>
            <pc:sldMasterMk cId="1058186270" sldId="2147485413"/>
            <pc:sldLayoutMk cId="3326079356" sldId="2147485418"/>
          </pc:sldLayoutMkLst>
        </pc:sldLayoutChg>
        <pc:sldLayoutChg chg="del">
          <pc:chgData name="한준 김" userId="7dd4edb89109a895" providerId="LiveId" clId="{B0EA322A-F585-4EE5-A004-E657958631F0}" dt="2024-05-02T06:54:19.402" v="4920" actId="2696"/>
          <pc:sldLayoutMkLst>
            <pc:docMk/>
            <pc:sldMasterMk cId="1058186270" sldId="2147485413"/>
            <pc:sldLayoutMk cId="2775727838" sldId="2147485419"/>
          </pc:sldLayoutMkLst>
        </pc:sldLayoutChg>
        <pc:sldLayoutChg chg="del">
          <pc:chgData name="한준 김" userId="7dd4edb89109a895" providerId="LiveId" clId="{B0EA322A-F585-4EE5-A004-E657958631F0}" dt="2024-05-02T06:54:19.402" v="4920" actId="2696"/>
          <pc:sldLayoutMkLst>
            <pc:docMk/>
            <pc:sldMasterMk cId="1058186270" sldId="2147485413"/>
            <pc:sldLayoutMk cId="289204950" sldId="2147485420"/>
          </pc:sldLayoutMkLst>
        </pc:sldLayoutChg>
        <pc:sldLayoutChg chg="del">
          <pc:chgData name="한준 김" userId="7dd4edb89109a895" providerId="LiveId" clId="{B0EA322A-F585-4EE5-A004-E657958631F0}" dt="2024-05-02T06:54:19.402" v="4920" actId="2696"/>
          <pc:sldLayoutMkLst>
            <pc:docMk/>
            <pc:sldMasterMk cId="1058186270" sldId="2147485413"/>
            <pc:sldLayoutMk cId="1869660286" sldId="2147485421"/>
          </pc:sldLayoutMkLst>
        </pc:sldLayoutChg>
        <pc:sldLayoutChg chg="del">
          <pc:chgData name="한준 김" userId="7dd4edb89109a895" providerId="LiveId" clId="{B0EA322A-F585-4EE5-A004-E657958631F0}" dt="2024-05-02T06:54:19.402" v="4920" actId="2696"/>
          <pc:sldLayoutMkLst>
            <pc:docMk/>
            <pc:sldMasterMk cId="1058186270" sldId="2147485413"/>
            <pc:sldLayoutMk cId="881475218" sldId="2147485422"/>
          </pc:sldLayoutMkLst>
        </pc:sldLayoutChg>
        <pc:sldLayoutChg chg="del">
          <pc:chgData name="한준 김" userId="7dd4edb89109a895" providerId="LiveId" clId="{B0EA322A-F585-4EE5-A004-E657958631F0}" dt="2024-05-02T06:54:19.402" v="4920" actId="2696"/>
          <pc:sldLayoutMkLst>
            <pc:docMk/>
            <pc:sldMasterMk cId="1058186270" sldId="2147485413"/>
            <pc:sldLayoutMk cId="2853416230" sldId="2147485423"/>
          </pc:sldLayoutMkLst>
        </pc:sldLayoutChg>
        <pc:sldLayoutChg chg="del">
          <pc:chgData name="한준 김" userId="7dd4edb89109a895" providerId="LiveId" clId="{B0EA322A-F585-4EE5-A004-E657958631F0}" dt="2024-05-02T06:54:19.402" v="4920" actId="2696"/>
          <pc:sldLayoutMkLst>
            <pc:docMk/>
            <pc:sldMasterMk cId="1058186270" sldId="2147485413"/>
            <pc:sldLayoutMk cId="3917399737" sldId="2147485424"/>
          </pc:sldLayoutMkLst>
        </pc:sldLayoutChg>
      </pc:sldMasterChg>
      <pc:sldMasterChg chg="del delSldLayout">
        <pc:chgData name="한준 김" userId="7dd4edb89109a895" providerId="LiveId" clId="{B0EA322A-F585-4EE5-A004-E657958631F0}" dt="2024-04-13T04:21:30.217" v="4582" actId="2696"/>
        <pc:sldMasterMkLst>
          <pc:docMk/>
          <pc:sldMasterMk cId="3309931106" sldId="2147485425"/>
        </pc:sldMasterMkLst>
        <pc:sldLayoutChg chg="del">
          <pc:chgData name="한준 김" userId="7dd4edb89109a895" providerId="LiveId" clId="{B0EA322A-F585-4EE5-A004-E657958631F0}" dt="2024-04-13T04:21:30.217" v="4582" actId="2696"/>
          <pc:sldLayoutMkLst>
            <pc:docMk/>
            <pc:sldMasterMk cId="3309931106" sldId="2147485425"/>
            <pc:sldLayoutMk cId="3408195332" sldId="2147485426"/>
          </pc:sldLayoutMkLst>
        </pc:sldLayoutChg>
        <pc:sldLayoutChg chg="del">
          <pc:chgData name="한준 김" userId="7dd4edb89109a895" providerId="LiveId" clId="{B0EA322A-F585-4EE5-A004-E657958631F0}" dt="2024-04-13T04:21:30.217" v="4582" actId="2696"/>
          <pc:sldLayoutMkLst>
            <pc:docMk/>
            <pc:sldMasterMk cId="3309931106" sldId="2147485425"/>
            <pc:sldLayoutMk cId="3642604216" sldId="2147485427"/>
          </pc:sldLayoutMkLst>
        </pc:sldLayoutChg>
        <pc:sldLayoutChg chg="del">
          <pc:chgData name="한준 김" userId="7dd4edb89109a895" providerId="LiveId" clId="{B0EA322A-F585-4EE5-A004-E657958631F0}" dt="2024-04-13T04:21:30.217" v="4582" actId="2696"/>
          <pc:sldLayoutMkLst>
            <pc:docMk/>
            <pc:sldMasterMk cId="3309931106" sldId="2147485425"/>
            <pc:sldLayoutMk cId="2359674707" sldId="2147485428"/>
          </pc:sldLayoutMkLst>
        </pc:sldLayoutChg>
        <pc:sldLayoutChg chg="del">
          <pc:chgData name="한준 김" userId="7dd4edb89109a895" providerId="LiveId" clId="{B0EA322A-F585-4EE5-A004-E657958631F0}" dt="2024-04-13T04:21:30.217" v="4582" actId="2696"/>
          <pc:sldLayoutMkLst>
            <pc:docMk/>
            <pc:sldMasterMk cId="3309931106" sldId="2147485425"/>
            <pc:sldLayoutMk cId="2589345345" sldId="2147485429"/>
          </pc:sldLayoutMkLst>
        </pc:sldLayoutChg>
        <pc:sldLayoutChg chg="del">
          <pc:chgData name="한준 김" userId="7dd4edb89109a895" providerId="LiveId" clId="{B0EA322A-F585-4EE5-A004-E657958631F0}" dt="2024-04-13T04:21:30.217" v="4582" actId="2696"/>
          <pc:sldLayoutMkLst>
            <pc:docMk/>
            <pc:sldMasterMk cId="3309931106" sldId="2147485425"/>
            <pc:sldLayoutMk cId="523420406" sldId="2147485430"/>
          </pc:sldLayoutMkLst>
        </pc:sldLayoutChg>
        <pc:sldLayoutChg chg="del">
          <pc:chgData name="한준 김" userId="7dd4edb89109a895" providerId="LiveId" clId="{B0EA322A-F585-4EE5-A004-E657958631F0}" dt="2024-04-13T04:21:30.217" v="4582" actId="2696"/>
          <pc:sldLayoutMkLst>
            <pc:docMk/>
            <pc:sldMasterMk cId="3309931106" sldId="2147485425"/>
            <pc:sldLayoutMk cId="2754144763" sldId="2147485431"/>
          </pc:sldLayoutMkLst>
        </pc:sldLayoutChg>
        <pc:sldLayoutChg chg="del">
          <pc:chgData name="한준 김" userId="7dd4edb89109a895" providerId="LiveId" clId="{B0EA322A-F585-4EE5-A004-E657958631F0}" dt="2024-04-13T04:21:30.217" v="4582" actId="2696"/>
          <pc:sldLayoutMkLst>
            <pc:docMk/>
            <pc:sldMasterMk cId="3309931106" sldId="2147485425"/>
            <pc:sldLayoutMk cId="18491676" sldId="2147485432"/>
          </pc:sldLayoutMkLst>
        </pc:sldLayoutChg>
        <pc:sldLayoutChg chg="del">
          <pc:chgData name="한준 김" userId="7dd4edb89109a895" providerId="LiveId" clId="{B0EA322A-F585-4EE5-A004-E657958631F0}" dt="2024-04-13T04:21:30.217" v="4582" actId="2696"/>
          <pc:sldLayoutMkLst>
            <pc:docMk/>
            <pc:sldMasterMk cId="3309931106" sldId="2147485425"/>
            <pc:sldLayoutMk cId="2926171507" sldId="2147485433"/>
          </pc:sldLayoutMkLst>
        </pc:sldLayoutChg>
        <pc:sldLayoutChg chg="del">
          <pc:chgData name="한준 김" userId="7dd4edb89109a895" providerId="LiveId" clId="{B0EA322A-F585-4EE5-A004-E657958631F0}" dt="2024-04-13T04:21:30.217" v="4582" actId="2696"/>
          <pc:sldLayoutMkLst>
            <pc:docMk/>
            <pc:sldMasterMk cId="3309931106" sldId="2147485425"/>
            <pc:sldLayoutMk cId="3149325129" sldId="2147485434"/>
          </pc:sldLayoutMkLst>
        </pc:sldLayoutChg>
        <pc:sldLayoutChg chg="del">
          <pc:chgData name="한준 김" userId="7dd4edb89109a895" providerId="LiveId" clId="{B0EA322A-F585-4EE5-A004-E657958631F0}" dt="2024-04-13T04:21:30.217" v="4582" actId="2696"/>
          <pc:sldLayoutMkLst>
            <pc:docMk/>
            <pc:sldMasterMk cId="3309931106" sldId="2147485425"/>
            <pc:sldLayoutMk cId="1297480282" sldId="2147485435"/>
          </pc:sldLayoutMkLst>
        </pc:sldLayoutChg>
        <pc:sldLayoutChg chg="del">
          <pc:chgData name="한준 김" userId="7dd4edb89109a895" providerId="LiveId" clId="{B0EA322A-F585-4EE5-A004-E657958631F0}" dt="2024-04-13T04:21:30.217" v="4582" actId="2696"/>
          <pc:sldLayoutMkLst>
            <pc:docMk/>
            <pc:sldMasterMk cId="3309931106" sldId="2147485425"/>
            <pc:sldLayoutMk cId="1831215981" sldId="2147485436"/>
          </pc:sldLayoutMkLst>
        </pc:sldLayoutChg>
      </pc:sldMasterChg>
      <pc:sldMasterChg chg="del delSldLayout">
        <pc:chgData name="한준 김" userId="7dd4edb89109a895" providerId="LiveId" clId="{B0EA322A-F585-4EE5-A004-E657958631F0}" dt="2024-05-04T08:14:41.741" v="5044" actId="2696"/>
        <pc:sldMasterMkLst>
          <pc:docMk/>
          <pc:sldMasterMk cId="2039074736" sldId="2147485437"/>
        </pc:sldMasterMkLst>
        <pc:sldLayoutChg chg="del">
          <pc:chgData name="한준 김" userId="7dd4edb89109a895" providerId="LiveId" clId="{B0EA322A-F585-4EE5-A004-E657958631F0}" dt="2024-05-04T08:14:41.741" v="5044" actId="2696"/>
          <pc:sldLayoutMkLst>
            <pc:docMk/>
            <pc:sldMasterMk cId="2039074736" sldId="2147485437"/>
            <pc:sldLayoutMk cId="3406425261" sldId="2147485438"/>
          </pc:sldLayoutMkLst>
        </pc:sldLayoutChg>
      </pc:sldMasterChg>
      <pc:sldMasterChg chg="del delSldLayout">
        <pc:chgData name="한준 김" userId="7dd4edb89109a895" providerId="LiveId" clId="{B0EA322A-F585-4EE5-A004-E657958631F0}" dt="2024-07-11T04:43:55.527" v="7808" actId="2696"/>
        <pc:sldMasterMkLst>
          <pc:docMk/>
          <pc:sldMasterMk cId="1432956903" sldId="2147485439"/>
        </pc:sldMasterMkLst>
        <pc:sldLayoutChg chg="del">
          <pc:chgData name="한준 김" userId="7dd4edb89109a895" providerId="LiveId" clId="{B0EA322A-F585-4EE5-A004-E657958631F0}" dt="2024-07-11T04:43:55.527" v="7808" actId="2696"/>
          <pc:sldLayoutMkLst>
            <pc:docMk/>
            <pc:sldMasterMk cId="1432956903" sldId="2147485439"/>
            <pc:sldLayoutMk cId="2977052852" sldId="2147485440"/>
          </pc:sldLayoutMkLst>
        </pc:sldLayoutChg>
        <pc:sldLayoutChg chg="del">
          <pc:chgData name="한준 김" userId="7dd4edb89109a895" providerId="LiveId" clId="{B0EA322A-F585-4EE5-A004-E657958631F0}" dt="2024-07-11T04:43:55.527" v="7808" actId="2696"/>
          <pc:sldLayoutMkLst>
            <pc:docMk/>
            <pc:sldMasterMk cId="1432956903" sldId="2147485439"/>
            <pc:sldLayoutMk cId="4050168894" sldId="2147485441"/>
          </pc:sldLayoutMkLst>
        </pc:sldLayoutChg>
        <pc:sldLayoutChg chg="del">
          <pc:chgData name="한준 김" userId="7dd4edb89109a895" providerId="LiveId" clId="{B0EA322A-F585-4EE5-A004-E657958631F0}" dt="2024-07-11T04:43:55.527" v="7808" actId="2696"/>
          <pc:sldLayoutMkLst>
            <pc:docMk/>
            <pc:sldMasterMk cId="1432956903" sldId="2147485439"/>
            <pc:sldLayoutMk cId="1316930441" sldId="2147485442"/>
          </pc:sldLayoutMkLst>
        </pc:sldLayoutChg>
        <pc:sldLayoutChg chg="del">
          <pc:chgData name="한준 김" userId="7dd4edb89109a895" providerId="LiveId" clId="{B0EA322A-F585-4EE5-A004-E657958631F0}" dt="2024-07-11T04:43:55.527" v="7808" actId="2696"/>
          <pc:sldLayoutMkLst>
            <pc:docMk/>
            <pc:sldMasterMk cId="1432956903" sldId="2147485439"/>
            <pc:sldLayoutMk cId="3604258481" sldId="2147485443"/>
          </pc:sldLayoutMkLst>
        </pc:sldLayoutChg>
        <pc:sldLayoutChg chg="del">
          <pc:chgData name="한준 김" userId="7dd4edb89109a895" providerId="LiveId" clId="{B0EA322A-F585-4EE5-A004-E657958631F0}" dt="2024-07-11T04:43:55.527" v="7808" actId="2696"/>
          <pc:sldLayoutMkLst>
            <pc:docMk/>
            <pc:sldMasterMk cId="1432956903" sldId="2147485439"/>
            <pc:sldLayoutMk cId="3006655576" sldId="2147485444"/>
          </pc:sldLayoutMkLst>
        </pc:sldLayoutChg>
        <pc:sldLayoutChg chg="del">
          <pc:chgData name="한준 김" userId="7dd4edb89109a895" providerId="LiveId" clId="{B0EA322A-F585-4EE5-A004-E657958631F0}" dt="2024-07-11T04:43:55.527" v="7808" actId="2696"/>
          <pc:sldLayoutMkLst>
            <pc:docMk/>
            <pc:sldMasterMk cId="1432956903" sldId="2147485439"/>
            <pc:sldLayoutMk cId="3833680510" sldId="2147485445"/>
          </pc:sldLayoutMkLst>
        </pc:sldLayoutChg>
        <pc:sldLayoutChg chg="del">
          <pc:chgData name="한준 김" userId="7dd4edb89109a895" providerId="LiveId" clId="{B0EA322A-F585-4EE5-A004-E657958631F0}" dt="2024-07-11T04:43:55.527" v="7808" actId="2696"/>
          <pc:sldLayoutMkLst>
            <pc:docMk/>
            <pc:sldMasterMk cId="1432956903" sldId="2147485439"/>
            <pc:sldLayoutMk cId="1588934455" sldId="2147485446"/>
          </pc:sldLayoutMkLst>
        </pc:sldLayoutChg>
        <pc:sldLayoutChg chg="del">
          <pc:chgData name="한준 김" userId="7dd4edb89109a895" providerId="LiveId" clId="{B0EA322A-F585-4EE5-A004-E657958631F0}" dt="2024-07-11T04:43:55.527" v="7808" actId="2696"/>
          <pc:sldLayoutMkLst>
            <pc:docMk/>
            <pc:sldMasterMk cId="1432956903" sldId="2147485439"/>
            <pc:sldLayoutMk cId="4059532581" sldId="2147485447"/>
          </pc:sldLayoutMkLst>
        </pc:sldLayoutChg>
        <pc:sldLayoutChg chg="del">
          <pc:chgData name="한준 김" userId="7dd4edb89109a895" providerId="LiveId" clId="{B0EA322A-F585-4EE5-A004-E657958631F0}" dt="2024-07-11T04:43:55.527" v="7808" actId="2696"/>
          <pc:sldLayoutMkLst>
            <pc:docMk/>
            <pc:sldMasterMk cId="1432956903" sldId="2147485439"/>
            <pc:sldLayoutMk cId="1143613322" sldId="2147485448"/>
          </pc:sldLayoutMkLst>
        </pc:sldLayoutChg>
        <pc:sldLayoutChg chg="del">
          <pc:chgData name="한준 김" userId="7dd4edb89109a895" providerId="LiveId" clId="{B0EA322A-F585-4EE5-A004-E657958631F0}" dt="2024-07-11T04:43:55.527" v="7808" actId="2696"/>
          <pc:sldLayoutMkLst>
            <pc:docMk/>
            <pc:sldMasterMk cId="1432956903" sldId="2147485439"/>
            <pc:sldLayoutMk cId="2328941868" sldId="2147485449"/>
          </pc:sldLayoutMkLst>
        </pc:sldLayoutChg>
        <pc:sldLayoutChg chg="del">
          <pc:chgData name="한준 김" userId="7dd4edb89109a895" providerId="LiveId" clId="{B0EA322A-F585-4EE5-A004-E657958631F0}" dt="2024-07-11T04:43:55.527" v="7808" actId="2696"/>
          <pc:sldLayoutMkLst>
            <pc:docMk/>
            <pc:sldMasterMk cId="1432956903" sldId="2147485439"/>
            <pc:sldLayoutMk cId="3077536649" sldId="2147485450"/>
          </pc:sldLayoutMkLst>
        </pc:sldLayoutChg>
      </pc:sldMasterChg>
      <pc:sldMasterChg chg="del delSldLayout">
        <pc:chgData name="한준 김" userId="7dd4edb89109a895" providerId="LiveId" clId="{B0EA322A-F585-4EE5-A004-E657958631F0}" dt="2024-04-20T04:39:16.097" v="4732" actId="2696"/>
        <pc:sldMasterMkLst>
          <pc:docMk/>
          <pc:sldMasterMk cId="1544398406" sldId="2147485451"/>
        </pc:sldMasterMkLst>
        <pc:sldLayoutChg chg="del">
          <pc:chgData name="한준 김" userId="7dd4edb89109a895" providerId="LiveId" clId="{B0EA322A-F585-4EE5-A004-E657958631F0}" dt="2024-04-20T04:39:16.097" v="4732" actId="2696"/>
          <pc:sldLayoutMkLst>
            <pc:docMk/>
            <pc:sldMasterMk cId="1544398406" sldId="2147485451"/>
            <pc:sldLayoutMk cId="1443295463" sldId="2147485452"/>
          </pc:sldLayoutMkLst>
        </pc:sldLayoutChg>
        <pc:sldLayoutChg chg="del">
          <pc:chgData name="한준 김" userId="7dd4edb89109a895" providerId="LiveId" clId="{B0EA322A-F585-4EE5-A004-E657958631F0}" dt="2024-04-20T04:39:16.097" v="4732" actId="2696"/>
          <pc:sldLayoutMkLst>
            <pc:docMk/>
            <pc:sldMasterMk cId="1544398406" sldId="2147485451"/>
            <pc:sldLayoutMk cId="3284622673" sldId="2147485453"/>
          </pc:sldLayoutMkLst>
        </pc:sldLayoutChg>
        <pc:sldLayoutChg chg="del">
          <pc:chgData name="한준 김" userId="7dd4edb89109a895" providerId="LiveId" clId="{B0EA322A-F585-4EE5-A004-E657958631F0}" dt="2024-04-20T04:39:16.097" v="4732" actId="2696"/>
          <pc:sldLayoutMkLst>
            <pc:docMk/>
            <pc:sldMasterMk cId="1544398406" sldId="2147485451"/>
            <pc:sldLayoutMk cId="1638180230" sldId="2147485454"/>
          </pc:sldLayoutMkLst>
        </pc:sldLayoutChg>
        <pc:sldLayoutChg chg="del">
          <pc:chgData name="한준 김" userId="7dd4edb89109a895" providerId="LiveId" clId="{B0EA322A-F585-4EE5-A004-E657958631F0}" dt="2024-04-20T04:39:16.097" v="4732" actId="2696"/>
          <pc:sldLayoutMkLst>
            <pc:docMk/>
            <pc:sldMasterMk cId="1544398406" sldId="2147485451"/>
            <pc:sldLayoutMk cId="764673447" sldId="2147485455"/>
          </pc:sldLayoutMkLst>
        </pc:sldLayoutChg>
        <pc:sldLayoutChg chg="del">
          <pc:chgData name="한준 김" userId="7dd4edb89109a895" providerId="LiveId" clId="{B0EA322A-F585-4EE5-A004-E657958631F0}" dt="2024-04-20T04:39:16.097" v="4732" actId="2696"/>
          <pc:sldLayoutMkLst>
            <pc:docMk/>
            <pc:sldMasterMk cId="1544398406" sldId="2147485451"/>
            <pc:sldLayoutMk cId="3718683201" sldId="2147485456"/>
          </pc:sldLayoutMkLst>
        </pc:sldLayoutChg>
        <pc:sldLayoutChg chg="del">
          <pc:chgData name="한준 김" userId="7dd4edb89109a895" providerId="LiveId" clId="{B0EA322A-F585-4EE5-A004-E657958631F0}" dt="2024-04-20T04:39:16.097" v="4732" actId="2696"/>
          <pc:sldLayoutMkLst>
            <pc:docMk/>
            <pc:sldMasterMk cId="1544398406" sldId="2147485451"/>
            <pc:sldLayoutMk cId="4273778839" sldId="2147485457"/>
          </pc:sldLayoutMkLst>
        </pc:sldLayoutChg>
        <pc:sldLayoutChg chg="del">
          <pc:chgData name="한준 김" userId="7dd4edb89109a895" providerId="LiveId" clId="{B0EA322A-F585-4EE5-A004-E657958631F0}" dt="2024-04-20T04:39:16.097" v="4732" actId="2696"/>
          <pc:sldLayoutMkLst>
            <pc:docMk/>
            <pc:sldMasterMk cId="1544398406" sldId="2147485451"/>
            <pc:sldLayoutMk cId="2978994940" sldId="2147485458"/>
          </pc:sldLayoutMkLst>
        </pc:sldLayoutChg>
        <pc:sldLayoutChg chg="del">
          <pc:chgData name="한준 김" userId="7dd4edb89109a895" providerId="LiveId" clId="{B0EA322A-F585-4EE5-A004-E657958631F0}" dt="2024-04-20T04:39:16.097" v="4732" actId="2696"/>
          <pc:sldLayoutMkLst>
            <pc:docMk/>
            <pc:sldMasterMk cId="1544398406" sldId="2147485451"/>
            <pc:sldLayoutMk cId="2212387325" sldId="2147485459"/>
          </pc:sldLayoutMkLst>
        </pc:sldLayoutChg>
        <pc:sldLayoutChg chg="del">
          <pc:chgData name="한준 김" userId="7dd4edb89109a895" providerId="LiveId" clId="{B0EA322A-F585-4EE5-A004-E657958631F0}" dt="2024-04-20T04:39:16.097" v="4732" actId="2696"/>
          <pc:sldLayoutMkLst>
            <pc:docMk/>
            <pc:sldMasterMk cId="1544398406" sldId="2147485451"/>
            <pc:sldLayoutMk cId="2190245351" sldId="2147485460"/>
          </pc:sldLayoutMkLst>
        </pc:sldLayoutChg>
        <pc:sldLayoutChg chg="del">
          <pc:chgData name="한준 김" userId="7dd4edb89109a895" providerId="LiveId" clId="{B0EA322A-F585-4EE5-A004-E657958631F0}" dt="2024-04-20T04:39:16.097" v="4732" actId="2696"/>
          <pc:sldLayoutMkLst>
            <pc:docMk/>
            <pc:sldMasterMk cId="1544398406" sldId="2147485451"/>
            <pc:sldLayoutMk cId="3650636053" sldId="2147485461"/>
          </pc:sldLayoutMkLst>
        </pc:sldLayoutChg>
        <pc:sldLayoutChg chg="del">
          <pc:chgData name="한준 김" userId="7dd4edb89109a895" providerId="LiveId" clId="{B0EA322A-F585-4EE5-A004-E657958631F0}" dt="2024-04-20T04:39:16.097" v="4732" actId="2696"/>
          <pc:sldLayoutMkLst>
            <pc:docMk/>
            <pc:sldMasterMk cId="1544398406" sldId="2147485451"/>
            <pc:sldLayoutMk cId="2224498854" sldId="2147485462"/>
          </pc:sldLayoutMkLst>
        </pc:sldLayoutChg>
        <pc:sldLayoutChg chg="del">
          <pc:chgData name="한준 김" userId="7dd4edb89109a895" providerId="LiveId" clId="{B0EA322A-F585-4EE5-A004-E657958631F0}" dt="2024-04-20T04:39:16.097" v="4732" actId="2696"/>
          <pc:sldLayoutMkLst>
            <pc:docMk/>
            <pc:sldMasterMk cId="1544398406" sldId="2147485451"/>
            <pc:sldLayoutMk cId="2440179055" sldId="2147485463"/>
          </pc:sldLayoutMkLst>
        </pc:sldLayoutChg>
        <pc:sldLayoutChg chg="del">
          <pc:chgData name="한준 김" userId="7dd4edb89109a895" providerId="LiveId" clId="{B0EA322A-F585-4EE5-A004-E657958631F0}" dt="2024-04-20T04:39:16.097" v="4732" actId="2696"/>
          <pc:sldLayoutMkLst>
            <pc:docMk/>
            <pc:sldMasterMk cId="1544398406" sldId="2147485451"/>
            <pc:sldLayoutMk cId="3060235226" sldId="2147485464"/>
          </pc:sldLayoutMkLst>
        </pc:sldLayoutChg>
        <pc:sldLayoutChg chg="del">
          <pc:chgData name="한준 김" userId="7dd4edb89109a895" providerId="LiveId" clId="{B0EA322A-F585-4EE5-A004-E657958631F0}" dt="2024-04-20T04:39:16.097" v="4732" actId="2696"/>
          <pc:sldLayoutMkLst>
            <pc:docMk/>
            <pc:sldMasterMk cId="1544398406" sldId="2147485451"/>
            <pc:sldLayoutMk cId="558676123" sldId="2147485465"/>
          </pc:sldLayoutMkLst>
        </pc:sldLayoutChg>
        <pc:sldLayoutChg chg="del">
          <pc:chgData name="한준 김" userId="7dd4edb89109a895" providerId="LiveId" clId="{B0EA322A-F585-4EE5-A004-E657958631F0}" dt="2024-04-20T04:39:16.097" v="4732" actId="2696"/>
          <pc:sldLayoutMkLst>
            <pc:docMk/>
            <pc:sldMasterMk cId="1544398406" sldId="2147485451"/>
            <pc:sldLayoutMk cId="4196152865" sldId="2147485466"/>
          </pc:sldLayoutMkLst>
        </pc:sldLayoutChg>
        <pc:sldLayoutChg chg="del">
          <pc:chgData name="한준 김" userId="7dd4edb89109a895" providerId="LiveId" clId="{B0EA322A-F585-4EE5-A004-E657958631F0}" dt="2024-04-20T04:39:16.097" v="4732" actId="2696"/>
          <pc:sldLayoutMkLst>
            <pc:docMk/>
            <pc:sldMasterMk cId="1544398406" sldId="2147485451"/>
            <pc:sldLayoutMk cId="959320954" sldId="2147485467"/>
          </pc:sldLayoutMkLst>
        </pc:sldLayoutChg>
        <pc:sldLayoutChg chg="del">
          <pc:chgData name="한준 김" userId="7dd4edb89109a895" providerId="LiveId" clId="{B0EA322A-F585-4EE5-A004-E657958631F0}" dt="2024-04-20T04:39:16.097" v="4732" actId="2696"/>
          <pc:sldLayoutMkLst>
            <pc:docMk/>
            <pc:sldMasterMk cId="1544398406" sldId="2147485451"/>
            <pc:sldLayoutMk cId="799002059" sldId="2147485468"/>
          </pc:sldLayoutMkLst>
        </pc:sldLayoutChg>
      </pc:sldMasterChg>
      <pc:sldMasterChg chg="del delSldLayout">
        <pc:chgData name="한준 김" userId="7dd4edb89109a895" providerId="LiveId" clId="{B0EA322A-F585-4EE5-A004-E657958631F0}" dt="2024-04-27T07:53:31.278" v="4874" actId="47"/>
        <pc:sldMasterMkLst>
          <pc:docMk/>
          <pc:sldMasterMk cId="4093224522" sldId="2147485451"/>
        </pc:sldMasterMkLst>
        <pc:sldLayoutChg chg="del">
          <pc:chgData name="한준 김" userId="7dd4edb89109a895" providerId="LiveId" clId="{B0EA322A-F585-4EE5-A004-E657958631F0}" dt="2024-04-27T07:53:31.278" v="4874" actId="47"/>
          <pc:sldLayoutMkLst>
            <pc:docMk/>
            <pc:sldMasterMk cId="4093224522" sldId="2147485451"/>
            <pc:sldLayoutMk cId="3587661642" sldId="2147485452"/>
          </pc:sldLayoutMkLst>
        </pc:sldLayoutChg>
        <pc:sldLayoutChg chg="del">
          <pc:chgData name="한준 김" userId="7dd4edb89109a895" providerId="LiveId" clId="{B0EA322A-F585-4EE5-A004-E657958631F0}" dt="2024-04-27T07:53:31.278" v="4874" actId="47"/>
          <pc:sldLayoutMkLst>
            <pc:docMk/>
            <pc:sldMasterMk cId="4093224522" sldId="2147485451"/>
            <pc:sldLayoutMk cId="4156657261" sldId="2147485453"/>
          </pc:sldLayoutMkLst>
        </pc:sldLayoutChg>
        <pc:sldLayoutChg chg="del">
          <pc:chgData name="한준 김" userId="7dd4edb89109a895" providerId="LiveId" clId="{B0EA322A-F585-4EE5-A004-E657958631F0}" dt="2024-04-27T07:53:31.278" v="4874" actId="47"/>
          <pc:sldLayoutMkLst>
            <pc:docMk/>
            <pc:sldMasterMk cId="4093224522" sldId="2147485451"/>
            <pc:sldLayoutMk cId="365048812" sldId="2147485454"/>
          </pc:sldLayoutMkLst>
        </pc:sldLayoutChg>
        <pc:sldLayoutChg chg="del">
          <pc:chgData name="한준 김" userId="7dd4edb89109a895" providerId="LiveId" clId="{B0EA322A-F585-4EE5-A004-E657958631F0}" dt="2024-04-27T07:53:31.278" v="4874" actId="47"/>
          <pc:sldLayoutMkLst>
            <pc:docMk/>
            <pc:sldMasterMk cId="4093224522" sldId="2147485451"/>
            <pc:sldLayoutMk cId="778841801" sldId="2147485455"/>
          </pc:sldLayoutMkLst>
        </pc:sldLayoutChg>
        <pc:sldLayoutChg chg="del">
          <pc:chgData name="한준 김" userId="7dd4edb89109a895" providerId="LiveId" clId="{B0EA322A-F585-4EE5-A004-E657958631F0}" dt="2024-04-27T07:53:31.278" v="4874" actId="47"/>
          <pc:sldLayoutMkLst>
            <pc:docMk/>
            <pc:sldMasterMk cId="4093224522" sldId="2147485451"/>
            <pc:sldLayoutMk cId="1145943098" sldId="2147485456"/>
          </pc:sldLayoutMkLst>
        </pc:sldLayoutChg>
        <pc:sldLayoutChg chg="del">
          <pc:chgData name="한준 김" userId="7dd4edb89109a895" providerId="LiveId" clId="{B0EA322A-F585-4EE5-A004-E657958631F0}" dt="2024-04-27T07:53:31.278" v="4874" actId="47"/>
          <pc:sldLayoutMkLst>
            <pc:docMk/>
            <pc:sldMasterMk cId="4093224522" sldId="2147485451"/>
            <pc:sldLayoutMk cId="276491069" sldId="2147485457"/>
          </pc:sldLayoutMkLst>
        </pc:sldLayoutChg>
        <pc:sldLayoutChg chg="del">
          <pc:chgData name="한준 김" userId="7dd4edb89109a895" providerId="LiveId" clId="{B0EA322A-F585-4EE5-A004-E657958631F0}" dt="2024-04-27T07:53:31.278" v="4874" actId="47"/>
          <pc:sldLayoutMkLst>
            <pc:docMk/>
            <pc:sldMasterMk cId="4093224522" sldId="2147485451"/>
            <pc:sldLayoutMk cId="3017697405" sldId="2147485458"/>
          </pc:sldLayoutMkLst>
        </pc:sldLayoutChg>
        <pc:sldLayoutChg chg="del">
          <pc:chgData name="한준 김" userId="7dd4edb89109a895" providerId="LiveId" clId="{B0EA322A-F585-4EE5-A004-E657958631F0}" dt="2024-04-27T07:53:31.278" v="4874" actId="47"/>
          <pc:sldLayoutMkLst>
            <pc:docMk/>
            <pc:sldMasterMk cId="4093224522" sldId="2147485451"/>
            <pc:sldLayoutMk cId="573127613" sldId="2147485459"/>
          </pc:sldLayoutMkLst>
        </pc:sldLayoutChg>
        <pc:sldLayoutChg chg="del">
          <pc:chgData name="한준 김" userId="7dd4edb89109a895" providerId="LiveId" clId="{B0EA322A-F585-4EE5-A004-E657958631F0}" dt="2024-04-27T07:53:31.278" v="4874" actId="47"/>
          <pc:sldLayoutMkLst>
            <pc:docMk/>
            <pc:sldMasterMk cId="4093224522" sldId="2147485451"/>
            <pc:sldLayoutMk cId="1043585433" sldId="2147485460"/>
          </pc:sldLayoutMkLst>
        </pc:sldLayoutChg>
        <pc:sldLayoutChg chg="del">
          <pc:chgData name="한준 김" userId="7dd4edb89109a895" providerId="LiveId" clId="{B0EA322A-F585-4EE5-A004-E657958631F0}" dt="2024-04-27T07:53:31.278" v="4874" actId="47"/>
          <pc:sldLayoutMkLst>
            <pc:docMk/>
            <pc:sldMasterMk cId="4093224522" sldId="2147485451"/>
            <pc:sldLayoutMk cId="2662600662" sldId="2147485461"/>
          </pc:sldLayoutMkLst>
        </pc:sldLayoutChg>
        <pc:sldLayoutChg chg="del">
          <pc:chgData name="한준 김" userId="7dd4edb89109a895" providerId="LiveId" clId="{B0EA322A-F585-4EE5-A004-E657958631F0}" dt="2024-04-27T07:53:31.278" v="4874" actId="47"/>
          <pc:sldLayoutMkLst>
            <pc:docMk/>
            <pc:sldMasterMk cId="4093224522" sldId="2147485451"/>
            <pc:sldLayoutMk cId="1687375559" sldId="2147485462"/>
          </pc:sldLayoutMkLst>
        </pc:sldLayoutChg>
      </pc:sldMasterChg>
      <pc:sldMasterChg chg="del delSldLayout">
        <pc:chgData name="한준 김" userId="7dd4edb89109a895" providerId="LiveId" clId="{B0EA322A-F585-4EE5-A004-E657958631F0}" dt="2024-04-26T07:22:12.294" v="4741" actId="47"/>
        <pc:sldMasterMkLst>
          <pc:docMk/>
          <pc:sldMasterMk cId="1032079339" sldId="2147485463"/>
        </pc:sldMasterMkLst>
        <pc:sldLayoutChg chg="del">
          <pc:chgData name="한준 김" userId="7dd4edb89109a895" providerId="LiveId" clId="{B0EA322A-F585-4EE5-A004-E657958631F0}" dt="2024-04-26T07:22:12.294" v="4741" actId="47"/>
          <pc:sldLayoutMkLst>
            <pc:docMk/>
            <pc:sldMasterMk cId="1032079339" sldId="2147485463"/>
            <pc:sldLayoutMk cId="2221075257" sldId="2147485464"/>
          </pc:sldLayoutMkLst>
        </pc:sldLayoutChg>
        <pc:sldLayoutChg chg="del">
          <pc:chgData name="한준 김" userId="7dd4edb89109a895" providerId="LiveId" clId="{B0EA322A-F585-4EE5-A004-E657958631F0}" dt="2024-04-26T07:22:12.294" v="4741" actId="47"/>
          <pc:sldLayoutMkLst>
            <pc:docMk/>
            <pc:sldMasterMk cId="1032079339" sldId="2147485463"/>
            <pc:sldLayoutMk cId="2419222948" sldId="2147485465"/>
          </pc:sldLayoutMkLst>
        </pc:sldLayoutChg>
        <pc:sldLayoutChg chg="del">
          <pc:chgData name="한준 김" userId="7dd4edb89109a895" providerId="LiveId" clId="{B0EA322A-F585-4EE5-A004-E657958631F0}" dt="2024-04-26T07:22:12.294" v="4741" actId="47"/>
          <pc:sldLayoutMkLst>
            <pc:docMk/>
            <pc:sldMasterMk cId="1032079339" sldId="2147485463"/>
            <pc:sldLayoutMk cId="3845907336" sldId="2147485466"/>
          </pc:sldLayoutMkLst>
        </pc:sldLayoutChg>
        <pc:sldLayoutChg chg="del">
          <pc:chgData name="한준 김" userId="7dd4edb89109a895" providerId="LiveId" clId="{B0EA322A-F585-4EE5-A004-E657958631F0}" dt="2024-04-26T07:22:12.294" v="4741" actId="47"/>
          <pc:sldLayoutMkLst>
            <pc:docMk/>
            <pc:sldMasterMk cId="1032079339" sldId="2147485463"/>
            <pc:sldLayoutMk cId="1976004365" sldId="2147485467"/>
          </pc:sldLayoutMkLst>
        </pc:sldLayoutChg>
        <pc:sldLayoutChg chg="del">
          <pc:chgData name="한준 김" userId="7dd4edb89109a895" providerId="LiveId" clId="{B0EA322A-F585-4EE5-A004-E657958631F0}" dt="2024-04-26T07:22:12.294" v="4741" actId="47"/>
          <pc:sldLayoutMkLst>
            <pc:docMk/>
            <pc:sldMasterMk cId="1032079339" sldId="2147485463"/>
            <pc:sldLayoutMk cId="672520830" sldId="2147485468"/>
          </pc:sldLayoutMkLst>
        </pc:sldLayoutChg>
        <pc:sldLayoutChg chg="del">
          <pc:chgData name="한준 김" userId="7dd4edb89109a895" providerId="LiveId" clId="{B0EA322A-F585-4EE5-A004-E657958631F0}" dt="2024-04-26T07:22:12.294" v="4741" actId="47"/>
          <pc:sldLayoutMkLst>
            <pc:docMk/>
            <pc:sldMasterMk cId="1032079339" sldId="2147485463"/>
            <pc:sldLayoutMk cId="958973468" sldId="2147485469"/>
          </pc:sldLayoutMkLst>
        </pc:sldLayoutChg>
        <pc:sldLayoutChg chg="del">
          <pc:chgData name="한준 김" userId="7dd4edb89109a895" providerId="LiveId" clId="{B0EA322A-F585-4EE5-A004-E657958631F0}" dt="2024-04-26T07:22:12.294" v="4741" actId="47"/>
          <pc:sldLayoutMkLst>
            <pc:docMk/>
            <pc:sldMasterMk cId="1032079339" sldId="2147485463"/>
            <pc:sldLayoutMk cId="3026728558" sldId="2147485470"/>
          </pc:sldLayoutMkLst>
        </pc:sldLayoutChg>
        <pc:sldLayoutChg chg="del">
          <pc:chgData name="한준 김" userId="7dd4edb89109a895" providerId="LiveId" clId="{B0EA322A-F585-4EE5-A004-E657958631F0}" dt="2024-04-26T07:22:12.294" v="4741" actId="47"/>
          <pc:sldLayoutMkLst>
            <pc:docMk/>
            <pc:sldMasterMk cId="1032079339" sldId="2147485463"/>
            <pc:sldLayoutMk cId="46168994" sldId="2147485471"/>
          </pc:sldLayoutMkLst>
        </pc:sldLayoutChg>
        <pc:sldLayoutChg chg="del">
          <pc:chgData name="한준 김" userId="7dd4edb89109a895" providerId="LiveId" clId="{B0EA322A-F585-4EE5-A004-E657958631F0}" dt="2024-04-26T07:22:12.294" v="4741" actId="47"/>
          <pc:sldLayoutMkLst>
            <pc:docMk/>
            <pc:sldMasterMk cId="1032079339" sldId="2147485463"/>
            <pc:sldLayoutMk cId="2106139590" sldId="2147485472"/>
          </pc:sldLayoutMkLst>
        </pc:sldLayoutChg>
        <pc:sldLayoutChg chg="del">
          <pc:chgData name="한준 김" userId="7dd4edb89109a895" providerId="LiveId" clId="{B0EA322A-F585-4EE5-A004-E657958631F0}" dt="2024-04-26T07:22:12.294" v="4741" actId="47"/>
          <pc:sldLayoutMkLst>
            <pc:docMk/>
            <pc:sldMasterMk cId="1032079339" sldId="2147485463"/>
            <pc:sldLayoutMk cId="3188019888" sldId="2147485473"/>
          </pc:sldLayoutMkLst>
        </pc:sldLayoutChg>
        <pc:sldLayoutChg chg="del">
          <pc:chgData name="한준 김" userId="7dd4edb89109a895" providerId="LiveId" clId="{B0EA322A-F585-4EE5-A004-E657958631F0}" dt="2024-04-26T07:22:12.294" v="4741" actId="47"/>
          <pc:sldLayoutMkLst>
            <pc:docMk/>
            <pc:sldMasterMk cId="1032079339" sldId="2147485463"/>
            <pc:sldLayoutMk cId="2351009573" sldId="2147485474"/>
          </pc:sldLayoutMkLst>
        </pc:sldLayoutChg>
      </pc:sldMasterChg>
      <pc:sldMasterChg chg="del delSldLayout">
        <pc:chgData name="한준 김" userId="7dd4edb89109a895" providerId="LiveId" clId="{B0EA322A-F585-4EE5-A004-E657958631F0}" dt="2024-05-04T08:14:41.741" v="5044" actId="2696"/>
        <pc:sldMasterMkLst>
          <pc:docMk/>
          <pc:sldMasterMk cId="1778584063" sldId="2147485463"/>
        </pc:sldMasterMkLst>
        <pc:sldLayoutChg chg="del">
          <pc:chgData name="한준 김" userId="7dd4edb89109a895" providerId="LiveId" clId="{B0EA322A-F585-4EE5-A004-E657958631F0}" dt="2024-05-04T08:14:41.741" v="5044" actId="2696"/>
          <pc:sldLayoutMkLst>
            <pc:docMk/>
            <pc:sldMasterMk cId="1778584063" sldId="2147485463"/>
            <pc:sldLayoutMk cId="2967183714" sldId="2147485464"/>
          </pc:sldLayoutMkLst>
        </pc:sldLayoutChg>
        <pc:sldLayoutChg chg="del">
          <pc:chgData name="한준 김" userId="7dd4edb89109a895" providerId="LiveId" clId="{B0EA322A-F585-4EE5-A004-E657958631F0}" dt="2024-05-04T08:14:41.741" v="5044" actId="2696"/>
          <pc:sldLayoutMkLst>
            <pc:docMk/>
            <pc:sldMasterMk cId="1778584063" sldId="2147485463"/>
            <pc:sldLayoutMk cId="3165918650" sldId="2147485465"/>
          </pc:sldLayoutMkLst>
        </pc:sldLayoutChg>
        <pc:sldLayoutChg chg="del">
          <pc:chgData name="한준 김" userId="7dd4edb89109a895" providerId="LiveId" clId="{B0EA322A-F585-4EE5-A004-E657958631F0}" dt="2024-05-04T08:14:41.741" v="5044" actId="2696"/>
          <pc:sldLayoutMkLst>
            <pc:docMk/>
            <pc:sldMasterMk cId="1778584063" sldId="2147485463"/>
            <pc:sldLayoutMk cId="3475092500" sldId="2147485466"/>
          </pc:sldLayoutMkLst>
        </pc:sldLayoutChg>
        <pc:sldLayoutChg chg="del">
          <pc:chgData name="한준 김" userId="7dd4edb89109a895" providerId="LiveId" clId="{B0EA322A-F585-4EE5-A004-E657958631F0}" dt="2024-05-04T08:14:41.741" v="5044" actId="2696"/>
          <pc:sldLayoutMkLst>
            <pc:docMk/>
            <pc:sldMasterMk cId="1778584063" sldId="2147485463"/>
            <pc:sldLayoutMk cId="2695256213" sldId="2147485467"/>
          </pc:sldLayoutMkLst>
        </pc:sldLayoutChg>
        <pc:sldLayoutChg chg="del">
          <pc:chgData name="한준 김" userId="7dd4edb89109a895" providerId="LiveId" clId="{B0EA322A-F585-4EE5-A004-E657958631F0}" dt="2024-05-04T08:14:41.741" v="5044" actId="2696"/>
          <pc:sldLayoutMkLst>
            <pc:docMk/>
            <pc:sldMasterMk cId="1778584063" sldId="2147485463"/>
            <pc:sldLayoutMk cId="570924378" sldId="2147485468"/>
          </pc:sldLayoutMkLst>
        </pc:sldLayoutChg>
        <pc:sldLayoutChg chg="del">
          <pc:chgData name="한준 김" userId="7dd4edb89109a895" providerId="LiveId" clId="{B0EA322A-F585-4EE5-A004-E657958631F0}" dt="2024-05-04T08:14:41.741" v="5044" actId="2696"/>
          <pc:sldLayoutMkLst>
            <pc:docMk/>
            <pc:sldMasterMk cId="1778584063" sldId="2147485463"/>
            <pc:sldLayoutMk cId="4228884686" sldId="2147485469"/>
          </pc:sldLayoutMkLst>
        </pc:sldLayoutChg>
        <pc:sldLayoutChg chg="del">
          <pc:chgData name="한준 김" userId="7dd4edb89109a895" providerId="LiveId" clId="{B0EA322A-F585-4EE5-A004-E657958631F0}" dt="2024-05-04T08:14:41.741" v="5044" actId="2696"/>
          <pc:sldLayoutMkLst>
            <pc:docMk/>
            <pc:sldMasterMk cId="1778584063" sldId="2147485463"/>
            <pc:sldLayoutMk cId="1655823639" sldId="2147485470"/>
          </pc:sldLayoutMkLst>
        </pc:sldLayoutChg>
        <pc:sldLayoutChg chg="del">
          <pc:chgData name="한준 김" userId="7dd4edb89109a895" providerId="LiveId" clId="{B0EA322A-F585-4EE5-A004-E657958631F0}" dt="2024-05-04T08:14:41.741" v="5044" actId="2696"/>
          <pc:sldLayoutMkLst>
            <pc:docMk/>
            <pc:sldMasterMk cId="1778584063" sldId="2147485463"/>
            <pc:sldLayoutMk cId="1302684290" sldId="2147485471"/>
          </pc:sldLayoutMkLst>
        </pc:sldLayoutChg>
        <pc:sldLayoutChg chg="del">
          <pc:chgData name="한준 김" userId="7dd4edb89109a895" providerId="LiveId" clId="{B0EA322A-F585-4EE5-A004-E657958631F0}" dt="2024-05-04T08:14:41.741" v="5044" actId="2696"/>
          <pc:sldLayoutMkLst>
            <pc:docMk/>
            <pc:sldMasterMk cId="1778584063" sldId="2147485463"/>
            <pc:sldLayoutMk cId="2859546603" sldId="2147485472"/>
          </pc:sldLayoutMkLst>
        </pc:sldLayoutChg>
        <pc:sldLayoutChg chg="del">
          <pc:chgData name="한준 김" userId="7dd4edb89109a895" providerId="LiveId" clId="{B0EA322A-F585-4EE5-A004-E657958631F0}" dt="2024-05-04T08:14:41.741" v="5044" actId="2696"/>
          <pc:sldLayoutMkLst>
            <pc:docMk/>
            <pc:sldMasterMk cId="1778584063" sldId="2147485463"/>
            <pc:sldLayoutMk cId="4064347733" sldId="2147485473"/>
          </pc:sldLayoutMkLst>
        </pc:sldLayoutChg>
        <pc:sldLayoutChg chg="del">
          <pc:chgData name="한준 김" userId="7dd4edb89109a895" providerId="LiveId" clId="{B0EA322A-F585-4EE5-A004-E657958631F0}" dt="2024-05-04T08:14:41.741" v="5044" actId="2696"/>
          <pc:sldLayoutMkLst>
            <pc:docMk/>
            <pc:sldMasterMk cId="1778584063" sldId="2147485463"/>
            <pc:sldLayoutMk cId="1652438291" sldId="2147485474"/>
          </pc:sldLayoutMkLst>
        </pc:sldLayoutChg>
      </pc:sldMasterChg>
      <pc:sldMasterChg chg="del delSldLayout">
        <pc:chgData name="한준 김" userId="7dd4edb89109a895" providerId="LiveId" clId="{B0EA322A-F585-4EE5-A004-E657958631F0}" dt="2024-04-20T04:39:16.097" v="4732" actId="2696"/>
        <pc:sldMasterMkLst>
          <pc:docMk/>
          <pc:sldMasterMk cId="1083071569" sldId="2147485469"/>
        </pc:sldMasterMkLst>
        <pc:sldLayoutChg chg="del">
          <pc:chgData name="한준 김" userId="7dd4edb89109a895" providerId="LiveId" clId="{B0EA322A-F585-4EE5-A004-E657958631F0}" dt="2024-04-20T04:39:16.097" v="4732" actId="2696"/>
          <pc:sldLayoutMkLst>
            <pc:docMk/>
            <pc:sldMasterMk cId="1083071569" sldId="2147485469"/>
            <pc:sldLayoutMk cId="507043287" sldId="2147485470"/>
          </pc:sldLayoutMkLst>
        </pc:sldLayoutChg>
        <pc:sldLayoutChg chg="del">
          <pc:chgData name="한준 김" userId="7dd4edb89109a895" providerId="LiveId" clId="{B0EA322A-F585-4EE5-A004-E657958631F0}" dt="2024-04-20T04:39:16.097" v="4732" actId="2696"/>
          <pc:sldLayoutMkLst>
            <pc:docMk/>
            <pc:sldMasterMk cId="1083071569" sldId="2147485469"/>
            <pc:sldLayoutMk cId="4266521967" sldId="2147485471"/>
          </pc:sldLayoutMkLst>
        </pc:sldLayoutChg>
        <pc:sldLayoutChg chg="del">
          <pc:chgData name="한준 김" userId="7dd4edb89109a895" providerId="LiveId" clId="{B0EA322A-F585-4EE5-A004-E657958631F0}" dt="2024-04-20T04:39:16.097" v="4732" actId="2696"/>
          <pc:sldLayoutMkLst>
            <pc:docMk/>
            <pc:sldMasterMk cId="1083071569" sldId="2147485469"/>
            <pc:sldLayoutMk cId="2859469229" sldId="2147485472"/>
          </pc:sldLayoutMkLst>
        </pc:sldLayoutChg>
        <pc:sldLayoutChg chg="del">
          <pc:chgData name="한준 김" userId="7dd4edb89109a895" providerId="LiveId" clId="{B0EA322A-F585-4EE5-A004-E657958631F0}" dt="2024-04-20T04:39:16.097" v="4732" actId="2696"/>
          <pc:sldLayoutMkLst>
            <pc:docMk/>
            <pc:sldMasterMk cId="1083071569" sldId="2147485469"/>
            <pc:sldLayoutMk cId="898389976" sldId="2147485473"/>
          </pc:sldLayoutMkLst>
        </pc:sldLayoutChg>
        <pc:sldLayoutChg chg="del">
          <pc:chgData name="한준 김" userId="7dd4edb89109a895" providerId="LiveId" clId="{B0EA322A-F585-4EE5-A004-E657958631F0}" dt="2024-04-20T04:39:16.097" v="4732" actId="2696"/>
          <pc:sldLayoutMkLst>
            <pc:docMk/>
            <pc:sldMasterMk cId="1083071569" sldId="2147485469"/>
            <pc:sldLayoutMk cId="661726435" sldId="2147485474"/>
          </pc:sldLayoutMkLst>
        </pc:sldLayoutChg>
        <pc:sldLayoutChg chg="del">
          <pc:chgData name="한준 김" userId="7dd4edb89109a895" providerId="LiveId" clId="{B0EA322A-F585-4EE5-A004-E657958631F0}" dt="2024-04-20T04:39:16.097" v="4732" actId="2696"/>
          <pc:sldLayoutMkLst>
            <pc:docMk/>
            <pc:sldMasterMk cId="1083071569" sldId="2147485469"/>
            <pc:sldLayoutMk cId="1602488684" sldId="2147485475"/>
          </pc:sldLayoutMkLst>
        </pc:sldLayoutChg>
        <pc:sldLayoutChg chg="del">
          <pc:chgData name="한준 김" userId="7dd4edb89109a895" providerId="LiveId" clId="{B0EA322A-F585-4EE5-A004-E657958631F0}" dt="2024-04-20T04:39:16.097" v="4732" actId="2696"/>
          <pc:sldLayoutMkLst>
            <pc:docMk/>
            <pc:sldMasterMk cId="1083071569" sldId="2147485469"/>
            <pc:sldLayoutMk cId="3983859691" sldId="2147485476"/>
          </pc:sldLayoutMkLst>
        </pc:sldLayoutChg>
        <pc:sldLayoutChg chg="del">
          <pc:chgData name="한준 김" userId="7dd4edb89109a895" providerId="LiveId" clId="{B0EA322A-F585-4EE5-A004-E657958631F0}" dt="2024-04-20T04:39:16.097" v="4732" actId="2696"/>
          <pc:sldLayoutMkLst>
            <pc:docMk/>
            <pc:sldMasterMk cId="1083071569" sldId="2147485469"/>
            <pc:sldLayoutMk cId="3158302939" sldId="2147485477"/>
          </pc:sldLayoutMkLst>
        </pc:sldLayoutChg>
        <pc:sldLayoutChg chg="del">
          <pc:chgData name="한준 김" userId="7dd4edb89109a895" providerId="LiveId" clId="{B0EA322A-F585-4EE5-A004-E657958631F0}" dt="2024-04-20T04:39:16.097" v="4732" actId="2696"/>
          <pc:sldLayoutMkLst>
            <pc:docMk/>
            <pc:sldMasterMk cId="1083071569" sldId="2147485469"/>
            <pc:sldLayoutMk cId="582652177" sldId="2147485478"/>
          </pc:sldLayoutMkLst>
        </pc:sldLayoutChg>
        <pc:sldLayoutChg chg="del">
          <pc:chgData name="한준 김" userId="7dd4edb89109a895" providerId="LiveId" clId="{B0EA322A-F585-4EE5-A004-E657958631F0}" dt="2024-04-20T04:39:16.097" v="4732" actId="2696"/>
          <pc:sldLayoutMkLst>
            <pc:docMk/>
            <pc:sldMasterMk cId="1083071569" sldId="2147485469"/>
            <pc:sldLayoutMk cId="2032616489" sldId="2147485479"/>
          </pc:sldLayoutMkLst>
        </pc:sldLayoutChg>
        <pc:sldLayoutChg chg="del">
          <pc:chgData name="한준 김" userId="7dd4edb89109a895" providerId="LiveId" clId="{B0EA322A-F585-4EE5-A004-E657958631F0}" dt="2024-04-20T04:39:16.097" v="4732" actId="2696"/>
          <pc:sldLayoutMkLst>
            <pc:docMk/>
            <pc:sldMasterMk cId="1083071569" sldId="2147485469"/>
            <pc:sldLayoutMk cId="1950958070" sldId="2147485480"/>
          </pc:sldLayoutMkLst>
        </pc:sldLayoutChg>
      </pc:sldMasterChg>
      <pc:sldMasterChg chg="del delSldLayout">
        <pc:chgData name="한준 김" userId="7dd4edb89109a895" providerId="LiveId" clId="{B0EA322A-F585-4EE5-A004-E657958631F0}" dt="2024-05-28T06:31:32.107" v="5843" actId="2696"/>
        <pc:sldMasterMkLst>
          <pc:docMk/>
          <pc:sldMasterMk cId="430264821" sldId="2147485475"/>
        </pc:sldMasterMkLst>
        <pc:sldLayoutChg chg="del">
          <pc:chgData name="한준 김" userId="7dd4edb89109a895" providerId="LiveId" clId="{B0EA322A-F585-4EE5-A004-E657958631F0}" dt="2024-05-28T06:31:32.107" v="5843" actId="2696"/>
          <pc:sldLayoutMkLst>
            <pc:docMk/>
            <pc:sldMasterMk cId="430264821" sldId="2147485475"/>
            <pc:sldLayoutMk cId="3145900669" sldId="2147485476"/>
          </pc:sldLayoutMkLst>
        </pc:sldLayoutChg>
        <pc:sldLayoutChg chg="del">
          <pc:chgData name="한준 김" userId="7dd4edb89109a895" providerId="LiveId" clId="{B0EA322A-F585-4EE5-A004-E657958631F0}" dt="2024-05-28T06:31:32.107" v="5843" actId="2696"/>
          <pc:sldLayoutMkLst>
            <pc:docMk/>
            <pc:sldMasterMk cId="430264821" sldId="2147485475"/>
            <pc:sldLayoutMk cId="492630798" sldId="2147485477"/>
          </pc:sldLayoutMkLst>
        </pc:sldLayoutChg>
        <pc:sldLayoutChg chg="del">
          <pc:chgData name="한준 김" userId="7dd4edb89109a895" providerId="LiveId" clId="{B0EA322A-F585-4EE5-A004-E657958631F0}" dt="2024-05-28T06:31:32.107" v="5843" actId="2696"/>
          <pc:sldLayoutMkLst>
            <pc:docMk/>
            <pc:sldMasterMk cId="430264821" sldId="2147485475"/>
            <pc:sldLayoutMk cId="3810099854" sldId="2147485478"/>
          </pc:sldLayoutMkLst>
        </pc:sldLayoutChg>
        <pc:sldLayoutChg chg="del">
          <pc:chgData name="한준 김" userId="7dd4edb89109a895" providerId="LiveId" clId="{B0EA322A-F585-4EE5-A004-E657958631F0}" dt="2024-05-28T06:31:32.107" v="5843" actId="2696"/>
          <pc:sldLayoutMkLst>
            <pc:docMk/>
            <pc:sldMasterMk cId="430264821" sldId="2147485475"/>
            <pc:sldLayoutMk cId="1805008339" sldId="2147485479"/>
          </pc:sldLayoutMkLst>
        </pc:sldLayoutChg>
        <pc:sldLayoutChg chg="del">
          <pc:chgData name="한준 김" userId="7dd4edb89109a895" providerId="LiveId" clId="{B0EA322A-F585-4EE5-A004-E657958631F0}" dt="2024-05-28T06:31:32.107" v="5843" actId="2696"/>
          <pc:sldLayoutMkLst>
            <pc:docMk/>
            <pc:sldMasterMk cId="430264821" sldId="2147485475"/>
            <pc:sldLayoutMk cId="3742927625" sldId="2147485480"/>
          </pc:sldLayoutMkLst>
        </pc:sldLayoutChg>
        <pc:sldLayoutChg chg="del">
          <pc:chgData name="한준 김" userId="7dd4edb89109a895" providerId="LiveId" clId="{B0EA322A-F585-4EE5-A004-E657958631F0}" dt="2024-05-28T06:31:32.107" v="5843" actId="2696"/>
          <pc:sldLayoutMkLst>
            <pc:docMk/>
            <pc:sldMasterMk cId="430264821" sldId="2147485475"/>
            <pc:sldLayoutMk cId="3189602624" sldId="2147485481"/>
          </pc:sldLayoutMkLst>
        </pc:sldLayoutChg>
        <pc:sldLayoutChg chg="del">
          <pc:chgData name="한준 김" userId="7dd4edb89109a895" providerId="LiveId" clId="{B0EA322A-F585-4EE5-A004-E657958631F0}" dt="2024-05-28T06:31:32.107" v="5843" actId="2696"/>
          <pc:sldLayoutMkLst>
            <pc:docMk/>
            <pc:sldMasterMk cId="430264821" sldId="2147485475"/>
            <pc:sldLayoutMk cId="1538315818" sldId="2147485482"/>
          </pc:sldLayoutMkLst>
        </pc:sldLayoutChg>
        <pc:sldLayoutChg chg="del">
          <pc:chgData name="한준 김" userId="7dd4edb89109a895" providerId="LiveId" clId="{B0EA322A-F585-4EE5-A004-E657958631F0}" dt="2024-05-28T06:31:32.107" v="5843" actId="2696"/>
          <pc:sldLayoutMkLst>
            <pc:docMk/>
            <pc:sldMasterMk cId="430264821" sldId="2147485475"/>
            <pc:sldLayoutMk cId="2993542679" sldId="2147485483"/>
          </pc:sldLayoutMkLst>
        </pc:sldLayoutChg>
        <pc:sldLayoutChg chg="del">
          <pc:chgData name="한준 김" userId="7dd4edb89109a895" providerId="LiveId" clId="{B0EA322A-F585-4EE5-A004-E657958631F0}" dt="2024-05-28T06:31:32.107" v="5843" actId="2696"/>
          <pc:sldLayoutMkLst>
            <pc:docMk/>
            <pc:sldMasterMk cId="430264821" sldId="2147485475"/>
            <pc:sldLayoutMk cId="3809049978" sldId="2147485484"/>
          </pc:sldLayoutMkLst>
        </pc:sldLayoutChg>
        <pc:sldLayoutChg chg="del">
          <pc:chgData name="한준 김" userId="7dd4edb89109a895" providerId="LiveId" clId="{B0EA322A-F585-4EE5-A004-E657958631F0}" dt="2024-05-28T06:31:32.107" v="5843" actId="2696"/>
          <pc:sldLayoutMkLst>
            <pc:docMk/>
            <pc:sldMasterMk cId="430264821" sldId="2147485475"/>
            <pc:sldLayoutMk cId="1332699032" sldId="2147485485"/>
          </pc:sldLayoutMkLst>
        </pc:sldLayoutChg>
        <pc:sldLayoutChg chg="del">
          <pc:chgData name="한준 김" userId="7dd4edb89109a895" providerId="LiveId" clId="{B0EA322A-F585-4EE5-A004-E657958631F0}" dt="2024-05-28T06:31:32.107" v="5843" actId="2696"/>
          <pc:sldLayoutMkLst>
            <pc:docMk/>
            <pc:sldMasterMk cId="430264821" sldId="2147485475"/>
            <pc:sldLayoutMk cId="4102259416" sldId="2147485486"/>
          </pc:sldLayoutMkLst>
        </pc:sldLayoutChg>
      </pc:sldMasterChg>
      <pc:sldMasterChg chg="del delSldLayout">
        <pc:chgData name="한준 김" userId="7dd4edb89109a895" providerId="LiveId" clId="{B0EA322A-F585-4EE5-A004-E657958631F0}" dt="2024-04-20T04:39:16.097" v="4732" actId="2696"/>
        <pc:sldMasterMkLst>
          <pc:docMk/>
          <pc:sldMasterMk cId="2167925340" sldId="2147485481"/>
        </pc:sldMasterMkLst>
        <pc:sldLayoutChg chg="del">
          <pc:chgData name="한준 김" userId="7dd4edb89109a895" providerId="LiveId" clId="{B0EA322A-F585-4EE5-A004-E657958631F0}" dt="2024-04-20T04:39:16.097" v="4732" actId="2696"/>
          <pc:sldLayoutMkLst>
            <pc:docMk/>
            <pc:sldMasterMk cId="2167925340" sldId="2147485481"/>
            <pc:sldLayoutMk cId="1890463085" sldId="2147485482"/>
          </pc:sldLayoutMkLst>
        </pc:sldLayoutChg>
        <pc:sldLayoutChg chg="del">
          <pc:chgData name="한준 김" userId="7dd4edb89109a895" providerId="LiveId" clId="{B0EA322A-F585-4EE5-A004-E657958631F0}" dt="2024-04-20T04:39:16.097" v="4732" actId="2696"/>
          <pc:sldLayoutMkLst>
            <pc:docMk/>
            <pc:sldMasterMk cId="2167925340" sldId="2147485481"/>
            <pc:sldLayoutMk cId="1216747838" sldId="2147485483"/>
          </pc:sldLayoutMkLst>
        </pc:sldLayoutChg>
        <pc:sldLayoutChg chg="del">
          <pc:chgData name="한준 김" userId="7dd4edb89109a895" providerId="LiveId" clId="{B0EA322A-F585-4EE5-A004-E657958631F0}" dt="2024-04-20T04:39:16.097" v="4732" actId="2696"/>
          <pc:sldLayoutMkLst>
            <pc:docMk/>
            <pc:sldMasterMk cId="2167925340" sldId="2147485481"/>
            <pc:sldLayoutMk cId="2630003375" sldId="2147485484"/>
          </pc:sldLayoutMkLst>
        </pc:sldLayoutChg>
        <pc:sldLayoutChg chg="del">
          <pc:chgData name="한준 김" userId="7dd4edb89109a895" providerId="LiveId" clId="{B0EA322A-F585-4EE5-A004-E657958631F0}" dt="2024-04-20T04:39:16.097" v="4732" actId="2696"/>
          <pc:sldLayoutMkLst>
            <pc:docMk/>
            <pc:sldMasterMk cId="2167925340" sldId="2147485481"/>
            <pc:sldLayoutMk cId="604677658" sldId="2147485485"/>
          </pc:sldLayoutMkLst>
        </pc:sldLayoutChg>
        <pc:sldLayoutChg chg="del">
          <pc:chgData name="한준 김" userId="7dd4edb89109a895" providerId="LiveId" clId="{B0EA322A-F585-4EE5-A004-E657958631F0}" dt="2024-04-20T04:39:16.097" v="4732" actId="2696"/>
          <pc:sldLayoutMkLst>
            <pc:docMk/>
            <pc:sldMasterMk cId="2167925340" sldId="2147485481"/>
            <pc:sldLayoutMk cId="2136111748" sldId="2147485486"/>
          </pc:sldLayoutMkLst>
        </pc:sldLayoutChg>
        <pc:sldLayoutChg chg="del">
          <pc:chgData name="한준 김" userId="7dd4edb89109a895" providerId="LiveId" clId="{B0EA322A-F585-4EE5-A004-E657958631F0}" dt="2024-04-20T04:39:16.097" v="4732" actId="2696"/>
          <pc:sldLayoutMkLst>
            <pc:docMk/>
            <pc:sldMasterMk cId="2167925340" sldId="2147485481"/>
            <pc:sldLayoutMk cId="2498808499" sldId="2147485487"/>
          </pc:sldLayoutMkLst>
        </pc:sldLayoutChg>
        <pc:sldLayoutChg chg="del">
          <pc:chgData name="한준 김" userId="7dd4edb89109a895" providerId="LiveId" clId="{B0EA322A-F585-4EE5-A004-E657958631F0}" dt="2024-04-20T04:39:16.097" v="4732" actId="2696"/>
          <pc:sldLayoutMkLst>
            <pc:docMk/>
            <pc:sldMasterMk cId="2167925340" sldId="2147485481"/>
            <pc:sldLayoutMk cId="1160751538" sldId="2147485488"/>
          </pc:sldLayoutMkLst>
        </pc:sldLayoutChg>
        <pc:sldLayoutChg chg="del">
          <pc:chgData name="한준 김" userId="7dd4edb89109a895" providerId="LiveId" clId="{B0EA322A-F585-4EE5-A004-E657958631F0}" dt="2024-04-20T04:39:16.097" v="4732" actId="2696"/>
          <pc:sldLayoutMkLst>
            <pc:docMk/>
            <pc:sldMasterMk cId="2167925340" sldId="2147485481"/>
            <pc:sldLayoutMk cId="4284605211" sldId="2147485489"/>
          </pc:sldLayoutMkLst>
        </pc:sldLayoutChg>
        <pc:sldLayoutChg chg="del">
          <pc:chgData name="한준 김" userId="7dd4edb89109a895" providerId="LiveId" clId="{B0EA322A-F585-4EE5-A004-E657958631F0}" dt="2024-04-20T04:39:16.097" v="4732" actId="2696"/>
          <pc:sldLayoutMkLst>
            <pc:docMk/>
            <pc:sldMasterMk cId="2167925340" sldId="2147485481"/>
            <pc:sldLayoutMk cId="3619839091" sldId="2147485490"/>
          </pc:sldLayoutMkLst>
        </pc:sldLayoutChg>
        <pc:sldLayoutChg chg="del">
          <pc:chgData name="한준 김" userId="7dd4edb89109a895" providerId="LiveId" clId="{B0EA322A-F585-4EE5-A004-E657958631F0}" dt="2024-04-20T04:39:16.097" v="4732" actId="2696"/>
          <pc:sldLayoutMkLst>
            <pc:docMk/>
            <pc:sldMasterMk cId="2167925340" sldId="2147485481"/>
            <pc:sldLayoutMk cId="596977312" sldId="2147485491"/>
          </pc:sldLayoutMkLst>
        </pc:sldLayoutChg>
        <pc:sldLayoutChg chg="del">
          <pc:chgData name="한준 김" userId="7dd4edb89109a895" providerId="LiveId" clId="{B0EA322A-F585-4EE5-A004-E657958631F0}" dt="2024-04-20T04:39:16.097" v="4732" actId="2696"/>
          <pc:sldLayoutMkLst>
            <pc:docMk/>
            <pc:sldMasterMk cId="2167925340" sldId="2147485481"/>
            <pc:sldLayoutMk cId="904107013" sldId="2147485492"/>
          </pc:sldLayoutMkLst>
        </pc:sldLayoutChg>
      </pc:sldMasterChg>
      <pc:sldMasterChg chg="del delSldLayout">
        <pc:chgData name="한준 김" userId="7dd4edb89109a895" providerId="LiveId" clId="{B0EA322A-F585-4EE5-A004-E657958631F0}" dt="2024-05-11T06:54:42.549" v="5250" actId="2696"/>
        <pc:sldMasterMkLst>
          <pc:docMk/>
          <pc:sldMasterMk cId="4046422114" sldId="2147485487"/>
        </pc:sldMasterMkLst>
        <pc:sldLayoutChg chg="del">
          <pc:chgData name="한준 김" userId="7dd4edb89109a895" providerId="LiveId" clId="{B0EA322A-F585-4EE5-A004-E657958631F0}" dt="2024-05-11T06:54:42.549" v="5250" actId="2696"/>
          <pc:sldLayoutMkLst>
            <pc:docMk/>
            <pc:sldMasterMk cId="4046422114" sldId="2147485487"/>
            <pc:sldLayoutMk cId="35995132" sldId="2147485488"/>
          </pc:sldLayoutMkLst>
        </pc:sldLayoutChg>
        <pc:sldLayoutChg chg="del">
          <pc:chgData name="한준 김" userId="7dd4edb89109a895" providerId="LiveId" clId="{B0EA322A-F585-4EE5-A004-E657958631F0}" dt="2024-05-11T06:54:42.549" v="5250" actId="2696"/>
          <pc:sldLayoutMkLst>
            <pc:docMk/>
            <pc:sldMasterMk cId="4046422114" sldId="2147485487"/>
            <pc:sldLayoutMk cId="2511728346" sldId="2147485489"/>
          </pc:sldLayoutMkLst>
        </pc:sldLayoutChg>
        <pc:sldLayoutChg chg="del">
          <pc:chgData name="한준 김" userId="7dd4edb89109a895" providerId="LiveId" clId="{B0EA322A-F585-4EE5-A004-E657958631F0}" dt="2024-05-11T06:54:42.549" v="5250" actId="2696"/>
          <pc:sldLayoutMkLst>
            <pc:docMk/>
            <pc:sldMasterMk cId="4046422114" sldId="2147485487"/>
            <pc:sldLayoutMk cId="3134387463" sldId="2147485490"/>
          </pc:sldLayoutMkLst>
        </pc:sldLayoutChg>
        <pc:sldLayoutChg chg="del">
          <pc:chgData name="한준 김" userId="7dd4edb89109a895" providerId="LiveId" clId="{B0EA322A-F585-4EE5-A004-E657958631F0}" dt="2024-05-11T06:54:42.549" v="5250" actId="2696"/>
          <pc:sldLayoutMkLst>
            <pc:docMk/>
            <pc:sldMasterMk cId="4046422114" sldId="2147485487"/>
            <pc:sldLayoutMk cId="2927251676" sldId="2147485491"/>
          </pc:sldLayoutMkLst>
        </pc:sldLayoutChg>
        <pc:sldLayoutChg chg="del">
          <pc:chgData name="한준 김" userId="7dd4edb89109a895" providerId="LiveId" clId="{B0EA322A-F585-4EE5-A004-E657958631F0}" dt="2024-05-11T06:54:42.549" v="5250" actId="2696"/>
          <pc:sldLayoutMkLst>
            <pc:docMk/>
            <pc:sldMasterMk cId="4046422114" sldId="2147485487"/>
            <pc:sldLayoutMk cId="2798981976" sldId="2147485492"/>
          </pc:sldLayoutMkLst>
        </pc:sldLayoutChg>
        <pc:sldLayoutChg chg="del">
          <pc:chgData name="한준 김" userId="7dd4edb89109a895" providerId="LiveId" clId="{B0EA322A-F585-4EE5-A004-E657958631F0}" dt="2024-05-11T06:54:42.549" v="5250" actId="2696"/>
          <pc:sldLayoutMkLst>
            <pc:docMk/>
            <pc:sldMasterMk cId="4046422114" sldId="2147485487"/>
            <pc:sldLayoutMk cId="2385352968" sldId="2147485493"/>
          </pc:sldLayoutMkLst>
        </pc:sldLayoutChg>
        <pc:sldLayoutChg chg="del">
          <pc:chgData name="한준 김" userId="7dd4edb89109a895" providerId="LiveId" clId="{B0EA322A-F585-4EE5-A004-E657958631F0}" dt="2024-05-11T06:54:42.549" v="5250" actId="2696"/>
          <pc:sldLayoutMkLst>
            <pc:docMk/>
            <pc:sldMasterMk cId="4046422114" sldId="2147485487"/>
            <pc:sldLayoutMk cId="2205444217" sldId="2147485494"/>
          </pc:sldLayoutMkLst>
        </pc:sldLayoutChg>
        <pc:sldLayoutChg chg="del">
          <pc:chgData name="한준 김" userId="7dd4edb89109a895" providerId="LiveId" clId="{B0EA322A-F585-4EE5-A004-E657958631F0}" dt="2024-05-11T06:54:42.549" v="5250" actId="2696"/>
          <pc:sldLayoutMkLst>
            <pc:docMk/>
            <pc:sldMasterMk cId="4046422114" sldId="2147485487"/>
            <pc:sldLayoutMk cId="3425945555" sldId="2147485495"/>
          </pc:sldLayoutMkLst>
        </pc:sldLayoutChg>
        <pc:sldLayoutChg chg="del">
          <pc:chgData name="한준 김" userId="7dd4edb89109a895" providerId="LiveId" clId="{B0EA322A-F585-4EE5-A004-E657958631F0}" dt="2024-05-11T06:54:42.549" v="5250" actId="2696"/>
          <pc:sldLayoutMkLst>
            <pc:docMk/>
            <pc:sldMasterMk cId="4046422114" sldId="2147485487"/>
            <pc:sldLayoutMk cId="3514598239" sldId="2147485496"/>
          </pc:sldLayoutMkLst>
        </pc:sldLayoutChg>
        <pc:sldLayoutChg chg="del">
          <pc:chgData name="한준 김" userId="7dd4edb89109a895" providerId="LiveId" clId="{B0EA322A-F585-4EE5-A004-E657958631F0}" dt="2024-05-11T06:54:42.549" v="5250" actId="2696"/>
          <pc:sldLayoutMkLst>
            <pc:docMk/>
            <pc:sldMasterMk cId="4046422114" sldId="2147485487"/>
            <pc:sldLayoutMk cId="928435045" sldId="2147485497"/>
          </pc:sldLayoutMkLst>
        </pc:sldLayoutChg>
        <pc:sldLayoutChg chg="del">
          <pc:chgData name="한준 김" userId="7dd4edb89109a895" providerId="LiveId" clId="{B0EA322A-F585-4EE5-A004-E657958631F0}" dt="2024-05-11T06:54:42.549" v="5250" actId="2696"/>
          <pc:sldLayoutMkLst>
            <pc:docMk/>
            <pc:sldMasterMk cId="4046422114" sldId="2147485487"/>
            <pc:sldLayoutMk cId="1398130766" sldId="2147485498"/>
          </pc:sldLayoutMkLst>
        </pc:sldLayoutChg>
      </pc:sldMasterChg>
      <pc:sldMasterChg chg="del delSldLayout">
        <pc:chgData name="한준 김" userId="7dd4edb89109a895" providerId="LiveId" clId="{B0EA322A-F585-4EE5-A004-E657958631F0}" dt="2024-05-11T06:54:42.549" v="5250" actId="2696"/>
        <pc:sldMasterMkLst>
          <pc:docMk/>
          <pc:sldMasterMk cId="1007204856" sldId="2147485499"/>
        </pc:sldMasterMkLst>
        <pc:sldLayoutChg chg="del">
          <pc:chgData name="한준 김" userId="7dd4edb89109a895" providerId="LiveId" clId="{B0EA322A-F585-4EE5-A004-E657958631F0}" dt="2024-05-11T06:54:42.549" v="5250" actId="2696"/>
          <pc:sldLayoutMkLst>
            <pc:docMk/>
            <pc:sldMasterMk cId="1007204856" sldId="2147485499"/>
            <pc:sldLayoutMk cId="3765206222" sldId="2147485500"/>
          </pc:sldLayoutMkLst>
        </pc:sldLayoutChg>
        <pc:sldLayoutChg chg="del">
          <pc:chgData name="한준 김" userId="7dd4edb89109a895" providerId="LiveId" clId="{B0EA322A-F585-4EE5-A004-E657958631F0}" dt="2024-05-11T06:54:42.549" v="5250" actId="2696"/>
          <pc:sldLayoutMkLst>
            <pc:docMk/>
            <pc:sldMasterMk cId="1007204856" sldId="2147485499"/>
            <pc:sldLayoutMk cId="1632604048" sldId="2147485501"/>
          </pc:sldLayoutMkLst>
        </pc:sldLayoutChg>
        <pc:sldLayoutChg chg="del">
          <pc:chgData name="한준 김" userId="7dd4edb89109a895" providerId="LiveId" clId="{B0EA322A-F585-4EE5-A004-E657958631F0}" dt="2024-05-11T06:54:42.549" v="5250" actId="2696"/>
          <pc:sldLayoutMkLst>
            <pc:docMk/>
            <pc:sldMasterMk cId="1007204856" sldId="2147485499"/>
            <pc:sldLayoutMk cId="839445660" sldId="2147485502"/>
          </pc:sldLayoutMkLst>
        </pc:sldLayoutChg>
        <pc:sldLayoutChg chg="del">
          <pc:chgData name="한준 김" userId="7dd4edb89109a895" providerId="LiveId" clId="{B0EA322A-F585-4EE5-A004-E657958631F0}" dt="2024-05-11T06:54:42.549" v="5250" actId="2696"/>
          <pc:sldLayoutMkLst>
            <pc:docMk/>
            <pc:sldMasterMk cId="1007204856" sldId="2147485499"/>
            <pc:sldLayoutMk cId="67167750" sldId="2147485503"/>
          </pc:sldLayoutMkLst>
        </pc:sldLayoutChg>
        <pc:sldLayoutChg chg="del">
          <pc:chgData name="한준 김" userId="7dd4edb89109a895" providerId="LiveId" clId="{B0EA322A-F585-4EE5-A004-E657958631F0}" dt="2024-05-11T06:54:42.549" v="5250" actId="2696"/>
          <pc:sldLayoutMkLst>
            <pc:docMk/>
            <pc:sldMasterMk cId="1007204856" sldId="2147485499"/>
            <pc:sldLayoutMk cId="3526374197" sldId="2147485504"/>
          </pc:sldLayoutMkLst>
        </pc:sldLayoutChg>
        <pc:sldLayoutChg chg="del">
          <pc:chgData name="한준 김" userId="7dd4edb89109a895" providerId="LiveId" clId="{B0EA322A-F585-4EE5-A004-E657958631F0}" dt="2024-05-11T06:54:42.549" v="5250" actId="2696"/>
          <pc:sldLayoutMkLst>
            <pc:docMk/>
            <pc:sldMasterMk cId="1007204856" sldId="2147485499"/>
            <pc:sldLayoutMk cId="1565303717" sldId="2147485505"/>
          </pc:sldLayoutMkLst>
        </pc:sldLayoutChg>
        <pc:sldLayoutChg chg="del">
          <pc:chgData name="한준 김" userId="7dd4edb89109a895" providerId="LiveId" clId="{B0EA322A-F585-4EE5-A004-E657958631F0}" dt="2024-05-11T06:54:42.549" v="5250" actId="2696"/>
          <pc:sldLayoutMkLst>
            <pc:docMk/>
            <pc:sldMasterMk cId="1007204856" sldId="2147485499"/>
            <pc:sldLayoutMk cId="4217671607" sldId="2147485506"/>
          </pc:sldLayoutMkLst>
        </pc:sldLayoutChg>
        <pc:sldLayoutChg chg="del">
          <pc:chgData name="한준 김" userId="7dd4edb89109a895" providerId="LiveId" clId="{B0EA322A-F585-4EE5-A004-E657958631F0}" dt="2024-05-11T06:54:42.549" v="5250" actId="2696"/>
          <pc:sldLayoutMkLst>
            <pc:docMk/>
            <pc:sldMasterMk cId="1007204856" sldId="2147485499"/>
            <pc:sldLayoutMk cId="2859694166" sldId="2147485507"/>
          </pc:sldLayoutMkLst>
        </pc:sldLayoutChg>
        <pc:sldLayoutChg chg="del">
          <pc:chgData name="한준 김" userId="7dd4edb89109a895" providerId="LiveId" clId="{B0EA322A-F585-4EE5-A004-E657958631F0}" dt="2024-05-11T06:54:42.549" v="5250" actId="2696"/>
          <pc:sldLayoutMkLst>
            <pc:docMk/>
            <pc:sldMasterMk cId="1007204856" sldId="2147485499"/>
            <pc:sldLayoutMk cId="394886409" sldId="2147485508"/>
          </pc:sldLayoutMkLst>
        </pc:sldLayoutChg>
        <pc:sldLayoutChg chg="del">
          <pc:chgData name="한준 김" userId="7dd4edb89109a895" providerId="LiveId" clId="{B0EA322A-F585-4EE5-A004-E657958631F0}" dt="2024-05-11T06:54:42.549" v="5250" actId="2696"/>
          <pc:sldLayoutMkLst>
            <pc:docMk/>
            <pc:sldMasterMk cId="1007204856" sldId="2147485499"/>
            <pc:sldLayoutMk cId="4155414350" sldId="2147485509"/>
          </pc:sldLayoutMkLst>
        </pc:sldLayoutChg>
        <pc:sldLayoutChg chg="del">
          <pc:chgData name="한준 김" userId="7dd4edb89109a895" providerId="LiveId" clId="{B0EA322A-F585-4EE5-A004-E657958631F0}" dt="2024-05-11T06:54:42.549" v="5250" actId="2696"/>
          <pc:sldLayoutMkLst>
            <pc:docMk/>
            <pc:sldMasterMk cId="1007204856" sldId="2147485499"/>
            <pc:sldLayoutMk cId="925073371" sldId="2147485510"/>
          </pc:sldLayoutMkLst>
        </pc:sldLayoutChg>
      </pc:sldMasterChg>
      <pc:sldMasterChg chg="del delSldLayout">
        <pc:chgData name="한준 김" userId="7dd4edb89109a895" providerId="LiveId" clId="{B0EA322A-F585-4EE5-A004-E657958631F0}" dt="2024-05-25T05:37:27.924" v="5654" actId="2696"/>
        <pc:sldMasterMkLst>
          <pc:docMk/>
          <pc:sldMasterMk cId="646849388" sldId="2147485523"/>
        </pc:sldMasterMkLst>
        <pc:sldLayoutChg chg="del">
          <pc:chgData name="한준 김" userId="7dd4edb89109a895" providerId="LiveId" clId="{B0EA322A-F585-4EE5-A004-E657958631F0}" dt="2024-05-25T05:37:27.924" v="5654" actId="2696"/>
          <pc:sldLayoutMkLst>
            <pc:docMk/>
            <pc:sldMasterMk cId="646849388" sldId="2147485523"/>
            <pc:sldLayoutMk cId="3388318696" sldId="2147485524"/>
          </pc:sldLayoutMkLst>
        </pc:sldLayoutChg>
        <pc:sldLayoutChg chg="del">
          <pc:chgData name="한준 김" userId="7dd4edb89109a895" providerId="LiveId" clId="{B0EA322A-F585-4EE5-A004-E657958631F0}" dt="2024-05-25T05:37:27.924" v="5654" actId="2696"/>
          <pc:sldLayoutMkLst>
            <pc:docMk/>
            <pc:sldMasterMk cId="646849388" sldId="2147485523"/>
            <pc:sldLayoutMk cId="144848455" sldId="2147485525"/>
          </pc:sldLayoutMkLst>
        </pc:sldLayoutChg>
        <pc:sldLayoutChg chg="del">
          <pc:chgData name="한준 김" userId="7dd4edb89109a895" providerId="LiveId" clId="{B0EA322A-F585-4EE5-A004-E657958631F0}" dt="2024-05-25T05:37:27.924" v="5654" actId="2696"/>
          <pc:sldLayoutMkLst>
            <pc:docMk/>
            <pc:sldMasterMk cId="646849388" sldId="2147485523"/>
            <pc:sldLayoutMk cId="3948640073" sldId="2147485526"/>
          </pc:sldLayoutMkLst>
        </pc:sldLayoutChg>
        <pc:sldLayoutChg chg="del">
          <pc:chgData name="한준 김" userId="7dd4edb89109a895" providerId="LiveId" clId="{B0EA322A-F585-4EE5-A004-E657958631F0}" dt="2024-05-25T05:37:27.924" v="5654" actId="2696"/>
          <pc:sldLayoutMkLst>
            <pc:docMk/>
            <pc:sldMasterMk cId="646849388" sldId="2147485523"/>
            <pc:sldLayoutMk cId="3047034013" sldId="2147485527"/>
          </pc:sldLayoutMkLst>
        </pc:sldLayoutChg>
        <pc:sldLayoutChg chg="del">
          <pc:chgData name="한준 김" userId="7dd4edb89109a895" providerId="LiveId" clId="{B0EA322A-F585-4EE5-A004-E657958631F0}" dt="2024-05-25T05:37:27.924" v="5654" actId="2696"/>
          <pc:sldLayoutMkLst>
            <pc:docMk/>
            <pc:sldMasterMk cId="646849388" sldId="2147485523"/>
            <pc:sldLayoutMk cId="2170782741" sldId="2147485528"/>
          </pc:sldLayoutMkLst>
        </pc:sldLayoutChg>
        <pc:sldLayoutChg chg="del">
          <pc:chgData name="한준 김" userId="7dd4edb89109a895" providerId="LiveId" clId="{B0EA322A-F585-4EE5-A004-E657958631F0}" dt="2024-05-25T05:37:27.924" v="5654" actId="2696"/>
          <pc:sldLayoutMkLst>
            <pc:docMk/>
            <pc:sldMasterMk cId="646849388" sldId="2147485523"/>
            <pc:sldLayoutMk cId="3042714847" sldId="2147485529"/>
          </pc:sldLayoutMkLst>
        </pc:sldLayoutChg>
        <pc:sldLayoutChg chg="del">
          <pc:chgData name="한준 김" userId="7dd4edb89109a895" providerId="LiveId" clId="{B0EA322A-F585-4EE5-A004-E657958631F0}" dt="2024-05-25T05:37:27.924" v="5654" actId="2696"/>
          <pc:sldLayoutMkLst>
            <pc:docMk/>
            <pc:sldMasterMk cId="646849388" sldId="2147485523"/>
            <pc:sldLayoutMk cId="3449518767" sldId="2147485530"/>
          </pc:sldLayoutMkLst>
        </pc:sldLayoutChg>
        <pc:sldLayoutChg chg="del">
          <pc:chgData name="한준 김" userId="7dd4edb89109a895" providerId="LiveId" clId="{B0EA322A-F585-4EE5-A004-E657958631F0}" dt="2024-05-25T05:37:27.924" v="5654" actId="2696"/>
          <pc:sldLayoutMkLst>
            <pc:docMk/>
            <pc:sldMasterMk cId="646849388" sldId="2147485523"/>
            <pc:sldLayoutMk cId="2707586408" sldId="2147485531"/>
          </pc:sldLayoutMkLst>
        </pc:sldLayoutChg>
        <pc:sldLayoutChg chg="del">
          <pc:chgData name="한준 김" userId="7dd4edb89109a895" providerId="LiveId" clId="{B0EA322A-F585-4EE5-A004-E657958631F0}" dt="2024-05-25T05:37:27.924" v="5654" actId="2696"/>
          <pc:sldLayoutMkLst>
            <pc:docMk/>
            <pc:sldMasterMk cId="646849388" sldId="2147485523"/>
            <pc:sldLayoutMk cId="30171019" sldId="2147485532"/>
          </pc:sldLayoutMkLst>
        </pc:sldLayoutChg>
        <pc:sldLayoutChg chg="del">
          <pc:chgData name="한준 김" userId="7dd4edb89109a895" providerId="LiveId" clId="{B0EA322A-F585-4EE5-A004-E657958631F0}" dt="2024-05-25T05:37:27.924" v="5654" actId="2696"/>
          <pc:sldLayoutMkLst>
            <pc:docMk/>
            <pc:sldMasterMk cId="646849388" sldId="2147485523"/>
            <pc:sldLayoutMk cId="114970462" sldId="2147485533"/>
          </pc:sldLayoutMkLst>
        </pc:sldLayoutChg>
        <pc:sldLayoutChg chg="del">
          <pc:chgData name="한준 김" userId="7dd4edb89109a895" providerId="LiveId" clId="{B0EA322A-F585-4EE5-A004-E657958631F0}" dt="2024-05-25T05:37:27.924" v="5654" actId="2696"/>
          <pc:sldLayoutMkLst>
            <pc:docMk/>
            <pc:sldMasterMk cId="646849388" sldId="2147485523"/>
            <pc:sldLayoutMk cId="3928379947" sldId="2147485534"/>
          </pc:sldLayoutMkLst>
        </pc:sldLayoutChg>
        <pc:sldLayoutChg chg="del">
          <pc:chgData name="한준 김" userId="7dd4edb89109a895" providerId="LiveId" clId="{B0EA322A-F585-4EE5-A004-E657958631F0}" dt="2024-05-25T05:37:27.924" v="5654" actId="2696"/>
          <pc:sldLayoutMkLst>
            <pc:docMk/>
            <pc:sldMasterMk cId="646849388" sldId="2147485523"/>
            <pc:sldLayoutMk cId="1223010152" sldId="2147485535"/>
          </pc:sldLayoutMkLst>
        </pc:sldLayoutChg>
        <pc:sldLayoutChg chg="del">
          <pc:chgData name="한준 김" userId="7dd4edb89109a895" providerId="LiveId" clId="{B0EA322A-F585-4EE5-A004-E657958631F0}" dt="2024-05-25T05:37:27.924" v="5654" actId="2696"/>
          <pc:sldLayoutMkLst>
            <pc:docMk/>
            <pc:sldMasterMk cId="646849388" sldId="2147485523"/>
            <pc:sldLayoutMk cId="3379954946" sldId="2147485536"/>
          </pc:sldLayoutMkLst>
        </pc:sldLayoutChg>
        <pc:sldLayoutChg chg="del">
          <pc:chgData name="한준 김" userId="7dd4edb89109a895" providerId="LiveId" clId="{B0EA322A-F585-4EE5-A004-E657958631F0}" dt="2024-05-25T05:37:27.924" v="5654" actId="2696"/>
          <pc:sldLayoutMkLst>
            <pc:docMk/>
            <pc:sldMasterMk cId="646849388" sldId="2147485523"/>
            <pc:sldLayoutMk cId="1019634721" sldId="2147485537"/>
          </pc:sldLayoutMkLst>
        </pc:sldLayoutChg>
        <pc:sldLayoutChg chg="del">
          <pc:chgData name="한준 김" userId="7dd4edb89109a895" providerId="LiveId" clId="{B0EA322A-F585-4EE5-A004-E657958631F0}" dt="2024-05-25T05:37:27.924" v="5654" actId="2696"/>
          <pc:sldLayoutMkLst>
            <pc:docMk/>
            <pc:sldMasterMk cId="646849388" sldId="2147485523"/>
            <pc:sldLayoutMk cId="2701119486" sldId="2147485538"/>
          </pc:sldLayoutMkLst>
        </pc:sldLayoutChg>
        <pc:sldLayoutChg chg="del">
          <pc:chgData name="한준 김" userId="7dd4edb89109a895" providerId="LiveId" clId="{B0EA322A-F585-4EE5-A004-E657958631F0}" dt="2024-05-25T05:37:27.924" v="5654" actId="2696"/>
          <pc:sldLayoutMkLst>
            <pc:docMk/>
            <pc:sldMasterMk cId="646849388" sldId="2147485523"/>
            <pc:sldLayoutMk cId="3959969317" sldId="2147485539"/>
          </pc:sldLayoutMkLst>
        </pc:sldLayoutChg>
        <pc:sldLayoutChg chg="del">
          <pc:chgData name="한준 김" userId="7dd4edb89109a895" providerId="LiveId" clId="{B0EA322A-F585-4EE5-A004-E657958631F0}" dt="2024-05-25T05:37:27.924" v="5654" actId="2696"/>
          <pc:sldLayoutMkLst>
            <pc:docMk/>
            <pc:sldMasterMk cId="646849388" sldId="2147485523"/>
            <pc:sldLayoutMk cId="1557963972" sldId="2147485540"/>
          </pc:sldLayoutMkLst>
        </pc:sldLayoutChg>
      </pc:sldMasterChg>
      <pc:sldMasterChg chg="del delSldLayout">
        <pc:chgData name="한준 김" userId="7dd4edb89109a895" providerId="LiveId" clId="{B0EA322A-F585-4EE5-A004-E657958631F0}" dt="2024-06-15T05:23:48.479" v="6646" actId="2696"/>
        <pc:sldMasterMkLst>
          <pc:docMk/>
          <pc:sldMasterMk cId="1911913977" sldId="2147485525"/>
        </pc:sldMasterMkLst>
        <pc:sldLayoutChg chg="del">
          <pc:chgData name="한준 김" userId="7dd4edb89109a895" providerId="LiveId" clId="{B0EA322A-F585-4EE5-A004-E657958631F0}" dt="2024-06-15T05:23:48.479" v="6646" actId="2696"/>
          <pc:sldLayoutMkLst>
            <pc:docMk/>
            <pc:sldMasterMk cId="1911913977" sldId="2147485525"/>
            <pc:sldLayoutMk cId="2674203862" sldId="2147485526"/>
          </pc:sldLayoutMkLst>
        </pc:sldLayoutChg>
        <pc:sldLayoutChg chg="del">
          <pc:chgData name="한준 김" userId="7dd4edb89109a895" providerId="LiveId" clId="{B0EA322A-F585-4EE5-A004-E657958631F0}" dt="2024-06-15T05:23:48.479" v="6646" actId="2696"/>
          <pc:sldLayoutMkLst>
            <pc:docMk/>
            <pc:sldMasterMk cId="1911913977" sldId="2147485525"/>
            <pc:sldLayoutMk cId="21799665" sldId="2147485527"/>
          </pc:sldLayoutMkLst>
        </pc:sldLayoutChg>
        <pc:sldLayoutChg chg="del">
          <pc:chgData name="한준 김" userId="7dd4edb89109a895" providerId="LiveId" clId="{B0EA322A-F585-4EE5-A004-E657958631F0}" dt="2024-06-15T05:23:48.479" v="6646" actId="2696"/>
          <pc:sldLayoutMkLst>
            <pc:docMk/>
            <pc:sldMasterMk cId="1911913977" sldId="2147485525"/>
            <pc:sldLayoutMk cId="1130272915" sldId="2147485528"/>
          </pc:sldLayoutMkLst>
        </pc:sldLayoutChg>
        <pc:sldLayoutChg chg="del">
          <pc:chgData name="한준 김" userId="7dd4edb89109a895" providerId="LiveId" clId="{B0EA322A-F585-4EE5-A004-E657958631F0}" dt="2024-06-15T05:23:48.479" v="6646" actId="2696"/>
          <pc:sldLayoutMkLst>
            <pc:docMk/>
            <pc:sldMasterMk cId="1911913977" sldId="2147485525"/>
            <pc:sldLayoutMk cId="959079973" sldId="2147485529"/>
          </pc:sldLayoutMkLst>
        </pc:sldLayoutChg>
        <pc:sldLayoutChg chg="del">
          <pc:chgData name="한준 김" userId="7dd4edb89109a895" providerId="LiveId" clId="{B0EA322A-F585-4EE5-A004-E657958631F0}" dt="2024-06-15T05:23:48.479" v="6646" actId="2696"/>
          <pc:sldLayoutMkLst>
            <pc:docMk/>
            <pc:sldMasterMk cId="1911913977" sldId="2147485525"/>
            <pc:sldLayoutMk cId="2002285607" sldId="2147485530"/>
          </pc:sldLayoutMkLst>
        </pc:sldLayoutChg>
        <pc:sldLayoutChg chg="del">
          <pc:chgData name="한준 김" userId="7dd4edb89109a895" providerId="LiveId" clId="{B0EA322A-F585-4EE5-A004-E657958631F0}" dt="2024-06-15T05:23:48.479" v="6646" actId="2696"/>
          <pc:sldLayoutMkLst>
            <pc:docMk/>
            <pc:sldMasterMk cId="1911913977" sldId="2147485525"/>
            <pc:sldLayoutMk cId="664137923" sldId="2147485531"/>
          </pc:sldLayoutMkLst>
        </pc:sldLayoutChg>
        <pc:sldLayoutChg chg="del">
          <pc:chgData name="한준 김" userId="7dd4edb89109a895" providerId="LiveId" clId="{B0EA322A-F585-4EE5-A004-E657958631F0}" dt="2024-06-15T05:23:48.479" v="6646" actId="2696"/>
          <pc:sldLayoutMkLst>
            <pc:docMk/>
            <pc:sldMasterMk cId="1911913977" sldId="2147485525"/>
            <pc:sldLayoutMk cId="1347702778" sldId="2147485532"/>
          </pc:sldLayoutMkLst>
        </pc:sldLayoutChg>
        <pc:sldLayoutChg chg="del">
          <pc:chgData name="한준 김" userId="7dd4edb89109a895" providerId="LiveId" clId="{B0EA322A-F585-4EE5-A004-E657958631F0}" dt="2024-06-15T05:23:48.479" v="6646" actId="2696"/>
          <pc:sldLayoutMkLst>
            <pc:docMk/>
            <pc:sldMasterMk cId="1911913977" sldId="2147485525"/>
            <pc:sldLayoutMk cId="3257457414" sldId="2147485533"/>
          </pc:sldLayoutMkLst>
        </pc:sldLayoutChg>
        <pc:sldLayoutChg chg="del">
          <pc:chgData name="한준 김" userId="7dd4edb89109a895" providerId="LiveId" clId="{B0EA322A-F585-4EE5-A004-E657958631F0}" dt="2024-06-15T05:23:48.479" v="6646" actId="2696"/>
          <pc:sldLayoutMkLst>
            <pc:docMk/>
            <pc:sldMasterMk cId="1911913977" sldId="2147485525"/>
            <pc:sldLayoutMk cId="2171879664" sldId="2147485534"/>
          </pc:sldLayoutMkLst>
        </pc:sldLayoutChg>
        <pc:sldLayoutChg chg="del">
          <pc:chgData name="한준 김" userId="7dd4edb89109a895" providerId="LiveId" clId="{B0EA322A-F585-4EE5-A004-E657958631F0}" dt="2024-06-15T05:23:48.479" v="6646" actId="2696"/>
          <pc:sldLayoutMkLst>
            <pc:docMk/>
            <pc:sldMasterMk cId="1911913977" sldId="2147485525"/>
            <pc:sldLayoutMk cId="4109854687" sldId="2147485535"/>
          </pc:sldLayoutMkLst>
        </pc:sldLayoutChg>
        <pc:sldLayoutChg chg="del">
          <pc:chgData name="한준 김" userId="7dd4edb89109a895" providerId="LiveId" clId="{B0EA322A-F585-4EE5-A004-E657958631F0}" dt="2024-06-15T05:23:48.479" v="6646" actId="2696"/>
          <pc:sldLayoutMkLst>
            <pc:docMk/>
            <pc:sldMasterMk cId="1911913977" sldId="2147485525"/>
            <pc:sldLayoutMk cId="1668425203" sldId="2147485536"/>
          </pc:sldLayoutMkLst>
        </pc:sldLayoutChg>
      </pc:sldMasterChg>
      <pc:sldMasterChg chg="del delSldLayout">
        <pc:chgData name="한준 김" userId="7dd4edb89109a895" providerId="LiveId" clId="{B0EA322A-F585-4EE5-A004-E657958631F0}" dt="2024-07-06T05:40:39.731" v="7464" actId="2696"/>
        <pc:sldMasterMkLst>
          <pc:docMk/>
          <pc:sldMasterMk cId="311097292" sldId="2147485537"/>
        </pc:sldMasterMkLst>
        <pc:sldLayoutChg chg="del">
          <pc:chgData name="한준 김" userId="7dd4edb89109a895" providerId="LiveId" clId="{B0EA322A-F585-4EE5-A004-E657958631F0}" dt="2024-07-06T05:40:39.731" v="7464" actId="2696"/>
          <pc:sldLayoutMkLst>
            <pc:docMk/>
            <pc:sldMasterMk cId="311097292" sldId="2147485537"/>
            <pc:sldLayoutMk cId="2937784544" sldId="2147485538"/>
          </pc:sldLayoutMkLst>
        </pc:sldLayoutChg>
        <pc:sldLayoutChg chg="del">
          <pc:chgData name="한준 김" userId="7dd4edb89109a895" providerId="LiveId" clId="{B0EA322A-F585-4EE5-A004-E657958631F0}" dt="2024-07-06T05:40:39.731" v="7464" actId="2696"/>
          <pc:sldLayoutMkLst>
            <pc:docMk/>
            <pc:sldMasterMk cId="311097292" sldId="2147485537"/>
            <pc:sldLayoutMk cId="2948647277" sldId="2147485539"/>
          </pc:sldLayoutMkLst>
        </pc:sldLayoutChg>
        <pc:sldLayoutChg chg="del">
          <pc:chgData name="한준 김" userId="7dd4edb89109a895" providerId="LiveId" clId="{B0EA322A-F585-4EE5-A004-E657958631F0}" dt="2024-07-06T05:40:39.731" v="7464" actId="2696"/>
          <pc:sldLayoutMkLst>
            <pc:docMk/>
            <pc:sldMasterMk cId="311097292" sldId="2147485537"/>
            <pc:sldLayoutMk cId="3150098637" sldId="2147485540"/>
          </pc:sldLayoutMkLst>
        </pc:sldLayoutChg>
        <pc:sldLayoutChg chg="del">
          <pc:chgData name="한준 김" userId="7dd4edb89109a895" providerId="LiveId" clId="{B0EA322A-F585-4EE5-A004-E657958631F0}" dt="2024-07-06T05:40:39.731" v="7464" actId="2696"/>
          <pc:sldLayoutMkLst>
            <pc:docMk/>
            <pc:sldMasterMk cId="311097292" sldId="2147485537"/>
            <pc:sldLayoutMk cId="1125267616" sldId="2147485541"/>
          </pc:sldLayoutMkLst>
        </pc:sldLayoutChg>
        <pc:sldLayoutChg chg="del">
          <pc:chgData name="한준 김" userId="7dd4edb89109a895" providerId="LiveId" clId="{B0EA322A-F585-4EE5-A004-E657958631F0}" dt="2024-07-06T05:40:39.731" v="7464" actId="2696"/>
          <pc:sldLayoutMkLst>
            <pc:docMk/>
            <pc:sldMasterMk cId="311097292" sldId="2147485537"/>
            <pc:sldLayoutMk cId="2061849878" sldId="2147485542"/>
          </pc:sldLayoutMkLst>
        </pc:sldLayoutChg>
        <pc:sldLayoutChg chg="del">
          <pc:chgData name="한준 김" userId="7dd4edb89109a895" providerId="LiveId" clId="{B0EA322A-F585-4EE5-A004-E657958631F0}" dt="2024-07-06T05:40:39.731" v="7464" actId="2696"/>
          <pc:sldLayoutMkLst>
            <pc:docMk/>
            <pc:sldMasterMk cId="311097292" sldId="2147485537"/>
            <pc:sldLayoutMk cId="3433152668" sldId="2147485543"/>
          </pc:sldLayoutMkLst>
        </pc:sldLayoutChg>
        <pc:sldLayoutChg chg="del">
          <pc:chgData name="한준 김" userId="7dd4edb89109a895" providerId="LiveId" clId="{B0EA322A-F585-4EE5-A004-E657958631F0}" dt="2024-07-06T05:40:39.731" v="7464" actId="2696"/>
          <pc:sldLayoutMkLst>
            <pc:docMk/>
            <pc:sldMasterMk cId="311097292" sldId="2147485537"/>
            <pc:sldLayoutMk cId="2554250808" sldId="2147485544"/>
          </pc:sldLayoutMkLst>
        </pc:sldLayoutChg>
        <pc:sldLayoutChg chg="del">
          <pc:chgData name="한준 김" userId="7dd4edb89109a895" providerId="LiveId" clId="{B0EA322A-F585-4EE5-A004-E657958631F0}" dt="2024-07-06T05:40:39.731" v="7464" actId="2696"/>
          <pc:sldLayoutMkLst>
            <pc:docMk/>
            <pc:sldMasterMk cId="311097292" sldId="2147485537"/>
            <pc:sldLayoutMk cId="950980605" sldId="2147485545"/>
          </pc:sldLayoutMkLst>
        </pc:sldLayoutChg>
        <pc:sldLayoutChg chg="del">
          <pc:chgData name="한준 김" userId="7dd4edb89109a895" providerId="LiveId" clId="{B0EA322A-F585-4EE5-A004-E657958631F0}" dt="2024-07-06T05:40:39.731" v="7464" actId="2696"/>
          <pc:sldLayoutMkLst>
            <pc:docMk/>
            <pc:sldMasterMk cId="311097292" sldId="2147485537"/>
            <pc:sldLayoutMk cId="438871732" sldId="2147485546"/>
          </pc:sldLayoutMkLst>
        </pc:sldLayoutChg>
        <pc:sldLayoutChg chg="del">
          <pc:chgData name="한준 김" userId="7dd4edb89109a895" providerId="LiveId" clId="{B0EA322A-F585-4EE5-A004-E657958631F0}" dt="2024-07-06T05:40:39.731" v="7464" actId="2696"/>
          <pc:sldLayoutMkLst>
            <pc:docMk/>
            <pc:sldMasterMk cId="311097292" sldId="2147485537"/>
            <pc:sldLayoutMk cId="4201199023" sldId="2147485547"/>
          </pc:sldLayoutMkLst>
        </pc:sldLayoutChg>
        <pc:sldLayoutChg chg="del">
          <pc:chgData name="한준 김" userId="7dd4edb89109a895" providerId="LiveId" clId="{B0EA322A-F585-4EE5-A004-E657958631F0}" dt="2024-07-06T05:40:39.731" v="7464" actId="2696"/>
          <pc:sldLayoutMkLst>
            <pc:docMk/>
            <pc:sldMasterMk cId="311097292" sldId="2147485537"/>
            <pc:sldLayoutMk cId="2205782763" sldId="2147485548"/>
          </pc:sldLayoutMkLst>
        </pc:sldLayoutChg>
      </pc:sldMasterChg>
      <pc:sldMasterChg chg="del delSldLayout">
        <pc:chgData name="한준 김" userId="7dd4edb89109a895" providerId="LiveId" clId="{B0EA322A-F585-4EE5-A004-E657958631F0}" dt="2024-05-25T05:37:27.924" v="5654" actId="2696"/>
        <pc:sldMasterMkLst>
          <pc:docMk/>
          <pc:sldMasterMk cId="1523832171" sldId="2147485541"/>
        </pc:sldMasterMkLst>
        <pc:sldLayoutChg chg="del">
          <pc:chgData name="한준 김" userId="7dd4edb89109a895" providerId="LiveId" clId="{B0EA322A-F585-4EE5-A004-E657958631F0}" dt="2024-05-25T05:37:27.924" v="5654" actId="2696"/>
          <pc:sldLayoutMkLst>
            <pc:docMk/>
            <pc:sldMasterMk cId="1523832171" sldId="2147485541"/>
            <pc:sldLayoutMk cId="628098122" sldId="2147485542"/>
          </pc:sldLayoutMkLst>
        </pc:sldLayoutChg>
        <pc:sldLayoutChg chg="del">
          <pc:chgData name="한준 김" userId="7dd4edb89109a895" providerId="LiveId" clId="{B0EA322A-F585-4EE5-A004-E657958631F0}" dt="2024-05-25T05:37:27.924" v="5654" actId="2696"/>
          <pc:sldLayoutMkLst>
            <pc:docMk/>
            <pc:sldMasterMk cId="1523832171" sldId="2147485541"/>
            <pc:sldLayoutMk cId="764228008" sldId="2147485543"/>
          </pc:sldLayoutMkLst>
        </pc:sldLayoutChg>
        <pc:sldLayoutChg chg="del">
          <pc:chgData name="한준 김" userId="7dd4edb89109a895" providerId="LiveId" clId="{B0EA322A-F585-4EE5-A004-E657958631F0}" dt="2024-05-25T05:37:27.924" v="5654" actId="2696"/>
          <pc:sldLayoutMkLst>
            <pc:docMk/>
            <pc:sldMasterMk cId="1523832171" sldId="2147485541"/>
            <pc:sldLayoutMk cId="2958350980" sldId="2147485544"/>
          </pc:sldLayoutMkLst>
        </pc:sldLayoutChg>
        <pc:sldLayoutChg chg="del">
          <pc:chgData name="한준 김" userId="7dd4edb89109a895" providerId="LiveId" clId="{B0EA322A-F585-4EE5-A004-E657958631F0}" dt="2024-05-25T05:37:27.924" v="5654" actId="2696"/>
          <pc:sldLayoutMkLst>
            <pc:docMk/>
            <pc:sldMasterMk cId="1523832171" sldId="2147485541"/>
            <pc:sldLayoutMk cId="3810301973" sldId="2147485545"/>
          </pc:sldLayoutMkLst>
        </pc:sldLayoutChg>
        <pc:sldLayoutChg chg="del">
          <pc:chgData name="한준 김" userId="7dd4edb89109a895" providerId="LiveId" clId="{B0EA322A-F585-4EE5-A004-E657958631F0}" dt="2024-05-25T05:37:27.924" v="5654" actId="2696"/>
          <pc:sldLayoutMkLst>
            <pc:docMk/>
            <pc:sldMasterMk cId="1523832171" sldId="2147485541"/>
            <pc:sldLayoutMk cId="1330674467" sldId="2147485546"/>
          </pc:sldLayoutMkLst>
        </pc:sldLayoutChg>
        <pc:sldLayoutChg chg="del">
          <pc:chgData name="한준 김" userId="7dd4edb89109a895" providerId="LiveId" clId="{B0EA322A-F585-4EE5-A004-E657958631F0}" dt="2024-05-25T05:37:27.924" v="5654" actId="2696"/>
          <pc:sldLayoutMkLst>
            <pc:docMk/>
            <pc:sldMasterMk cId="1523832171" sldId="2147485541"/>
            <pc:sldLayoutMk cId="2227455966" sldId="2147485547"/>
          </pc:sldLayoutMkLst>
        </pc:sldLayoutChg>
        <pc:sldLayoutChg chg="del">
          <pc:chgData name="한준 김" userId="7dd4edb89109a895" providerId="LiveId" clId="{B0EA322A-F585-4EE5-A004-E657958631F0}" dt="2024-05-25T05:37:27.924" v="5654" actId="2696"/>
          <pc:sldLayoutMkLst>
            <pc:docMk/>
            <pc:sldMasterMk cId="1523832171" sldId="2147485541"/>
            <pc:sldLayoutMk cId="2092767282" sldId="2147485548"/>
          </pc:sldLayoutMkLst>
        </pc:sldLayoutChg>
        <pc:sldLayoutChg chg="del">
          <pc:chgData name="한준 김" userId="7dd4edb89109a895" providerId="LiveId" clId="{B0EA322A-F585-4EE5-A004-E657958631F0}" dt="2024-05-25T05:37:27.924" v="5654" actId="2696"/>
          <pc:sldLayoutMkLst>
            <pc:docMk/>
            <pc:sldMasterMk cId="1523832171" sldId="2147485541"/>
            <pc:sldLayoutMk cId="961192971" sldId="2147485549"/>
          </pc:sldLayoutMkLst>
        </pc:sldLayoutChg>
        <pc:sldLayoutChg chg="del">
          <pc:chgData name="한준 김" userId="7dd4edb89109a895" providerId="LiveId" clId="{B0EA322A-F585-4EE5-A004-E657958631F0}" dt="2024-05-25T05:37:27.924" v="5654" actId="2696"/>
          <pc:sldLayoutMkLst>
            <pc:docMk/>
            <pc:sldMasterMk cId="1523832171" sldId="2147485541"/>
            <pc:sldLayoutMk cId="1578386006" sldId="2147485550"/>
          </pc:sldLayoutMkLst>
        </pc:sldLayoutChg>
        <pc:sldLayoutChg chg="del">
          <pc:chgData name="한준 김" userId="7dd4edb89109a895" providerId="LiveId" clId="{B0EA322A-F585-4EE5-A004-E657958631F0}" dt="2024-05-25T05:37:27.924" v="5654" actId="2696"/>
          <pc:sldLayoutMkLst>
            <pc:docMk/>
            <pc:sldMasterMk cId="1523832171" sldId="2147485541"/>
            <pc:sldLayoutMk cId="1145565563" sldId="2147485551"/>
          </pc:sldLayoutMkLst>
        </pc:sldLayoutChg>
        <pc:sldLayoutChg chg="del">
          <pc:chgData name="한준 김" userId="7dd4edb89109a895" providerId="LiveId" clId="{B0EA322A-F585-4EE5-A004-E657958631F0}" dt="2024-05-25T05:37:27.924" v="5654" actId="2696"/>
          <pc:sldLayoutMkLst>
            <pc:docMk/>
            <pc:sldMasterMk cId="1523832171" sldId="2147485541"/>
            <pc:sldLayoutMk cId="3096852110" sldId="2147485552"/>
          </pc:sldLayoutMkLst>
        </pc:sldLayoutChg>
      </pc:sldMasterChg>
      <pc:sldMasterChg chg="del delSldLayout">
        <pc:chgData name="한준 김" userId="7dd4edb89109a895" providerId="LiveId" clId="{B0EA322A-F585-4EE5-A004-E657958631F0}" dt="2024-07-06T05:35:18.519" v="7449" actId="2696"/>
        <pc:sldMasterMkLst>
          <pc:docMk/>
          <pc:sldMasterMk cId="1038317409" sldId="2147485549"/>
        </pc:sldMasterMkLst>
        <pc:sldLayoutChg chg="del">
          <pc:chgData name="한준 김" userId="7dd4edb89109a895" providerId="LiveId" clId="{B0EA322A-F585-4EE5-A004-E657958631F0}" dt="2024-07-06T05:35:18.519" v="7449" actId="2696"/>
          <pc:sldLayoutMkLst>
            <pc:docMk/>
            <pc:sldMasterMk cId="1038317409" sldId="2147485549"/>
            <pc:sldLayoutMk cId="826624754" sldId="2147485550"/>
          </pc:sldLayoutMkLst>
        </pc:sldLayoutChg>
        <pc:sldLayoutChg chg="del">
          <pc:chgData name="한준 김" userId="7dd4edb89109a895" providerId="LiveId" clId="{B0EA322A-F585-4EE5-A004-E657958631F0}" dt="2024-07-06T05:35:18.519" v="7449" actId="2696"/>
          <pc:sldLayoutMkLst>
            <pc:docMk/>
            <pc:sldMasterMk cId="1038317409" sldId="2147485549"/>
            <pc:sldLayoutMk cId="1973336354" sldId="2147485551"/>
          </pc:sldLayoutMkLst>
        </pc:sldLayoutChg>
        <pc:sldLayoutChg chg="del">
          <pc:chgData name="한준 김" userId="7dd4edb89109a895" providerId="LiveId" clId="{B0EA322A-F585-4EE5-A004-E657958631F0}" dt="2024-07-06T05:35:18.519" v="7449" actId="2696"/>
          <pc:sldLayoutMkLst>
            <pc:docMk/>
            <pc:sldMasterMk cId="1038317409" sldId="2147485549"/>
            <pc:sldLayoutMk cId="1668036743" sldId="2147485552"/>
          </pc:sldLayoutMkLst>
        </pc:sldLayoutChg>
        <pc:sldLayoutChg chg="del">
          <pc:chgData name="한준 김" userId="7dd4edb89109a895" providerId="LiveId" clId="{B0EA322A-F585-4EE5-A004-E657958631F0}" dt="2024-07-06T05:35:18.519" v="7449" actId="2696"/>
          <pc:sldLayoutMkLst>
            <pc:docMk/>
            <pc:sldMasterMk cId="1038317409" sldId="2147485549"/>
            <pc:sldLayoutMk cId="1763033443" sldId="2147485553"/>
          </pc:sldLayoutMkLst>
        </pc:sldLayoutChg>
        <pc:sldLayoutChg chg="del">
          <pc:chgData name="한준 김" userId="7dd4edb89109a895" providerId="LiveId" clId="{B0EA322A-F585-4EE5-A004-E657958631F0}" dt="2024-07-06T05:35:18.519" v="7449" actId="2696"/>
          <pc:sldLayoutMkLst>
            <pc:docMk/>
            <pc:sldMasterMk cId="1038317409" sldId="2147485549"/>
            <pc:sldLayoutMk cId="1503162353" sldId="2147485554"/>
          </pc:sldLayoutMkLst>
        </pc:sldLayoutChg>
        <pc:sldLayoutChg chg="del">
          <pc:chgData name="한준 김" userId="7dd4edb89109a895" providerId="LiveId" clId="{B0EA322A-F585-4EE5-A004-E657958631F0}" dt="2024-07-06T05:35:18.519" v="7449" actId="2696"/>
          <pc:sldLayoutMkLst>
            <pc:docMk/>
            <pc:sldMasterMk cId="1038317409" sldId="2147485549"/>
            <pc:sldLayoutMk cId="979740813" sldId="2147485555"/>
          </pc:sldLayoutMkLst>
        </pc:sldLayoutChg>
        <pc:sldLayoutChg chg="del">
          <pc:chgData name="한준 김" userId="7dd4edb89109a895" providerId="LiveId" clId="{B0EA322A-F585-4EE5-A004-E657958631F0}" dt="2024-07-06T05:35:18.519" v="7449" actId="2696"/>
          <pc:sldLayoutMkLst>
            <pc:docMk/>
            <pc:sldMasterMk cId="1038317409" sldId="2147485549"/>
            <pc:sldLayoutMk cId="3170182659" sldId="2147485556"/>
          </pc:sldLayoutMkLst>
        </pc:sldLayoutChg>
        <pc:sldLayoutChg chg="del">
          <pc:chgData name="한준 김" userId="7dd4edb89109a895" providerId="LiveId" clId="{B0EA322A-F585-4EE5-A004-E657958631F0}" dt="2024-07-06T05:35:18.519" v="7449" actId="2696"/>
          <pc:sldLayoutMkLst>
            <pc:docMk/>
            <pc:sldMasterMk cId="1038317409" sldId="2147485549"/>
            <pc:sldLayoutMk cId="3813344065" sldId="2147485557"/>
          </pc:sldLayoutMkLst>
        </pc:sldLayoutChg>
        <pc:sldLayoutChg chg="del">
          <pc:chgData name="한준 김" userId="7dd4edb89109a895" providerId="LiveId" clId="{B0EA322A-F585-4EE5-A004-E657958631F0}" dt="2024-07-06T05:35:18.519" v="7449" actId="2696"/>
          <pc:sldLayoutMkLst>
            <pc:docMk/>
            <pc:sldMasterMk cId="1038317409" sldId="2147485549"/>
            <pc:sldLayoutMk cId="1295218611" sldId="2147485558"/>
          </pc:sldLayoutMkLst>
        </pc:sldLayoutChg>
        <pc:sldLayoutChg chg="del">
          <pc:chgData name="한준 김" userId="7dd4edb89109a895" providerId="LiveId" clId="{B0EA322A-F585-4EE5-A004-E657958631F0}" dt="2024-07-06T05:35:18.519" v="7449" actId="2696"/>
          <pc:sldLayoutMkLst>
            <pc:docMk/>
            <pc:sldMasterMk cId="1038317409" sldId="2147485549"/>
            <pc:sldLayoutMk cId="967484238" sldId="2147485559"/>
          </pc:sldLayoutMkLst>
        </pc:sldLayoutChg>
        <pc:sldLayoutChg chg="del">
          <pc:chgData name="한준 김" userId="7dd4edb89109a895" providerId="LiveId" clId="{B0EA322A-F585-4EE5-A004-E657958631F0}" dt="2024-07-06T05:35:18.519" v="7449" actId="2696"/>
          <pc:sldLayoutMkLst>
            <pc:docMk/>
            <pc:sldMasterMk cId="1038317409" sldId="2147485549"/>
            <pc:sldLayoutMk cId="2471094351" sldId="2147485560"/>
          </pc:sldLayoutMkLst>
        </pc:sldLayoutChg>
      </pc:sldMasterChg>
      <pc:sldMasterChg chg="del delSldLayout">
        <pc:chgData name="한준 김" userId="7dd4edb89109a895" providerId="LiveId" clId="{B0EA322A-F585-4EE5-A004-E657958631F0}" dt="2024-06-29T06:12:53.142" v="7444" actId="2696"/>
        <pc:sldMasterMkLst>
          <pc:docMk/>
          <pc:sldMasterMk cId="1535498044" sldId="2147485561"/>
        </pc:sldMasterMkLst>
        <pc:sldLayoutChg chg="del">
          <pc:chgData name="한준 김" userId="7dd4edb89109a895" providerId="LiveId" clId="{B0EA322A-F585-4EE5-A004-E657958631F0}" dt="2024-06-29T06:12:53.142" v="7444" actId="2696"/>
          <pc:sldLayoutMkLst>
            <pc:docMk/>
            <pc:sldMasterMk cId="1535498044" sldId="2147485561"/>
            <pc:sldLayoutMk cId="2848871577" sldId="2147485562"/>
          </pc:sldLayoutMkLst>
        </pc:sldLayoutChg>
        <pc:sldLayoutChg chg="del">
          <pc:chgData name="한준 김" userId="7dd4edb89109a895" providerId="LiveId" clId="{B0EA322A-F585-4EE5-A004-E657958631F0}" dt="2024-06-29T06:12:53.142" v="7444" actId="2696"/>
          <pc:sldLayoutMkLst>
            <pc:docMk/>
            <pc:sldMasterMk cId="1535498044" sldId="2147485561"/>
            <pc:sldLayoutMk cId="430286958" sldId="2147485563"/>
          </pc:sldLayoutMkLst>
        </pc:sldLayoutChg>
        <pc:sldLayoutChg chg="del">
          <pc:chgData name="한준 김" userId="7dd4edb89109a895" providerId="LiveId" clId="{B0EA322A-F585-4EE5-A004-E657958631F0}" dt="2024-06-29T06:12:53.142" v="7444" actId="2696"/>
          <pc:sldLayoutMkLst>
            <pc:docMk/>
            <pc:sldMasterMk cId="1535498044" sldId="2147485561"/>
            <pc:sldLayoutMk cId="795515469" sldId="2147485564"/>
          </pc:sldLayoutMkLst>
        </pc:sldLayoutChg>
        <pc:sldLayoutChg chg="del">
          <pc:chgData name="한준 김" userId="7dd4edb89109a895" providerId="LiveId" clId="{B0EA322A-F585-4EE5-A004-E657958631F0}" dt="2024-06-29T06:12:53.142" v="7444" actId="2696"/>
          <pc:sldLayoutMkLst>
            <pc:docMk/>
            <pc:sldMasterMk cId="1535498044" sldId="2147485561"/>
            <pc:sldLayoutMk cId="3473332883" sldId="2147485565"/>
          </pc:sldLayoutMkLst>
        </pc:sldLayoutChg>
        <pc:sldLayoutChg chg="del">
          <pc:chgData name="한준 김" userId="7dd4edb89109a895" providerId="LiveId" clId="{B0EA322A-F585-4EE5-A004-E657958631F0}" dt="2024-06-29T06:12:53.142" v="7444" actId="2696"/>
          <pc:sldLayoutMkLst>
            <pc:docMk/>
            <pc:sldMasterMk cId="1535498044" sldId="2147485561"/>
            <pc:sldLayoutMk cId="3943508607" sldId="2147485566"/>
          </pc:sldLayoutMkLst>
        </pc:sldLayoutChg>
        <pc:sldLayoutChg chg="del">
          <pc:chgData name="한준 김" userId="7dd4edb89109a895" providerId="LiveId" clId="{B0EA322A-F585-4EE5-A004-E657958631F0}" dt="2024-06-29T06:12:53.142" v="7444" actId="2696"/>
          <pc:sldLayoutMkLst>
            <pc:docMk/>
            <pc:sldMasterMk cId="1535498044" sldId="2147485561"/>
            <pc:sldLayoutMk cId="436278303" sldId="2147485567"/>
          </pc:sldLayoutMkLst>
        </pc:sldLayoutChg>
        <pc:sldLayoutChg chg="del">
          <pc:chgData name="한준 김" userId="7dd4edb89109a895" providerId="LiveId" clId="{B0EA322A-F585-4EE5-A004-E657958631F0}" dt="2024-06-29T06:12:53.142" v="7444" actId="2696"/>
          <pc:sldLayoutMkLst>
            <pc:docMk/>
            <pc:sldMasterMk cId="1535498044" sldId="2147485561"/>
            <pc:sldLayoutMk cId="1898181356" sldId="2147485568"/>
          </pc:sldLayoutMkLst>
        </pc:sldLayoutChg>
        <pc:sldLayoutChg chg="del">
          <pc:chgData name="한준 김" userId="7dd4edb89109a895" providerId="LiveId" clId="{B0EA322A-F585-4EE5-A004-E657958631F0}" dt="2024-06-29T06:12:53.142" v="7444" actId="2696"/>
          <pc:sldLayoutMkLst>
            <pc:docMk/>
            <pc:sldMasterMk cId="1535498044" sldId="2147485561"/>
            <pc:sldLayoutMk cId="1596717573" sldId="2147485569"/>
          </pc:sldLayoutMkLst>
        </pc:sldLayoutChg>
        <pc:sldLayoutChg chg="del">
          <pc:chgData name="한준 김" userId="7dd4edb89109a895" providerId="LiveId" clId="{B0EA322A-F585-4EE5-A004-E657958631F0}" dt="2024-06-29T06:12:53.142" v="7444" actId="2696"/>
          <pc:sldLayoutMkLst>
            <pc:docMk/>
            <pc:sldMasterMk cId="1535498044" sldId="2147485561"/>
            <pc:sldLayoutMk cId="1971332104" sldId="2147485570"/>
          </pc:sldLayoutMkLst>
        </pc:sldLayoutChg>
        <pc:sldLayoutChg chg="del">
          <pc:chgData name="한준 김" userId="7dd4edb89109a895" providerId="LiveId" clId="{B0EA322A-F585-4EE5-A004-E657958631F0}" dt="2024-06-29T06:12:53.142" v="7444" actId="2696"/>
          <pc:sldLayoutMkLst>
            <pc:docMk/>
            <pc:sldMasterMk cId="1535498044" sldId="2147485561"/>
            <pc:sldLayoutMk cId="2590016032" sldId="2147485571"/>
          </pc:sldLayoutMkLst>
        </pc:sldLayoutChg>
        <pc:sldLayoutChg chg="del">
          <pc:chgData name="한준 김" userId="7dd4edb89109a895" providerId="LiveId" clId="{B0EA322A-F585-4EE5-A004-E657958631F0}" dt="2024-06-29T06:12:53.142" v="7444" actId="2696"/>
          <pc:sldLayoutMkLst>
            <pc:docMk/>
            <pc:sldMasterMk cId="1535498044" sldId="2147485561"/>
            <pc:sldLayoutMk cId="2554324587" sldId="2147485572"/>
          </pc:sldLayoutMkLst>
        </pc:sldLayoutChg>
        <pc:sldLayoutChg chg="del">
          <pc:chgData name="한준 김" userId="7dd4edb89109a895" providerId="LiveId" clId="{B0EA322A-F585-4EE5-A004-E657958631F0}" dt="2024-06-29T06:12:53.142" v="7444" actId="2696"/>
          <pc:sldLayoutMkLst>
            <pc:docMk/>
            <pc:sldMasterMk cId="1535498044" sldId="2147485561"/>
            <pc:sldLayoutMk cId="2212755182" sldId="2147485573"/>
          </pc:sldLayoutMkLst>
        </pc:sldLayoutChg>
        <pc:sldLayoutChg chg="del">
          <pc:chgData name="한준 김" userId="7dd4edb89109a895" providerId="LiveId" clId="{B0EA322A-F585-4EE5-A004-E657958631F0}" dt="2024-06-29T06:12:53.142" v="7444" actId="2696"/>
          <pc:sldLayoutMkLst>
            <pc:docMk/>
            <pc:sldMasterMk cId="1535498044" sldId="2147485561"/>
            <pc:sldLayoutMk cId="1018449637" sldId="2147485574"/>
          </pc:sldLayoutMkLst>
        </pc:sldLayoutChg>
        <pc:sldLayoutChg chg="del">
          <pc:chgData name="한준 김" userId="7dd4edb89109a895" providerId="LiveId" clId="{B0EA322A-F585-4EE5-A004-E657958631F0}" dt="2024-06-29T06:12:53.142" v="7444" actId="2696"/>
          <pc:sldLayoutMkLst>
            <pc:docMk/>
            <pc:sldMasterMk cId="1535498044" sldId="2147485561"/>
            <pc:sldLayoutMk cId="2454685500" sldId="2147485575"/>
          </pc:sldLayoutMkLst>
        </pc:sldLayoutChg>
        <pc:sldLayoutChg chg="del">
          <pc:chgData name="한준 김" userId="7dd4edb89109a895" providerId="LiveId" clId="{B0EA322A-F585-4EE5-A004-E657958631F0}" dt="2024-06-29T06:12:53.142" v="7444" actId="2696"/>
          <pc:sldLayoutMkLst>
            <pc:docMk/>
            <pc:sldMasterMk cId="1535498044" sldId="2147485561"/>
            <pc:sldLayoutMk cId="3099345489" sldId="2147485576"/>
          </pc:sldLayoutMkLst>
        </pc:sldLayoutChg>
        <pc:sldLayoutChg chg="del">
          <pc:chgData name="한준 김" userId="7dd4edb89109a895" providerId="LiveId" clId="{B0EA322A-F585-4EE5-A004-E657958631F0}" dt="2024-06-29T06:12:53.142" v="7444" actId="2696"/>
          <pc:sldLayoutMkLst>
            <pc:docMk/>
            <pc:sldMasterMk cId="1535498044" sldId="2147485561"/>
            <pc:sldLayoutMk cId="3545713555" sldId="2147485577"/>
          </pc:sldLayoutMkLst>
        </pc:sldLayoutChg>
        <pc:sldLayoutChg chg="del">
          <pc:chgData name="한준 김" userId="7dd4edb89109a895" providerId="LiveId" clId="{B0EA322A-F585-4EE5-A004-E657958631F0}" dt="2024-06-29T06:12:53.142" v="7444" actId="2696"/>
          <pc:sldLayoutMkLst>
            <pc:docMk/>
            <pc:sldMasterMk cId="1535498044" sldId="2147485561"/>
            <pc:sldLayoutMk cId="2466678800" sldId="2147485578"/>
          </pc:sldLayoutMkLst>
        </pc:sldLayoutChg>
      </pc:sldMasterChg>
      <pc:sldMasterChg chg="del delSldLayout">
        <pc:chgData name="한준 김" userId="7dd4edb89109a895" providerId="LiveId" clId="{B0EA322A-F585-4EE5-A004-E657958631F0}" dt="2024-06-15T05:23:48.479" v="6646" actId="2696"/>
        <pc:sldMasterMkLst>
          <pc:docMk/>
          <pc:sldMasterMk cId="3931939392" sldId="2147485561"/>
        </pc:sldMasterMkLst>
        <pc:sldLayoutChg chg="del">
          <pc:chgData name="한준 김" userId="7dd4edb89109a895" providerId="LiveId" clId="{B0EA322A-F585-4EE5-A004-E657958631F0}" dt="2024-06-15T05:23:48.479" v="6646" actId="2696"/>
          <pc:sldLayoutMkLst>
            <pc:docMk/>
            <pc:sldMasterMk cId="3931939392" sldId="2147485561"/>
            <pc:sldLayoutMk cId="3272084025" sldId="2147485562"/>
          </pc:sldLayoutMkLst>
        </pc:sldLayoutChg>
        <pc:sldLayoutChg chg="del">
          <pc:chgData name="한준 김" userId="7dd4edb89109a895" providerId="LiveId" clId="{B0EA322A-F585-4EE5-A004-E657958631F0}" dt="2024-06-15T05:23:48.479" v="6646" actId="2696"/>
          <pc:sldLayoutMkLst>
            <pc:docMk/>
            <pc:sldMasterMk cId="3931939392" sldId="2147485561"/>
            <pc:sldLayoutMk cId="2271764471" sldId="2147485563"/>
          </pc:sldLayoutMkLst>
        </pc:sldLayoutChg>
        <pc:sldLayoutChg chg="del">
          <pc:chgData name="한준 김" userId="7dd4edb89109a895" providerId="LiveId" clId="{B0EA322A-F585-4EE5-A004-E657958631F0}" dt="2024-06-15T05:23:48.479" v="6646" actId="2696"/>
          <pc:sldLayoutMkLst>
            <pc:docMk/>
            <pc:sldMasterMk cId="3931939392" sldId="2147485561"/>
            <pc:sldLayoutMk cId="1086644851" sldId="2147485564"/>
          </pc:sldLayoutMkLst>
        </pc:sldLayoutChg>
        <pc:sldLayoutChg chg="del">
          <pc:chgData name="한준 김" userId="7dd4edb89109a895" providerId="LiveId" clId="{B0EA322A-F585-4EE5-A004-E657958631F0}" dt="2024-06-15T05:23:48.479" v="6646" actId="2696"/>
          <pc:sldLayoutMkLst>
            <pc:docMk/>
            <pc:sldMasterMk cId="3931939392" sldId="2147485561"/>
            <pc:sldLayoutMk cId="2916818727" sldId="2147485565"/>
          </pc:sldLayoutMkLst>
        </pc:sldLayoutChg>
        <pc:sldLayoutChg chg="del">
          <pc:chgData name="한준 김" userId="7dd4edb89109a895" providerId="LiveId" clId="{B0EA322A-F585-4EE5-A004-E657958631F0}" dt="2024-06-15T05:23:48.479" v="6646" actId="2696"/>
          <pc:sldLayoutMkLst>
            <pc:docMk/>
            <pc:sldMasterMk cId="3931939392" sldId="2147485561"/>
            <pc:sldLayoutMk cId="3777567379" sldId="2147485566"/>
          </pc:sldLayoutMkLst>
        </pc:sldLayoutChg>
        <pc:sldLayoutChg chg="del">
          <pc:chgData name="한준 김" userId="7dd4edb89109a895" providerId="LiveId" clId="{B0EA322A-F585-4EE5-A004-E657958631F0}" dt="2024-06-15T05:23:48.479" v="6646" actId="2696"/>
          <pc:sldLayoutMkLst>
            <pc:docMk/>
            <pc:sldMasterMk cId="3931939392" sldId="2147485561"/>
            <pc:sldLayoutMk cId="1053307536" sldId="2147485567"/>
          </pc:sldLayoutMkLst>
        </pc:sldLayoutChg>
        <pc:sldLayoutChg chg="del">
          <pc:chgData name="한준 김" userId="7dd4edb89109a895" providerId="LiveId" clId="{B0EA322A-F585-4EE5-A004-E657958631F0}" dt="2024-06-15T05:23:48.479" v="6646" actId="2696"/>
          <pc:sldLayoutMkLst>
            <pc:docMk/>
            <pc:sldMasterMk cId="3931939392" sldId="2147485561"/>
            <pc:sldLayoutMk cId="2842309226" sldId="2147485568"/>
          </pc:sldLayoutMkLst>
        </pc:sldLayoutChg>
        <pc:sldLayoutChg chg="del">
          <pc:chgData name="한준 김" userId="7dd4edb89109a895" providerId="LiveId" clId="{B0EA322A-F585-4EE5-A004-E657958631F0}" dt="2024-06-15T05:23:48.479" v="6646" actId="2696"/>
          <pc:sldLayoutMkLst>
            <pc:docMk/>
            <pc:sldMasterMk cId="3931939392" sldId="2147485561"/>
            <pc:sldLayoutMk cId="438899879" sldId="2147485569"/>
          </pc:sldLayoutMkLst>
        </pc:sldLayoutChg>
        <pc:sldLayoutChg chg="del">
          <pc:chgData name="한준 김" userId="7dd4edb89109a895" providerId="LiveId" clId="{B0EA322A-F585-4EE5-A004-E657958631F0}" dt="2024-06-15T05:23:48.479" v="6646" actId="2696"/>
          <pc:sldLayoutMkLst>
            <pc:docMk/>
            <pc:sldMasterMk cId="3931939392" sldId="2147485561"/>
            <pc:sldLayoutMk cId="1577098818" sldId="2147485570"/>
          </pc:sldLayoutMkLst>
        </pc:sldLayoutChg>
        <pc:sldLayoutChg chg="del">
          <pc:chgData name="한준 김" userId="7dd4edb89109a895" providerId="LiveId" clId="{B0EA322A-F585-4EE5-A004-E657958631F0}" dt="2024-06-15T05:23:48.479" v="6646" actId="2696"/>
          <pc:sldLayoutMkLst>
            <pc:docMk/>
            <pc:sldMasterMk cId="3931939392" sldId="2147485561"/>
            <pc:sldLayoutMk cId="3127763715" sldId="2147485571"/>
          </pc:sldLayoutMkLst>
        </pc:sldLayoutChg>
        <pc:sldLayoutChg chg="del">
          <pc:chgData name="한준 김" userId="7dd4edb89109a895" providerId="LiveId" clId="{B0EA322A-F585-4EE5-A004-E657958631F0}" dt="2024-06-15T05:23:48.479" v="6646" actId="2696"/>
          <pc:sldLayoutMkLst>
            <pc:docMk/>
            <pc:sldMasterMk cId="3931939392" sldId="2147485561"/>
            <pc:sldLayoutMk cId="8354648" sldId="2147485572"/>
          </pc:sldLayoutMkLst>
        </pc:sldLayoutChg>
        <pc:sldLayoutChg chg="del">
          <pc:chgData name="한준 김" userId="7dd4edb89109a895" providerId="LiveId" clId="{B0EA322A-F585-4EE5-A004-E657958631F0}" dt="2024-06-15T05:23:48.479" v="6646" actId="2696"/>
          <pc:sldLayoutMkLst>
            <pc:docMk/>
            <pc:sldMasterMk cId="3931939392" sldId="2147485561"/>
            <pc:sldLayoutMk cId="1283733368" sldId="2147485573"/>
          </pc:sldLayoutMkLst>
        </pc:sldLayoutChg>
      </pc:sldMasterChg>
      <pc:sldMasterChg chg="del delSldLayout">
        <pc:chgData name="한준 김" userId="7dd4edb89109a895" providerId="LiveId" clId="{B0EA322A-F585-4EE5-A004-E657958631F0}" dt="2024-07-06T05:35:09.705" v="7448" actId="2696"/>
        <pc:sldMasterMkLst>
          <pc:docMk/>
          <pc:sldMasterMk cId="2260401389" sldId="2147485591"/>
        </pc:sldMasterMkLst>
        <pc:sldLayoutChg chg="del">
          <pc:chgData name="한준 김" userId="7dd4edb89109a895" providerId="LiveId" clId="{B0EA322A-F585-4EE5-A004-E657958631F0}" dt="2024-07-06T05:35:09.705" v="7448" actId="2696"/>
          <pc:sldLayoutMkLst>
            <pc:docMk/>
            <pc:sldMasterMk cId="2260401389" sldId="2147485591"/>
            <pc:sldLayoutMk cId="981278787" sldId="2147485592"/>
          </pc:sldLayoutMkLst>
        </pc:sldLayoutChg>
        <pc:sldLayoutChg chg="del">
          <pc:chgData name="한준 김" userId="7dd4edb89109a895" providerId="LiveId" clId="{B0EA322A-F585-4EE5-A004-E657958631F0}" dt="2024-07-06T05:35:09.705" v="7448" actId="2696"/>
          <pc:sldLayoutMkLst>
            <pc:docMk/>
            <pc:sldMasterMk cId="2260401389" sldId="2147485591"/>
            <pc:sldLayoutMk cId="3854851513" sldId="2147485593"/>
          </pc:sldLayoutMkLst>
        </pc:sldLayoutChg>
        <pc:sldLayoutChg chg="del">
          <pc:chgData name="한준 김" userId="7dd4edb89109a895" providerId="LiveId" clId="{B0EA322A-F585-4EE5-A004-E657958631F0}" dt="2024-07-06T05:35:09.705" v="7448" actId="2696"/>
          <pc:sldLayoutMkLst>
            <pc:docMk/>
            <pc:sldMasterMk cId="2260401389" sldId="2147485591"/>
            <pc:sldLayoutMk cId="1648012867" sldId="2147485594"/>
          </pc:sldLayoutMkLst>
        </pc:sldLayoutChg>
        <pc:sldLayoutChg chg="del">
          <pc:chgData name="한준 김" userId="7dd4edb89109a895" providerId="LiveId" clId="{B0EA322A-F585-4EE5-A004-E657958631F0}" dt="2024-07-06T05:35:09.705" v="7448" actId="2696"/>
          <pc:sldLayoutMkLst>
            <pc:docMk/>
            <pc:sldMasterMk cId="2260401389" sldId="2147485591"/>
            <pc:sldLayoutMk cId="1815535409" sldId="2147485595"/>
          </pc:sldLayoutMkLst>
        </pc:sldLayoutChg>
        <pc:sldLayoutChg chg="del">
          <pc:chgData name="한준 김" userId="7dd4edb89109a895" providerId="LiveId" clId="{B0EA322A-F585-4EE5-A004-E657958631F0}" dt="2024-07-06T05:35:09.705" v="7448" actId="2696"/>
          <pc:sldLayoutMkLst>
            <pc:docMk/>
            <pc:sldMasterMk cId="2260401389" sldId="2147485591"/>
            <pc:sldLayoutMk cId="85048698" sldId="2147485596"/>
          </pc:sldLayoutMkLst>
        </pc:sldLayoutChg>
        <pc:sldLayoutChg chg="del">
          <pc:chgData name="한준 김" userId="7dd4edb89109a895" providerId="LiveId" clId="{B0EA322A-F585-4EE5-A004-E657958631F0}" dt="2024-07-06T05:35:09.705" v="7448" actId="2696"/>
          <pc:sldLayoutMkLst>
            <pc:docMk/>
            <pc:sldMasterMk cId="2260401389" sldId="2147485591"/>
            <pc:sldLayoutMk cId="2901956294" sldId="2147485597"/>
          </pc:sldLayoutMkLst>
        </pc:sldLayoutChg>
        <pc:sldLayoutChg chg="del">
          <pc:chgData name="한준 김" userId="7dd4edb89109a895" providerId="LiveId" clId="{B0EA322A-F585-4EE5-A004-E657958631F0}" dt="2024-07-06T05:35:09.705" v="7448" actId="2696"/>
          <pc:sldLayoutMkLst>
            <pc:docMk/>
            <pc:sldMasterMk cId="2260401389" sldId="2147485591"/>
            <pc:sldLayoutMk cId="4273574424" sldId="2147485598"/>
          </pc:sldLayoutMkLst>
        </pc:sldLayoutChg>
        <pc:sldLayoutChg chg="del">
          <pc:chgData name="한준 김" userId="7dd4edb89109a895" providerId="LiveId" clId="{B0EA322A-F585-4EE5-A004-E657958631F0}" dt="2024-07-06T05:35:09.705" v="7448" actId="2696"/>
          <pc:sldLayoutMkLst>
            <pc:docMk/>
            <pc:sldMasterMk cId="2260401389" sldId="2147485591"/>
            <pc:sldLayoutMk cId="1097478713" sldId="2147485599"/>
          </pc:sldLayoutMkLst>
        </pc:sldLayoutChg>
        <pc:sldLayoutChg chg="del">
          <pc:chgData name="한준 김" userId="7dd4edb89109a895" providerId="LiveId" clId="{B0EA322A-F585-4EE5-A004-E657958631F0}" dt="2024-07-06T05:35:09.705" v="7448" actId="2696"/>
          <pc:sldLayoutMkLst>
            <pc:docMk/>
            <pc:sldMasterMk cId="2260401389" sldId="2147485591"/>
            <pc:sldLayoutMk cId="3743656693" sldId="2147485600"/>
          </pc:sldLayoutMkLst>
        </pc:sldLayoutChg>
        <pc:sldLayoutChg chg="del">
          <pc:chgData name="한준 김" userId="7dd4edb89109a895" providerId="LiveId" clId="{B0EA322A-F585-4EE5-A004-E657958631F0}" dt="2024-07-06T05:35:09.705" v="7448" actId="2696"/>
          <pc:sldLayoutMkLst>
            <pc:docMk/>
            <pc:sldMasterMk cId="2260401389" sldId="2147485591"/>
            <pc:sldLayoutMk cId="2172087722" sldId="2147485601"/>
          </pc:sldLayoutMkLst>
        </pc:sldLayoutChg>
        <pc:sldLayoutChg chg="del">
          <pc:chgData name="한준 김" userId="7dd4edb89109a895" providerId="LiveId" clId="{B0EA322A-F585-4EE5-A004-E657958631F0}" dt="2024-07-06T05:35:09.705" v="7448" actId="2696"/>
          <pc:sldLayoutMkLst>
            <pc:docMk/>
            <pc:sldMasterMk cId="2260401389" sldId="2147485591"/>
            <pc:sldLayoutMk cId="510990119" sldId="2147485602"/>
          </pc:sldLayoutMkLst>
        </pc:sldLayoutChg>
      </pc:sldMasterChg>
      <pc:sldMasterChg chg="del delSldLayout">
        <pc:chgData name="한준 김" userId="7dd4edb89109a895" providerId="LiveId" clId="{B0EA322A-F585-4EE5-A004-E657958631F0}" dt="2024-07-11T04:43:46.898" v="7807" actId="2696"/>
        <pc:sldMasterMkLst>
          <pc:docMk/>
          <pc:sldMasterMk cId="2747639926" sldId="2147485591"/>
        </pc:sldMasterMkLst>
        <pc:sldLayoutChg chg="del">
          <pc:chgData name="한준 김" userId="7dd4edb89109a895" providerId="LiveId" clId="{B0EA322A-F585-4EE5-A004-E657958631F0}" dt="2024-07-11T04:43:46.898" v="7807" actId="2696"/>
          <pc:sldLayoutMkLst>
            <pc:docMk/>
            <pc:sldMasterMk cId="2747639926" sldId="2147485591"/>
            <pc:sldLayoutMk cId="1851891827" sldId="2147485592"/>
          </pc:sldLayoutMkLst>
        </pc:sldLayoutChg>
        <pc:sldLayoutChg chg="del">
          <pc:chgData name="한준 김" userId="7dd4edb89109a895" providerId="LiveId" clId="{B0EA322A-F585-4EE5-A004-E657958631F0}" dt="2024-07-11T04:43:46.898" v="7807" actId="2696"/>
          <pc:sldLayoutMkLst>
            <pc:docMk/>
            <pc:sldMasterMk cId="2747639926" sldId="2147485591"/>
            <pc:sldLayoutMk cId="1130132783" sldId="2147485593"/>
          </pc:sldLayoutMkLst>
        </pc:sldLayoutChg>
        <pc:sldLayoutChg chg="del">
          <pc:chgData name="한준 김" userId="7dd4edb89109a895" providerId="LiveId" clId="{B0EA322A-F585-4EE5-A004-E657958631F0}" dt="2024-07-11T04:43:46.898" v="7807" actId="2696"/>
          <pc:sldLayoutMkLst>
            <pc:docMk/>
            <pc:sldMasterMk cId="2747639926" sldId="2147485591"/>
            <pc:sldLayoutMk cId="2272602392" sldId="2147485594"/>
          </pc:sldLayoutMkLst>
        </pc:sldLayoutChg>
        <pc:sldLayoutChg chg="del">
          <pc:chgData name="한준 김" userId="7dd4edb89109a895" providerId="LiveId" clId="{B0EA322A-F585-4EE5-A004-E657958631F0}" dt="2024-07-11T04:43:46.898" v="7807" actId="2696"/>
          <pc:sldLayoutMkLst>
            <pc:docMk/>
            <pc:sldMasterMk cId="2747639926" sldId="2147485591"/>
            <pc:sldLayoutMk cId="3711598589" sldId="2147485595"/>
          </pc:sldLayoutMkLst>
        </pc:sldLayoutChg>
        <pc:sldLayoutChg chg="del">
          <pc:chgData name="한준 김" userId="7dd4edb89109a895" providerId="LiveId" clId="{B0EA322A-F585-4EE5-A004-E657958631F0}" dt="2024-07-11T04:43:46.898" v="7807" actId="2696"/>
          <pc:sldLayoutMkLst>
            <pc:docMk/>
            <pc:sldMasterMk cId="2747639926" sldId="2147485591"/>
            <pc:sldLayoutMk cId="3099004827" sldId="2147485596"/>
          </pc:sldLayoutMkLst>
        </pc:sldLayoutChg>
        <pc:sldLayoutChg chg="del">
          <pc:chgData name="한준 김" userId="7dd4edb89109a895" providerId="LiveId" clId="{B0EA322A-F585-4EE5-A004-E657958631F0}" dt="2024-07-11T04:43:46.898" v="7807" actId="2696"/>
          <pc:sldLayoutMkLst>
            <pc:docMk/>
            <pc:sldMasterMk cId="2747639926" sldId="2147485591"/>
            <pc:sldLayoutMk cId="2621465730" sldId="2147485597"/>
          </pc:sldLayoutMkLst>
        </pc:sldLayoutChg>
        <pc:sldLayoutChg chg="del">
          <pc:chgData name="한준 김" userId="7dd4edb89109a895" providerId="LiveId" clId="{B0EA322A-F585-4EE5-A004-E657958631F0}" dt="2024-07-11T04:43:46.898" v="7807" actId="2696"/>
          <pc:sldLayoutMkLst>
            <pc:docMk/>
            <pc:sldMasterMk cId="2747639926" sldId="2147485591"/>
            <pc:sldLayoutMk cId="1549634046" sldId="2147485598"/>
          </pc:sldLayoutMkLst>
        </pc:sldLayoutChg>
        <pc:sldLayoutChg chg="del">
          <pc:chgData name="한준 김" userId="7dd4edb89109a895" providerId="LiveId" clId="{B0EA322A-F585-4EE5-A004-E657958631F0}" dt="2024-07-11T04:43:46.898" v="7807" actId="2696"/>
          <pc:sldLayoutMkLst>
            <pc:docMk/>
            <pc:sldMasterMk cId="2747639926" sldId="2147485591"/>
            <pc:sldLayoutMk cId="1958223275" sldId="2147485599"/>
          </pc:sldLayoutMkLst>
        </pc:sldLayoutChg>
        <pc:sldLayoutChg chg="del">
          <pc:chgData name="한준 김" userId="7dd4edb89109a895" providerId="LiveId" clId="{B0EA322A-F585-4EE5-A004-E657958631F0}" dt="2024-07-11T04:43:46.898" v="7807" actId="2696"/>
          <pc:sldLayoutMkLst>
            <pc:docMk/>
            <pc:sldMasterMk cId="2747639926" sldId="2147485591"/>
            <pc:sldLayoutMk cId="2519368655" sldId="2147485600"/>
          </pc:sldLayoutMkLst>
        </pc:sldLayoutChg>
        <pc:sldLayoutChg chg="del">
          <pc:chgData name="한준 김" userId="7dd4edb89109a895" providerId="LiveId" clId="{B0EA322A-F585-4EE5-A004-E657958631F0}" dt="2024-07-11T04:43:46.898" v="7807" actId="2696"/>
          <pc:sldLayoutMkLst>
            <pc:docMk/>
            <pc:sldMasterMk cId="2747639926" sldId="2147485591"/>
            <pc:sldLayoutMk cId="3963975309" sldId="2147485601"/>
          </pc:sldLayoutMkLst>
        </pc:sldLayoutChg>
        <pc:sldLayoutChg chg="del">
          <pc:chgData name="한준 김" userId="7dd4edb89109a895" providerId="LiveId" clId="{B0EA322A-F585-4EE5-A004-E657958631F0}" dt="2024-07-11T04:43:46.898" v="7807" actId="2696"/>
          <pc:sldLayoutMkLst>
            <pc:docMk/>
            <pc:sldMasterMk cId="2747639926" sldId="2147485591"/>
            <pc:sldLayoutMk cId="1390301545" sldId="214748560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Shape 1249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endParaRPr/>
          </a:p>
        </p:txBody>
      </p:sp>
      <p:sp>
        <p:nvSpPr>
          <p:cNvPr id="1250" name="Shape 125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52628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latinLnBrk="0">
      <a:spcBef>
        <a:spcPts val="400"/>
      </a:spcBef>
      <a:defRPr sz="1200">
        <a:latin typeface="+mn-lt"/>
        <a:ea typeface="+mn-ea"/>
        <a:cs typeface="+mn-cs"/>
        <a:sym typeface="굴림"/>
      </a:defRPr>
    </a:lvl1pPr>
    <a:lvl2pPr indent="227592" latinLnBrk="0">
      <a:spcBef>
        <a:spcPts val="400"/>
      </a:spcBef>
      <a:defRPr sz="1200">
        <a:latin typeface="+mn-lt"/>
        <a:ea typeface="+mn-ea"/>
        <a:cs typeface="+mn-cs"/>
        <a:sym typeface="굴림"/>
      </a:defRPr>
    </a:lvl2pPr>
    <a:lvl3pPr indent="455186" latinLnBrk="0">
      <a:spcBef>
        <a:spcPts val="400"/>
      </a:spcBef>
      <a:defRPr sz="1200">
        <a:latin typeface="+mn-lt"/>
        <a:ea typeface="+mn-ea"/>
        <a:cs typeface="+mn-cs"/>
        <a:sym typeface="굴림"/>
      </a:defRPr>
    </a:lvl3pPr>
    <a:lvl4pPr indent="682944" latinLnBrk="0">
      <a:spcBef>
        <a:spcPts val="400"/>
      </a:spcBef>
      <a:defRPr sz="1200">
        <a:latin typeface="+mn-lt"/>
        <a:ea typeface="+mn-ea"/>
        <a:cs typeface="+mn-cs"/>
        <a:sym typeface="굴림"/>
      </a:defRPr>
    </a:lvl4pPr>
    <a:lvl5pPr indent="910620" latinLnBrk="0">
      <a:spcBef>
        <a:spcPts val="400"/>
      </a:spcBef>
      <a:defRPr sz="1200">
        <a:latin typeface="+mn-lt"/>
        <a:ea typeface="+mn-ea"/>
        <a:cs typeface="+mn-cs"/>
        <a:sym typeface="굴림"/>
      </a:defRPr>
    </a:lvl5pPr>
    <a:lvl6pPr indent="1138213" latinLnBrk="0">
      <a:spcBef>
        <a:spcPts val="400"/>
      </a:spcBef>
      <a:defRPr sz="1200">
        <a:latin typeface="+mn-lt"/>
        <a:ea typeface="+mn-ea"/>
        <a:cs typeface="+mn-cs"/>
        <a:sym typeface="굴림"/>
      </a:defRPr>
    </a:lvl6pPr>
    <a:lvl7pPr indent="1365888" latinLnBrk="0">
      <a:spcBef>
        <a:spcPts val="400"/>
      </a:spcBef>
      <a:defRPr sz="1200">
        <a:latin typeface="+mn-lt"/>
        <a:ea typeface="+mn-ea"/>
        <a:cs typeface="+mn-cs"/>
        <a:sym typeface="굴림"/>
      </a:defRPr>
    </a:lvl7pPr>
    <a:lvl8pPr indent="1593518" latinLnBrk="0">
      <a:spcBef>
        <a:spcPts val="400"/>
      </a:spcBef>
      <a:defRPr sz="1200">
        <a:latin typeface="+mn-lt"/>
        <a:ea typeface="+mn-ea"/>
        <a:cs typeface="+mn-cs"/>
        <a:sym typeface="굴림"/>
      </a:defRPr>
    </a:lvl8pPr>
    <a:lvl9pPr indent="1821239" latinLnBrk="0">
      <a:spcBef>
        <a:spcPts val="400"/>
      </a:spcBef>
      <a:defRPr sz="1200">
        <a:latin typeface="+mn-lt"/>
        <a:ea typeface="+mn-ea"/>
        <a:cs typeface="+mn-cs"/>
        <a:sym typeface="굴림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https://youtu.be</a:t>
            </a:r>
            <a:r>
              <a:rPr lang="en-US" altLang="ko-KR"/>
              <a:t>/IE3-WjEVPQc</a:t>
            </a:r>
            <a:r>
              <a:rPr lang="en-US" altLang="ko-KR" dirty="0"/>
              <a:t>?si=vqBD5RKiwrs_PCVf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6685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https://www.youtube.com/watch?v=toK8Qr2GFfY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06207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B4E2D-B678-3451-A6FD-35D731915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41B1AC3-F02C-C118-A343-0E8B0A5C53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D366352-2E68-E91A-2F5B-A3D970F897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https://www.youtube.com/watch?v=MwrOqSYwyCI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72674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https://youtu.be/AY</a:t>
            </a:r>
            <a:r>
              <a:rPr lang="en-US" altLang="ko-KR"/>
              <a:t>_QuY-jgU0</a:t>
            </a:r>
            <a:r>
              <a:rPr lang="en-US" altLang="ko-KR" dirty="0"/>
              <a:t>?si=nL0mXa7l3hQp9Hao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87219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92F8C-B258-8946-C940-871C8800E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810F09-A370-4DDA-2445-6D96DDA1C7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5E6608-FB91-ECDE-DEE5-AEA5461228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https://www.youtube.com/watch?v=toK8Qr2GFfY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97009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6E233-5645-97F6-D8A5-227FB465B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9B38F4-3CDE-7D33-CD8E-6FE010EA2B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CA46F1-07B1-7D49-63F7-6E0922204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https://www.youtube.com/watch?v=toK8Qr2GFfY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05200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BCE73-E51D-4C47-920B-2E41C69FB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C10536-1252-89C3-657B-DC25BE383E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7976E2-7C99-66F5-EC1D-6B0148F606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https://youtu.be/AY</a:t>
            </a:r>
            <a:r>
              <a:rPr lang="en-US" altLang="ko-KR"/>
              <a:t>_QuY-jgU0</a:t>
            </a:r>
            <a:r>
              <a:rPr lang="en-US" altLang="ko-KR" dirty="0"/>
              <a:t>?si=nL0mXa7l3hQp9Hao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23624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FA828-1CEE-E29C-A181-1698E1F09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DED8C4-0234-BBC6-BB04-6545D5528C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DDD8405-44AB-9FA8-C54E-1943ABCB62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https://www.youtube.com/watch?v=MwrOqSYwyCI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18524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C987A-2B1A-631F-3761-0A84C29BB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5E2299-8598-A07B-D6FC-A8A20B8EC2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36DDAA2-0FB0-430A-776A-C778B414C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https://www.youtube.com/watch?v=MwrOqSYwyCI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20630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EAC6D-2FA0-80B4-87A3-EA16D9554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1F3843-F271-C535-B003-C5230C40B3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A7EC5C-9C05-C279-4516-517F3C73C0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https://www.youtube.com/watch?v=WM2lPRN3mxs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5723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E55BE-487F-6327-F205-FAE034034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863731-3CAE-3418-796D-024CD8A3EF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1D2BD24-8D2A-E785-E927-97DF51D411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https://www.youtube.com/watch?v=toK8Qr2GFfY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27709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031D7-7C15-F972-2512-587055257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92857F-5B53-4CF5-4E56-3CB54C6CD5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350298-A8DF-6FC2-FE56-2A914B60F4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https://www.youtube.com/watch?v=WM2lPRN3mxs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17408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7CEFF-C4FF-78B3-4E3D-C29A8409F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0372E1-5BE4-0021-6178-E7DF7B46D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A57DE6D-8F8A-CD0D-C32D-8525A0278D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https://www.youtube.com/watch?v=WM2lPRN3mxs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4864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970C6-AD2D-21F2-6636-4AD2CFB2E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F92491-F4D2-05B3-3D37-BE1197532B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B0CE959-642F-13CC-A6C6-6DBB656FE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https://www.youtube.com/watch?v=toK8Qr2GFfY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02430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5DBF4-8044-A286-8771-4E495B5D2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A02110-5849-A9B2-3BBB-A681351BB4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5833B0-EF8A-8ECE-5EE3-204EFCC949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https://www.youtube.com/watch?v=toK8Qr2GFfY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7563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ED9A5-2EC9-95EC-1EFC-864E6C3EA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CE23AD-79FB-0418-7A3F-5AB35BB8DE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A6EAD2C-B4B2-C9F0-89D7-F3B64160C3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https://www.youtube.com/watch?v=WM2lPRN3mxs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41302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82C9E-4C74-5B8C-F2B8-BE744FF37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C9ADE3-2A11-6902-51C3-47C35F5C00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9F393FF-D960-C571-49AD-007E7B0FBA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https://www.youtube.com/watch?v=toK8Qr2GFfY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79848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DB92C-F2DB-CB64-9680-5C3ABBF1F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E91596-F3E8-D02B-187A-3C3F1A30E0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05E3B65-FB04-4D51-2D8E-1076E3066A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https://www.youtube.com/watch?v=toK8Qr2GFfY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07642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47368-139F-2AEE-32F1-8F8B98BF2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149BCA-C7B2-AAC7-35AD-53B32F3FC0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FBEC45-51A7-19ED-D4CB-373436777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https://youtu.be</a:t>
            </a:r>
            <a:r>
              <a:rPr lang="en-US" altLang="ko-KR"/>
              <a:t>/IE3-WjEVPQc</a:t>
            </a:r>
            <a:r>
              <a:rPr lang="en-US" altLang="ko-KR" dirty="0"/>
              <a:t>?si=vqBD5RKiwrs_PCVf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29754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1AF0E-BE3F-D44D-DAE9-93590E2C9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79CAF3-EFD0-F6BB-1BFA-47F6EB820E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EE9CA0-2FC4-059D-570E-B4EC2164E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https://www.youtube.com/watch?v=toK8Qr2GFfY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60882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2A18D-0EC5-40DB-6A28-05BD2D439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094E90-30E5-18B5-4EDC-6D5EE76C90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D25E36-8660-D788-EB9F-6485823C8E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https://www.youtube.com/watch?v=WM2lPRN3mxs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04942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0A558-640F-D3A2-D7DD-F75B5F82A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E7B74C-98DF-0F5E-5505-828C3C6829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27A2D0-FC49-284D-2E69-0D5F814CC2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https://youtu.be</a:t>
            </a:r>
            <a:r>
              <a:rPr lang="en-US" altLang="ko-KR"/>
              <a:t>/IE3-WjEVPQc</a:t>
            </a:r>
            <a:r>
              <a:rPr lang="en-US" altLang="ko-KR" dirty="0"/>
              <a:t>?si=vqBD5RKiwrs_PCVf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31115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0BECF-D018-1A02-CD9B-279280562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1D5F01-D756-6A0E-259A-5BC248F6C1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EFE942-9A70-5369-7910-A533C1C1E2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https://www.youtube.com/watch?v=toK8Qr2GFfY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90357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0E7FB-E921-B658-C382-9D26A29C5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838013-4057-23E9-C5D2-B32C7339CE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627840-8C3B-8D80-39A2-EE4DC7CA8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https://www.youtube.com/watch?v=toK8Qr2GFfY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48317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9BDF2-0382-81F0-5D86-0C4844CB3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0C24CA-1C1F-4CAB-54AF-19294C29BB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ADC3391-B4EE-3E5D-5A86-8355E6029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https://www.youtube.com/watch?v=WM2lPRN3mxs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21371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8141B-EB8E-049F-C360-E1117112F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19E6C2-3056-D868-BD30-3C0801356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FF8604-2750-4BDC-D435-71106E4F23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https://www.youtube.com/watch?v=toK8Qr2GFfY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84785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6D2C5-272A-C27D-AC25-3DF49AA9C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D840002-A43B-587E-B226-63628455DF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476E648-29A0-43E0-EE36-762BD90512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https://youtu.be</a:t>
            </a:r>
            <a:r>
              <a:rPr lang="en-US" altLang="ko-KR"/>
              <a:t>/IE3-WjEVPQc</a:t>
            </a:r>
            <a:r>
              <a:rPr lang="en-US" altLang="ko-KR" dirty="0"/>
              <a:t>?si=vqBD5RKiwrs_PCVf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73964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F3C21-C80E-3C6B-EBA6-AC1EC1775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B224DE-A297-62A0-ADC9-BC68BCD421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1A383C-030A-ADE8-02F8-CD6471A1B4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https://youtu.be</a:t>
            </a:r>
            <a:r>
              <a:rPr lang="en-US" altLang="ko-KR"/>
              <a:t>/IE3-WjEVPQc</a:t>
            </a:r>
            <a:r>
              <a:rPr lang="en-US" altLang="ko-KR" dirty="0"/>
              <a:t>?si=vqBD5RKiwrs_PCVf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5965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898E3-C945-2FA9-1421-BB576B581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A03927-AAD3-D29F-2624-DF0AEEC2EA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6623C1-F4DF-A0D3-9AD2-7EDCF9C00E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https://www.youtube.com/watch?v=WM2lPRN3mxs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95787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9BDF2-0382-81F0-5D86-0C4844CB3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0C24CA-1C1F-4CAB-54AF-19294C29BB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ADC3391-B4EE-3E5D-5A86-8355E6029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https://www.youtube.com/watch?v=WM2lPRN3mxs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213718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96EDC-2650-9792-E5EF-B5164586A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253255-1C28-132D-B689-D718817DF2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EF3D95-12F3-4BC0-0E9C-80B9B8001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https://www.youtube.com/watch?v=toK8Qr2GFfY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3308065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2B9DA-CF46-0C6C-F2D7-F57DE9240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5ADADC-E42C-73B5-9DB3-E03A7D133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0B2A5B-BF99-CF90-4BB2-E6EF905EA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https://youtu.be</a:t>
            </a:r>
            <a:r>
              <a:rPr lang="en-US" altLang="ko-KR"/>
              <a:t>/IE3-WjEVPQc</a:t>
            </a:r>
            <a:r>
              <a:rPr lang="en-US" altLang="ko-KR" dirty="0"/>
              <a:t>?si=vqBD5RKiwrs_PCVf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843957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0158F-5535-A6E8-055C-AA6C83872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505387-2D69-2407-6498-44A6C25BB4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4B8B5A-9B9C-A56D-DB9F-963F2B31D9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https://www.youtube.com/watch?v=toK8Qr2GFfY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582173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F93B3-FF88-B530-D816-5095C93A0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7B214DC-D67E-3E9F-0D27-4B407169C8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D1253F-16F9-CD70-C52B-4718C6FBA6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https://www.youtube.com/watch?v=MwrOqSYwyCI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48986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3143C-5EE0-871B-392A-9773A0B2E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39EB3E4-FB57-3EBC-8B3C-FC262DF9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C8432B-EF23-9AE3-251F-0DCCB9534B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https://www.youtube.com/watch?v=toK8Qr2GFfY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480946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F7386-820D-CCFD-3938-8A2652307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D72E29-892E-AFCC-7808-9F305E6A23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37A355D-725E-50B4-36C9-510CC596D4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https://www.youtube.com/watch?v=MwrOqSYwyCI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575082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4AEFD-0006-A0BA-4A21-4DDBE18B3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4861FD-B830-2E80-3D90-F11CEFB8FC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A03ACD2-4E3C-2705-492E-EC850B12CC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https://www.youtube.com/watch?v=toK8Qr2GFfY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565636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A976A-9348-ED2F-7D49-DB807C6B0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E4BECF-1902-092D-D94B-A95B7ED571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E6CF6E-3988-2AA4-ADE5-89CB576902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https://youtu.be</a:t>
            </a:r>
            <a:r>
              <a:rPr lang="en-US" altLang="ko-KR"/>
              <a:t>/IE3-WjEVPQc</a:t>
            </a:r>
            <a:r>
              <a:rPr lang="en-US" altLang="ko-KR" dirty="0"/>
              <a:t>?si=vqBD5RKiwrs_PCVf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991579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D11E7-8D4F-EC35-10CC-4BEA343DB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C4B1CBB-9ADB-AE83-D9C0-072569F2AF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35EB451-DA23-D69B-740F-7503DAFAA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https://youtu.be</a:t>
            </a:r>
            <a:r>
              <a:rPr lang="en-US" altLang="ko-KR"/>
              <a:t>/IE3-WjEVPQc</a:t>
            </a:r>
            <a:r>
              <a:rPr lang="en-US" altLang="ko-KR" dirty="0"/>
              <a:t>?si=vqBD5RKiwrs_PCVf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274535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5EB5F-6D66-267C-993C-4DE8B8AF4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4A58BFF-E4E1-FDE0-A38F-0BF3D7E7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04C3F5-4CA6-D5F4-6C5A-48A424CA45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https://youtu.be</a:t>
            </a:r>
            <a:r>
              <a:rPr lang="en-US" altLang="ko-KR"/>
              <a:t>/IE3-WjEVPQc</a:t>
            </a:r>
            <a:r>
              <a:rPr lang="en-US" altLang="ko-KR" dirty="0"/>
              <a:t>?si=vqBD5RKiwrs_PCVf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775799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A0287-A75B-EEE8-75E7-0EAC45712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E2309CF-6250-0053-1ED7-C1FE621141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4B3B96F-C2E8-7509-E993-6551CCDB1E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https://youtu.be</a:t>
            </a:r>
            <a:r>
              <a:rPr lang="en-US" altLang="ko-KR"/>
              <a:t>/IE3-WjEVPQc</a:t>
            </a:r>
            <a:r>
              <a:rPr lang="en-US" altLang="ko-KR" dirty="0"/>
              <a:t>?si=vqBD5RKiwrs_PCVf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283645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DED97-BCFA-1BB4-42B8-CB12916EC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800670-0B23-B185-0F90-DDC4B4ADD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383B876-D29C-0E50-7C2B-5486768E1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https://youtu.be</a:t>
            </a:r>
            <a:r>
              <a:rPr lang="en-US" altLang="ko-KR"/>
              <a:t>/IE3-WjEVPQc</a:t>
            </a:r>
            <a:r>
              <a:rPr lang="en-US" altLang="ko-KR" dirty="0"/>
              <a:t>?si=vqBD5RKiwrs_PCVf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491353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6163D-3C75-A2A7-0409-5EAAAEEDA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83F3B10-908D-113F-1252-50FD576A0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2F9E63-B7BE-225F-B9F8-D12B43DD69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https://youtu.be</a:t>
            </a:r>
            <a:r>
              <a:rPr lang="en-US" altLang="ko-KR"/>
              <a:t>/IE3-WjEVPQc</a:t>
            </a:r>
            <a:r>
              <a:rPr lang="en-US" altLang="ko-KR" dirty="0"/>
              <a:t>?si=vqBD5RKiwrs_PCVf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153904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2A301-ABC7-4EC6-6B64-D79F27D5B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4C86108-F02D-4629-DF73-F78F3C9BCF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E550F07-D246-BAA4-5680-947F6646D7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https://youtu.be</a:t>
            </a:r>
            <a:r>
              <a:rPr lang="en-US" altLang="ko-KR"/>
              <a:t>/IE3-WjEVPQc</a:t>
            </a:r>
            <a:r>
              <a:rPr lang="en-US" altLang="ko-KR" dirty="0"/>
              <a:t>?si=vqBD5RKiwrs_PCVf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3349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26194" y="2102744"/>
            <a:ext cx="5123755" cy="814678"/>
          </a:xfrm>
        </p:spPr>
        <p:txBody>
          <a:bodyPr anchor="ctr">
            <a:no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latin typeface="레시피코리아 Medium" panose="02020603020101020101" pitchFamily="18" charset="-127"/>
                <a:ea typeface="레시피코리아 Medium" panose="02020603020101020101" pitchFamily="18" charset="-127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564644" y="558352"/>
            <a:ext cx="8005588" cy="4012253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08FE875F-FDE7-9F0B-9B98-BE40E96DDA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47295" cy="4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8943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5DFB7E42-7263-9C27-523E-0B227E7CDDF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6339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35664D5-DC1E-08A8-293E-78026791CF5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88199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341139E2-3E6E-C2E9-46CF-422DB7B7F4A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41719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2C7590A-876C-B45D-E5DA-8FC2D60C4C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1798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FA0949C-CA47-F7D4-8C99-735FE70160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0238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C627602-EFB8-9718-8F1F-706FD4F240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629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CB776FF-A21A-0022-8C58-D80723D9AB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058BD5A-CFD4-6D59-9BEC-E51BA31066B5}"/>
              </a:ext>
            </a:extLst>
          </p:cNvPr>
          <p:cNvSpPr/>
          <p:nvPr userDrawn="1"/>
        </p:nvSpPr>
        <p:spPr>
          <a:xfrm>
            <a:off x="529046" y="574766"/>
            <a:ext cx="8105503" cy="3997234"/>
          </a:xfrm>
          <a:prstGeom prst="roundRect">
            <a:avLst/>
          </a:prstGeom>
          <a:solidFill>
            <a:schemeClr val="bg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3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3B61202-9879-5C31-58C1-4E447A3D47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981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9F94DC35-6974-6227-BD36-FCB74FC8C97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3968" b="31395"/>
          <a:stretch>
            <a:fillRect/>
          </a:stretch>
        </p:blipFill>
        <p:spPr bwMode="auto">
          <a:xfrm>
            <a:off x="-140887" y="-6402"/>
            <a:ext cx="9425774" cy="5149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1AC55D0-8B0C-5BD9-4F1C-7E51408629FB}"/>
              </a:ext>
            </a:extLst>
          </p:cNvPr>
          <p:cNvSpPr/>
          <p:nvPr userDrawn="1"/>
        </p:nvSpPr>
        <p:spPr>
          <a:xfrm>
            <a:off x="529046" y="574766"/>
            <a:ext cx="8105503" cy="3997234"/>
          </a:xfrm>
          <a:prstGeom prst="roundRect">
            <a:avLst/>
          </a:prstGeom>
          <a:solidFill>
            <a:schemeClr val="bg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16477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CDF6B645-C0EB-F3DC-7C33-F9D584072F5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19" b="22518"/>
          <a:stretch>
            <a:fillRect/>
          </a:stretch>
        </p:blipFill>
        <p:spPr bwMode="auto">
          <a:xfrm>
            <a:off x="-107060" y="0"/>
            <a:ext cx="935812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F99489F-DC7C-5C3B-FA7D-C8CFD3C7B0E0}"/>
              </a:ext>
            </a:extLst>
          </p:cNvPr>
          <p:cNvSpPr/>
          <p:nvPr userDrawn="1"/>
        </p:nvSpPr>
        <p:spPr>
          <a:xfrm>
            <a:off x="529046" y="574766"/>
            <a:ext cx="8105503" cy="3997234"/>
          </a:xfrm>
          <a:prstGeom prst="roundRect">
            <a:avLst/>
          </a:prstGeom>
          <a:solidFill>
            <a:schemeClr val="bg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626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E0C2DA5-6A93-A5C5-DE4D-29539DB3E5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53" b="1669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F99489F-DC7C-5C3B-FA7D-C8CFD3C7B0E0}"/>
              </a:ext>
            </a:extLst>
          </p:cNvPr>
          <p:cNvSpPr/>
          <p:nvPr userDrawn="1"/>
        </p:nvSpPr>
        <p:spPr>
          <a:xfrm>
            <a:off x="529046" y="574766"/>
            <a:ext cx="8105503" cy="3997234"/>
          </a:xfrm>
          <a:prstGeom prst="roundRect">
            <a:avLst/>
          </a:prstGeom>
          <a:solidFill>
            <a:schemeClr val="bg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8222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CB189DA-2268-1E6C-92AD-626B8A0F23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4E132267-12D6-CBC4-6025-D791FF744D4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5750" y="352425"/>
            <a:ext cx="8677275" cy="4467225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E2C615DD-7AE6-4FFB-E497-4C8295C1EFA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90488" y="3448050"/>
            <a:ext cx="1114425" cy="1114425"/>
          </a:xfrm>
          <a:prstGeom prst="rect">
            <a:avLst/>
          </a:prstGeom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62B8C614-DFE1-8CE4-46E7-E49A9C6BD05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010525" y="-119063"/>
            <a:ext cx="1143000" cy="1143000"/>
          </a:xfrm>
          <a:prstGeom prst="rect">
            <a:avLst/>
          </a:prstGeom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38A7F242-7006-284B-0EDB-4581A3703BE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 rot="15834903">
            <a:off x="228600" y="114300"/>
            <a:ext cx="1033463" cy="1033463"/>
          </a:xfrm>
          <a:prstGeom prst="rect">
            <a:avLst/>
          </a:prstGeom>
        </p:spPr>
      </p:pic>
      <p:pic>
        <p:nvPicPr>
          <p:cNvPr id="9" name="Picture 7">
            <a:extLst>
              <a:ext uri="{FF2B5EF4-FFF2-40B4-BE49-F238E27FC236}">
                <a16:creationId xmlns:a16="http://schemas.microsoft.com/office/drawing/2014/main" id="{635E0E0E-BF81-3910-97A8-E9573FB2D90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814762" y="-104775"/>
            <a:ext cx="1519238" cy="1071563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F883F292-CF2E-B95E-9E6A-0EC59992310D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205037" y="1147652"/>
            <a:ext cx="4814888" cy="295276"/>
          </a:xfrm>
          <a:prstGeom prst="rect">
            <a:avLst/>
          </a:prstGeom>
        </p:spPr>
      </p:pic>
      <p:pic>
        <p:nvPicPr>
          <p:cNvPr id="11" name="Picture 9">
            <a:extLst>
              <a:ext uri="{FF2B5EF4-FFF2-40B4-BE49-F238E27FC236}">
                <a16:creationId xmlns:a16="http://schemas.microsoft.com/office/drawing/2014/main" id="{E79FFFB0-CB90-3A6C-CCF1-719C24A633C8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681912" y="3705225"/>
            <a:ext cx="1366838" cy="131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4308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514350"/>
            <a:ext cx="7200900" cy="11144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1714500"/>
            <a:ext cx="7200900" cy="2686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2987" y="4840039"/>
            <a:ext cx="903429" cy="303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2"/>
                </a:solidFill>
              </a:defRPr>
            </a:lvl1pPr>
          </a:lstStyle>
          <a:p>
            <a:pPr lvl="0">
              <a:defRPr/>
            </a:pPr>
            <a:fld id="{D422D86A-5F52-4165-8473-F1B836277586}" type="datetime1">
              <a:rPr lang="ko-KR" altLang="en-US" smtClean="0"/>
              <a:pPr lvl="0">
                <a:defRPr/>
              </a:pPr>
              <a:t>2026-08-01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173" y="4840039"/>
            <a:ext cx="4710623" cy="303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2"/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552" y="4840039"/>
            <a:ext cx="1197219" cy="303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2"/>
                </a:solidFill>
              </a:defRPr>
            </a:lvl1pPr>
          </a:lstStyle>
          <a:p>
            <a:pPr lvl="0">
              <a:defRPr/>
            </a:pPr>
            <a:fld id="{AD22CD3B-FDDF-4998-970C-76E6E0BEC65F}" type="slidenum">
              <a:rPr lang="ko-KR" altLang="en-US" smtClean="0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358571" y="282"/>
            <a:ext cx="17145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45116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736" r:id="rId1"/>
    <p:sldLayoutId id="2147486737" r:id="rId2"/>
    <p:sldLayoutId id="2147486747" r:id="rId3"/>
    <p:sldLayoutId id="2147486748" r:id="rId4"/>
    <p:sldLayoutId id="2147486749" r:id="rId5"/>
    <p:sldLayoutId id="2147486750" r:id="rId6"/>
    <p:sldLayoutId id="2147486751" r:id="rId7"/>
    <p:sldLayoutId id="2147486752" r:id="rId8"/>
    <p:sldLayoutId id="2147486753" r:id="rId9"/>
    <p:sldLayoutId id="2147486754" r:id="rId10"/>
    <p:sldLayoutId id="2147486755" r:id="rId11"/>
    <p:sldLayoutId id="2147486756" r:id="rId12"/>
    <p:sldLayoutId id="2147486769" r:id="rId13"/>
  </p:sldLayoutIdLst>
  <p:txStyles>
    <p:titleStyle>
      <a:lvl1pPr algn="l" defTabSz="685800" rtl="0" eaLnBrk="1" latinLnBrk="1" hangingPunct="1">
        <a:lnSpc>
          <a:spcPct val="89000"/>
        </a:lnSpc>
        <a:spcBef>
          <a:spcPct val="0"/>
        </a:spcBef>
        <a:buNone/>
        <a:defRPr sz="33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88036" indent="-288036" algn="l" defTabSz="685800" rtl="0" eaLnBrk="1" latinLnBrk="1" hangingPunct="1">
        <a:lnSpc>
          <a:spcPct val="94000"/>
        </a:lnSpc>
        <a:spcBef>
          <a:spcPts val="750"/>
        </a:spcBef>
        <a:spcAft>
          <a:spcPts val="150"/>
        </a:spcAft>
        <a:buFont typeface="Franklin Gothic Book" panose="020B0503020102020204" pitchFamily="34" charset="0"/>
        <a:buChar char="■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88036" algn="l" defTabSz="685800" rtl="0" eaLnBrk="1" latinLnBrk="1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5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028700" indent="-288036" algn="l" defTabSz="685800" rtl="0" eaLnBrk="1" latinLnBrk="1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35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371600" indent="-288036" algn="l" defTabSz="685800" rtl="0" eaLnBrk="1" latinLnBrk="1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35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1714500" indent="-288036" algn="l" defTabSz="685800" rtl="0" eaLnBrk="1" latinLnBrk="1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2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057400" indent="-288036" algn="l" defTabSz="685800" rtl="0" eaLnBrk="1" latinLnBrk="1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2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2400300" indent="-288036" algn="l" defTabSz="685800" rtl="0" eaLnBrk="1" latinLnBrk="1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05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743200" indent="-288036" algn="l" defTabSz="685800" rtl="0" eaLnBrk="1" latinLnBrk="1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05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086100" indent="-288036" algn="l" defTabSz="685800" rtl="0" eaLnBrk="1" latinLnBrk="1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05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14.xml"/><Relationship Id="rId7" Type="http://schemas.openxmlformats.org/officeDocument/2006/relationships/slide" Target="slide276.xml"/><Relationship Id="rId2" Type="http://schemas.openxmlformats.org/officeDocument/2006/relationships/slide" Target="slide29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59.xml"/><Relationship Id="rId5" Type="http://schemas.openxmlformats.org/officeDocument/2006/relationships/slide" Target="slide184.xml"/><Relationship Id="rId4" Type="http://schemas.openxmlformats.org/officeDocument/2006/relationships/slide" Target="slide13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04.xml"/><Relationship Id="rId13" Type="http://schemas.openxmlformats.org/officeDocument/2006/relationships/slide" Target="slide209.xml"/><Relationship Id="rId3" Type="http://schemas.openxmlformats.org/officeDocument/2006/relationships/slide" Target="slide24.xml"/><Relationship Id="rId7" Type="http://schemas.openxmlformats.org/officeDocument/2006/relationships/slide" Target="slide88.xml"/><Relationship Id="rId12" Type="http://schemas.openxmlformats.org/officeDocument/2006/relationships/slide" Target="slide167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1.xml"/><Relationship Id="rId6" Type="http://schemas.openxmlformats.org/officeDocument/2006/relationships/slide" Target="slide60.xml"/><Relationship Id="rId11" Type="http://schemas.openxmlformats.org/officeDocument/2006/relationships/slide" Target="slide159.xml"/><Relationship Id="rId5" Type="http://schemas.openxmlformats.org/officeDocument/2006/relationships/slide" Target="slide50.xml"/><Relationship Id="rId15" Type="http://schemas.openxmlformats.org/officeDocument/2006/relationships/slide" Target="slide234.xml"/><Relationship Id="rId10" Type="http://schemas.openxmlformats.org/officeDocument/2006/relationships/slide" Target="slide156.xml"/><Relationship Id="rId4" Type="http://schemas.openxmlformats.org/officeDocument/2006/relationships/slide" Target="slide45.xml"/><Relationship Id="rId9" Type="http://schemas.openxmlformats.org/officeDocument/2006/relationships/slide" Target="slide142.xml"/><Relationship Id="rId14" Type="http://schemas.openxmlformats.org/officeDocument/2006/relationships/slide" Target="slide21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71.xml"/><Relationship Id="rId13" Type="http://schemas.openxmlformats.org/officeDocument/2006/relationships/slide" Target="slide313.xml"/><Relationship Id="rId3" Type="http://schemas.openxmlformats.org/officeDocument/2006/relationships/slide" Target="slide76.xml"/><Relationship Id="rId7" Type="http://schemas.openxmlformats.org/officeDocument/2006/relationships/slide" Target="slide117.xml"/><Relationship Id="rId12" Type="http://schemas.openxmlformats.org/officeDocument/2006/relationships/slide" Target="slide295.xml"/><Relationship Id="rId2" Type="http://schemas.openxmlformats.org/officeDocument/2006/relationships/slide" Target="slide68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11.xml"/><Relationship Id="rId11" Type="http://schemas.openxmlformats.org/officeDocument/2006/relationships/slide" Target="slide289.xml"/><Relationship Id="rId5" Type="http://schemas.openxmlformats.org/officeDocument/2006/relationships/slide" Target="slide107.xml"/><Relationship Id="rId10" Type="http://schemas.openxmlformats.org/officeDocument/2006/relationships/slide" Target="slide229.xml"/><Relationship Id="rId4" Type="http://schemas.openxmlformats.org/officeDocument/2006/relationships/slide" Target="slide97.xml"/><Relationship Id="rId9" Type="http://schemas.openxmlformats.org/officeDocument/2006/relationships/slide" Target="slide193.xml"/><Relationship Id="rId14" Type="http://schemas.openxmlformats.org/officeDocument/2006/relationships/slide" Target="slide31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53.xml"/><Relationship Id="rId13" Type="http://schemas.openxmlformats.org/officeDocument/2006/relationships/slide" Target="slide308.xml"/><Relationship Id="rId3" Type="http://schemas.openxmlformats.org/officeDocument/2006/relationships/slide" Target="slide84.xml"/><Relationship Id="rId7" Type="http://schemas.openxmlformats.org/officeDocument/2006/relationships/slide" Target="slide148.xml"/><Relationship Id="rId12" Type="http://schemas.openxmlformats.org/officeDocument/2006/relationships/slide" Target="slide250.xml"/><Relationship Id="rId2" Type="http://schemas.openxmlformats.org/officeDocument/2006/relationships/slide" Target="slide8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36.xml"/><Relationship Id="rId11" Type="http://schemas.openxmlformats.org/officeDocument/2006/relationships/slide" Target="slide242.xml"/><Relationship Id="rId5" Type="http://schemas.openxmlformats.org/officeDocument/2006/relationships/slide" Target="slide7.xml"/><Relationship Id="rId10" Type="http://schemas.openxmlformats.org/officeDocument/2006/relationships/slide" Target="slide197.xml"/><Relationship Id="rId4" Type="http://schemas.openxmlformats.org/officeDocument/2006/relationships/slide" Target="slide91.xml"/><Relationship Id="rId9" Type="http://schemas.openxmlformats.org/officeDocument/2006/relationships/slide" Target="slide163.xml"/><Relationship Id="rId14" Type="http://schemas.openxmlformats.org/officeDocument/2006/relationships/slide" Target="slide34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135.xml"/><Relationship Id="rId13" Type="http://schemas.openxmlformats.org/officeDocument/2006/relationships/slide" Target="slide285.xml"/><Relationship Id="rId3" Type="http://schemas.openxmlformats.org/officeDocument/2006/relationships/slide" Target="slide128.xml"/><Relationship Id="rId7" Type="http://schemas.openxmlformats.org/officeDocument/2006/relationships/slide" Target="slide131.xml"/><Relationship Id="rId12" Type="http://schemas.openxmlformats.org/officeDocument/2006/relationships/slide" Target="slide238.xml"/><Relationship Id="rId2" Type="http://schemas.openxmlformats.org/officeDocument/2006/relationships/slide" Target="slide10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72.xml"/><Relationship Id="rId11" Type="http://schemas.openxmlformats.org/officeDocument/2006/relationships/slide" Target="slide201.xml"/><Relationship Id="rId5" Type="http://schemas.openxmlformats.org/officeDocument/2006/relationships/slide" Target="slide32.xml"/><Relationship Id="rId10" Type="http://schemas.openxmlformats.org/officeDocument/2006/relationships/slide" Target="slide188.xml"/><Relationship Id="rId4" Type="http://schemas.openxmlformats.org/officeDocument/2006/relationships/slide" Target="slide14.xml"/><Relationship Id="rId9" Type="http://schemas.openxmlformats.org/officeDocument/2006/relationships/slide" Target="slide175.xml"/><Relationship Id="rId14" Type="http://schemas.openxmlformats.org/officeDocument/2006/relationships/slide" Target="slide32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336.xml"/><Relationship Id="rId3" Type="http://schemas.openxmlformats.org/officeDocument/2006/relationships/slide" Target="slide54.xml"/><Relationship Id="rId7" Type="http://schemas.openxmlformats.org/officeDocument/2006/relationships/slide" Target="slide329.xml"/><Relationship Id="rId2" Type="http://schemas.openxmlformats.org/officeDocument/2006/relationships/slide" Target="slide12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65.xml"/><Relationship Id="rId5" Type="http://schemas.openxmlformats.org/officeDocument/2006/relationships/slide" Target="slide223.xml"/><Relationship Id="rId4" Type="http://schemas.openxmlformats.org/officeDocument/2006/relationships/slide" Target="slide65.xml"/><Relationship Id="rId9" Type="http://schemas.openxmlformats.org/officeDocument/2006/relationships/slide" Target="slide34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2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2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5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6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2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2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2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2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3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3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8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slideLayout" Target="../slideLayouts/slideLayout13.xml"/></Relationships>
</file>

<file path=ppt/slides/_rels/slide3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3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slideLayout" Target="../slideLayouts/slideLayout13.xml"/></Relationships>
</file>

<file path=ppt/slides/_rels/slide3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3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3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9593990-4AD3-AE2E-24F7-ED72162CC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7006A6E-5004-8EA6-266E-8911BCD03BC8}"/>
              </a:ext>
            </a:extLst>
          </p:cNvPr>
          <p:cNvSpPr txBox="1"/>
          <p:nvPr/>
        </p:nvSpPr>
        <p:spPr>
          <a:xfrm>
            <a:off x="284018" y="224445"/>
            <a:ext cx="8513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Ctrl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누르고 클릭하시면 해당 페이지로 이동합니다 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(Font - </a:t>
            </a:r>
            <a:r>
              <a:rPr lang="ko-KR" altLang="en-US" sz="1200" b="1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레시피코리아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Medium)</a:t>
            </a:r>
            <a:endParaRPr lang="ko-KR" altLang="en-US" sz="12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hlinkClick r:id="rId2" action="ppaction://hlinksldjump"/>
            <a:extLst>
              <a:ext uri="{FF2B5EF4-FFF2-40B4-BE49-F238E27FC236}">
                <a16:creationId xmlns:a16="http://schemas.microsoft.com/office/drawing/2014/main" id="{37653E36-E48E-EC61-75E1-08292F1377D0}"/>
              </a:ext>
            </a:extLst>
          </p:cNvPr>
          <p:cNvSpPr txBox="1"/>
          <p:nvPr/>
        </p:nvSpPr>
        <p:spPr>
          <a:xfrm>
            <a:off x="104430" y="619665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걸려 넘어져도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17" name="TextBox 16">
            <a:hlinkClick r:id="rId3" action="ppaction://hlinksldjump"/>
            <a:extLst>
              <a:ext uri="{FF2B5EF4-FFF2-40B4-BE49-F238E27FC236}">
                <a16:creationId xmlns:a16="http://schemas.microsoft.com/office/drawing/2014/main" id="{F9CEA496-0753-5732-7FC1-292CB3B0BF45}"/>
              </a:ext>
            </a:extLst>
          </p:cNvPr>
          <p:cNvSpPr txBox="1"/>
          <p:nvPr/>
        </p:nvSpPr>
        <p:spPr>
          <a:xfrm>
            <a:off x="3120836" y="619665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기뻐하며 왕께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2" name="TextBox 1">
            <a:hlinkClick r:id="rId4" action="ppaction://hlinksldjump"/>
            <a:extLst>
              <a:ext uri="{FF2B5EF4-FFF2-40B4-BE49-F238E27FC236}">
                <a16:creationId xmlns:a16="http://schemas.microsoft.com/office/drawing/2014/main" id="{FCC45106-E049-913D-42C8-5E2DAE5F5595}"/>
              </a:ext>
            </a:extLst>
          </p:cNvPr>
          <p:cNvSpPr txBox="1"/>
          <p:nvPr/>
        </p:nvSpPr>
        <p:spPr>
          <a:xfrm>
            <a:off x="6137242" y="632687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그분 </a:t>
            </a:r>
            <a:r>
              <a:rPr kumimoji="0" lang="ko-KR" alt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따라가려네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15" name="TextBox 14">
            <a:hlinkClick r:id="rId5" action="ppaction://hlinksldjump"/>
            <a:extLst>
              <a:ext uri="{FF2B5EF4-FFF2-40B4-BE49-F238E27FC236}">
                <a16:creationId xmlns:a16="http://schemas.microsoft.com/office/drawing/2014/main" id="{465797A4-C0CE-C973-C462-22206951A8BC}"/>
              </a:ext>
            </a:extLst>
          </p:cNvPr>
          <p:cNvSpPr txBox="1"/>
          <p:nvPr/>
        </p:nvSpPr>
        <p:spPr>
          <a:xfrm>
            <a:off x="104430" y="1146137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거룩하다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20" name="TextBox 19">
            <a:hlinkClick r:id="rId6" action="ppaction://hlinksldjump"/>
            <a:extLst>
              <a:ext uri="{FF2B5EF4-FFF2-40B4-BE49-F238E27FC236}">
                <a16:creationId xmlns:a16="http://schemas.microsoft.com/office/drawing/2014/main" id="{50244E7D-3975-5226-2B52-3FB70CB2AF32}"/>
              </a:ext>
            </a:extLst>
          </p:cNvPr>
          <p:cNvSpPr txBox="1"/>
          <p:nvPr/>
        </p:nvSpPr>
        <p:spPr>
          <a:xfrm>
            <a:off x="3120836" y="1146137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그 사랑 얼마나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23" name="TextBox 22">
            <a:hlinkClick r:id="rId7" action="ppaction://hlinksldjump"/>
            <a:extLst>
              <a:ext uri="{FF2B5EF4-FFF2-40B4-BE49-F238E27FC236}">
                <a16:creationId xmlns:a16="http://schemas.microsoft.com/office/drawing/2014/main" id="{B687D7AE-CB7B-03DC-8022-F0A57F83D259}"/>
              </a:ext>
            </a:extLst>
          </p:cNvPr>
          <p:cNvSpPr txBox="1"/>
          <p:nvPr/>
        </p:nvSpPr>
        <p:spPr>
          <a:xfrm>
            <a:off x="6137636" y="1146137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거룩한 삶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2C3E2F7E-068E-3B12-98BA-8D83D0A14F3B}"/>
              </a:ext>
            </a:extLst>
          </p:cNvPr>
          <p:cNvCxnSpPr/>
          <p:nvPr/>
        </p:nvCxnSpPr>
        <p:spPr>
          <a:xfrm>
            <a:off x="0" y="619665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6127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FF014B1-60CF-B839-7AA3-5916803D1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hlinkClick r:id="rId2" action="ppaction://hlinksldjump"/>
            <a:extLst>
              <a:ext uri="{FF2B5EF4-FFF2-40B4-BE49-F238E27FC236}">
                <a16:creationId xmlns:a16="http://schemas.microsoft.com/office/drawing/2014/main" id="{95EE3D5C-CF8B-EE30-085A-EA1F948F6B02}"/>
              </a:ext>
            </a:extLst>
          </p:cNvPr>
          <p:cNvSpPr txBox="1"/>
          <p:nvPr/>
        </p:nvSpPr>
        <p:spPr>
          <a:xfrm>
            <a:off x="104430" y="619665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나는 특별해요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6" name="TextBox 5">
            <a:hlinkClick r:id="rId3" action="ppaction://hlinksldjump"/>
            <a:extLst>
              <a:ext uri="{FF2B5EF4-FFF2-40B4-BE49-F238E27FC236}">
                <a16:creationId xmlns:a16="http://schemas.microsoft.com/office/drawing/2014/main" id="{C48B33CB-9BC7-9BAA-BF4F-E048D5D254FA}"/>
              </a:ext>
            </a:extLst>
          </p:cNvPr>
          <p:cNvSpPr txBox="1"/>
          <p:nvPr/>
        </p:nvSpPr>
        <p:spPr>
          <a:xfrm>
            <a:off x="3120836" y="1619573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내 마음의 한자리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0CE08D-D538-BC61-AC13-75A23400B0AF}"/>
              </a:ext>
            </a:extLst>
          </p:cNvPr>
          <p:cNvSpPr txBox="1"/>
          <p:nvPr/>
        </p:nvSpPr>
        <p:spPr>
          <a:xfrm>
            <a:off x="284018" y="224445"/>
            <a:ext cx="8513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Ctrl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누르고 클릭하시면 해당 페이지로 이동합니다 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(Font - </a:t>
            </a:r>
            <a:r>
              <a:rPr lang="ko-KR" altLang="en-US" sz="1200" b="1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레시피코리아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Medium)</a:t>
            </a:r>
            <a:endParaRPr lang="ko-KR" altLang="en-US" sz="12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hlinkClick r:id="rId4" action="ppaction://hlinksldjump"/>
            <a:extLst>
              <a:ext uri="{FF2B5EF4-FFF2-40B4-BE49-F238E27FC236}">
                <a16:creationId xmlns:a16="http://schemas.microsoft.com/office/drawing/2014/main" id="{BA66CBDF-2AD0-3D2F-873D-38A8993B58EF}"/>
              </a:ext>
            </a:extLst>
          </p:cNvPr>
          <p:cNvSpPr txBox="1"/>
          <p:nvPr/>
        </p:nvSpPr>
        <p:spPr>
          <a:xfrm>
            <a:off x="104430" y="1119619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나의 가장 낮은 마음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10" name="TextBox 9">
            <a:hlinkClick r:id="rId5" action="ppaction://hlinksldjump"/>
            <a:extLst>
              <a:ext uri="{FF2B5EF4-FFF2-40B4-BE49-F238E27FC236}">
                <a16:creationId xmlns:a16="http://schemas.microsoft.com/office/drawing/2014/main" id="{5C26F831-EB32-FA33-5E09-38693D88966A}"/>
              </a:ext>
            </a:extLst>
          </p:cNvPr>
          <p:cNvSpPr txBox="1"/>
          <p:nvPr/>
        </p:nvSpPr>
        <p:spPr>
          <a:xfrm>
            <a:off x="3120836" y="1119619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내 안에 부어 주소서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13" name="TextBox 12">
            <a:hlinkClick r:id="rId6" action="ppaction://hlinksldjump"/>
            <a:extLst>
              <a:ext uri="{FF2B5EF4-FFF2-40B4-BE49-F238E27FC236}">
                <a16:creationId xmlns:a16="http://schemas.microsoft.com/office/drawing/2014/main" id="{99F67747-260A-9321-0B31-C979453C89E8}"/>
              </a:ext>
            </a:extLst>
          </p:cNvPr>
          <p:cNvSpPr txBox="1"/>
          <p:nvPr/>
        </p:nvSpPr>
        <p:spPr>
          <a:xfrm>
            <a:off x="6137242" y="619665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너는 꽃이야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19" name="TextBox 18">
            <a:hlinkClick r:id="rId7" action="ppaction://hlinksldjump"/>
            <a:extLst>
              <a:ext uri="{FF2B5EF4-FFF2-40B4-BE49-F238E27FC236}">
                <a16:creationId xmlns:a16="http://schemas.microsoft.com/office/drawing/2014/main" id="{50472B9F-48B1-0BBD-99E8-FA35B1B3EA70}"/>
              </a:ext>
            </a:extLst>
          </p:cNvPr>
          <p:cNvSpPr txBox="1"/>
          <p:nvPr/>
        </p:nvSpPr>
        <p:spPr>
          <a:xfrm>
            <a:off x="3122472" y="619665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너와 나의 모습이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21" name="TextBox 20">
            <a:hlinkClick r:id="rId8" action="ppaction://hlinksldjump"/>
            <a:extLst>
              <a:ext uri="{FF2B5EF4-FFF2-40B4-BE49-F238E27FC236}">
                <a16:creationId xmlns:a16="http://schemas.microsoft.com/office/drawing/2014/main" id="{A87490D0-DA59-7DAC-D545-EAEFA7D514E5}"/>
              </a:ext>
            </a:extLst>
          </p:cNvPr>
          <p:cNvSpPr txBox="1"/>
          <p:nvPr/>
        </p:nvSpPr>
        <p:spPr>
          <a:xfrm>
            <a:off x="6137242" y="1119619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내 맘을 엽니다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3" name="TextBox 2">
            <a:hlinkClick r:id="rId9" action="ppaction://hlinksldjump"/>
            <a:extLst>
              <a:ext uri="{FF2B5EF4-FFF2-40B4-BE49-F238E27FC236}">
                <a16:creationId xmlns:a16="http://schemas.microsoft.com/office/drawing/2014/main" id="{18AA5B6F-7E7F-F945-12EA-DBBCBC653FB8}"/>
              </a:ext>
            </a:extLst>
          </p:cNvPr>
          <p:cNvSpPr txBox="1"/>
          <p:nvPr/>
        </p:nvSpPr>
        <p:spPr>
          <a:xfrm>
            <a:off x="104430" y="1619573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내가 바로 </a:t>
            </a:r>
            <a:r>
              <a:rPr lang="ko-KR" altLang="en-US" sz="18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교회에요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8" name="TextBox 7">
            <a:hlinkClick r:id="rId10" action="ppaction://hlinksldjump"/>
            <a:extLst>
              <a:ext uri="{FF2B5EF4-FFF2-40B4-BE49-F238E27FC236}">
                <a16:creationId xmlns:a16="http://schemas.microsoft.com/office/drawing/2014/main" id="{9799E1DD-EC6D-77DE-5986-D98212E63283}"/>
              </a:ext>
            </a:extLst>
          </p:cNvPr>
          <p:cNvSpPr txBox="1"/>
          <p:nvPr/>
        </p:nvSpPr>
        <p:spPr>
          <a:xfrm>
            <a:off x="6137242" y="1619573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날 사랑하시는 예수님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9" name="TextBox 8">
            <a:hlinkClick r:id="rId11" action="ppaction://hlinksldjump"/>
            <a:extLst>
              <a:ext uri="{FF2B5EF4-FFF2-40B4-BE49-F238E27FC236}">
                <a16:creationId xmlns:a16="http://schemas.microsoft.com/office/drawing/2014/main" id="{8FBAC781-D51F-3A32-9EC9-F92E4AC0F329}"/>
              </a:ext>
            </a:extLst>
          </p:cNvPr>
          <p:cNvSpPr txBox="1"/>
          <p:nvPr/>
        </p:nvSpPr>
        <p:spPr>
          <a:xfrm>
            <a:off x="104430" y="3409681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다와서</a:t>
            </a:r>
            <a:r>
              <a:rPr lang="en-US" altLang="ko-KR" sz="18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18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찬양해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12" name="TextBox 11">
            <a:hlinkClick r:id="rId12" action="ppaction://hlinksldjump"/>
            <a:extLst>
              <a:ext uri="{FF2B5EF4-FFF2-40B4-BE49-F238E27FC236}">
                <a16:creationId xmlns:a16="http://schemas.microsoft.com/office/drawing/2014/main" id="{9C45AF0D-F481-9EF9-4A3B-3434B8D2B662}"/>
              </a:ext>
            </a:extLst>
          </p:cNvPr>
          <p:cNvSpPr txBox="1"/>
          <p:nvPr/>
        </p:nvSpPr>
        <p:spPr>
          <a:xfrm>
            <a:off x="104430" y="2119527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나는</a:t>
            </a: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</a:t>
            </a: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하나님을 예배해요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14" name="TextBox 13">
            <a:hlinkClick r:id="rId13" action="ppaction://hlinksldjump"/>
            <a:extLst>
              <a:ext uri="{FF2B5EF4-FFF2-40B4-BE49-F238E27FC236}">
                <a16:creationId xmlns:a16="http://schemas.microsoft.com/office/drawing/2014/main" id="{279BF879-C32C-82AD-682C-E5F29E0D483A}"/>
              </a:ext>
            </a:extLst>
          </p:cNvPr>
          <p:cNvSpPr txBox="1"/>
          <p:nvPr/>
        </p:nvSpPr>
        <p:spPr>
          <a:xfrm>
            <a:off x="3120836" y="2119527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나의 왕 앞에서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16" name="TextBox 15">
            <a:hlinkClick r:id="rId13" action="ppaction://hlinksldjump"/>
            <a:extLst>
              <a:ext uri="{FF2B5EF4-FFF2-40B4-BE49-F238E27FC236}">
                <a16:creationId xmlns:a16="http://schemas.microsoft.com/office/drawing/2014/main" id="{B0944994-0DF5-59E2-4124-BDDDD3EC5581}"/>
              </a:ext>
            </a:extLst>
          </p:cNvPr>
          <p:cNvSpPr txBox="1"/>
          <p:nvPr/>
        </p:nvSpPr>
        <p:spPr>
          <a:xfrm>
            <a:off x="6137242" y="2119527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 주님의 기쁨되기 원하네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18" name="TextBox 17">
            <a:hlinkClick r:id="rId14" action="ppaction://hlinksldjump"/>
            <a:extLst>
              <a:ext uri="{FF2B5EF4-FFF2-40B4-BE49-F238E27FC236}">
                <a16:creationId xmlns:a16="http://schemas.microsoft.com/office/drawing/2014/main" id="{7F942645-D72B-24FE-1575-4919F4E9723E}"/>
              </a:ext>
            </a:extLst>
          </p:cNvPr>
          <p:cNvSpPr txBox="1"/>
          <p:nvPr/>
        </p:nvSpPr>
        <p:spPr>
          <a:xfrm>
            <a:off x="104430" y="2619483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내 모든 삶의 행동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22" name="TextBox 21">
            <a:hlinkClick r:id="rId15" action="ppaction://hlinksldjump"/>
            <a:extLst>
              <a:ext uri="{FF2B5EF4-FFF2-40B4-BE49-F238E27FC236}">
                <a16:creationId xmlns:a16="http://schemas.microsoft.com/office/drawing/2014/main" id="{B164FCD1-8956-E747-B91C-88BA3BAB56E7}"/>
              </a:ext>
            </a:extLst>
          </p:cNvPr>
          <p:cNvSpPr txBox="1"/>
          <p:nvPr/>
        </p:nvSpPr>
        <p:spPr>
          <a:xfrm>
            <a:off x="3120836" y="2619483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내 안에 가장 귀한 것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2DE3CE50-C09E-DC73-61EB-348A85DB6B23}"/>
              </a:ext>
            </a:extLst>
          </p:cNvPr>
          <p:cNvCxnSpPr/>
          <p:nvPr/>
        </p:nvCxnSpPr>
        <p:spPr>
          <a:xfrm>
            <a:off x="0" y="619665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5368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7D52174-26C0-57A1-D493-F4F3D5411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7145D43-C1E7-C524-07D8-1D25E8C1AF80}"/>
              </a:ext>
            </a:extLst>
          </p:cNvPr>
          <p:cNvSpPr txBox="1"/>
          <p:nvPr/>
        </p:nvSpPr>
        <p:spPr>
          <a:xfrm>
            <a:off x="284018" y="224445"/>
            <a:ext cx="8513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Ctrl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누르고 클릭하시면 해당 페이지로 이동합니다 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2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Font - </a:t>
            </a:r>
            <a:r>
              <a:rPr lang="ko-KR" altLang="en-US" sz="1200" b="1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레시피코리아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Medium)</a:t>
            </a:r>
            <a:endParaRPr lang="ko-KR" altLang="en-US" sz="12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hlinkClick r:id="rId2" action="ppaction://hlinksldjump"/>
            <a:extLst>
              <a:ext uri="{FF2B5EF4-FFF2-40B4-BE49-F238E27FC236}">
                <a16:creationId xmlns:a16="http://schemas.microsoft.com/office/drawing/2014/main" id="{AF631F7F-CBCC-7F21-AA66-31859BB8E851}"/>
              </a:ext>
            </a:extLst>
          </p:cNvPr>
          <p:cNvSpPr txBox="1"/>
          <p:nvPr/>
        </p:nvSpPr>
        <p:spPr>
          <a:xfrm>
            <a:off x="104430" y="1120019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밤이나 낮이나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18" name="TextBox 17">
            <a:hlinkClick r:id="rId3" action="ppaction://hlinksldjump"/>
            <a:extLst>
              <a:ext uri="{FF2B5EF4-FFF2-40B4-BE49-F238E27FC236}">
                <a16:creationId xmlns:a16="http://schemas.microsoft.com/office/drawing/2014/main" id="{F0EEE8A6-6CDE-B94C-DB43-A478D88277A6}"/>
              </a:ext>
            </a:extLst>
          </p:cNvPr>
          <p:cNvSpPr txBox="1"/>
          <p:nvPr/>
        </p:nvSpPr>
        <p:spPr>
          <a:xfrm>
            <a:off x="6137242" y="2897937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슈퍼스타 예수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20" name="TextBox 19">
            <a:hlinkClick r:id="rId4" action="ppaction://hlinksldjump"/>
            <a:extLst>
              <a:ext uri="{FF2B5EF4-FFF2-40B4-BE49-F238E27FC236}">
                <a16:creationId xmlns:a16="http://schemas.microsoft.com/office/drawing/2014/main" id="{488F99E8-647F-DF6D-AC46-7083D4AE612D}"/>
              </a:ext>
            </a:extLst>
          </p:cNvPr>
          <p:cNvSpPr txBox="1"/>
          <p:nvPr/>
        </p:nvSpPr>
        <p:spPr>
          <a:xfrm>
            <a:off x="3120836" y="2897937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손을 높이 들고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22" name="TextBox 21">
            <a:hlinkClick r:id="rId5" action="ppaction://hlinksldjump"/>
            <a:extLst>
              <a:ext uri="{FF2B5EF4-FFF2-40B4-BE49-F238E27FC236}">
                <a16:creationId xmlns:a16="http://schemas.microsoft.com/office/drawing/2014/main" id="{BD1839D3-9465-4A17-0CA7-F3E8900851B8}"/>
              </a:ext>
            </a:extLst>
          </p:cNvPr>
          <p:cNvSpPr txBox="1"/>
          <p:nvPr/>
        </p:nvSpPr>
        <p:spPr>
          <a:xfrm>
            <a:off x="104430" y="619665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무화과 나뭇잎이 마르고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23" name="TextBox 22">
            <a:hlinkClick r:id="rId6" action="ppaction://hlinksldjump"/>
            <a:extLst>
              <a:ext uri="{FF2B5EF4-FFF2-40B4-BE49-F238E27FC236}">
                <a16:creationId xmlns:a16="http://schemas.microsoft.com/office/drawing/2014/main" id="{4056CBAB-4A90-3D79-0A34-7E7D89CFE59C}"/>
              </a:ext>
            </a:extLst>
          </p:cNvPr>
          <p:cNvSpPr txBox="1"/>
          <p:nvPr/>
        </p:nvSpPr>
        <p:spPr>
          <a:xfrm>
            <a:off x="104430" y="2897937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사랑의 주님이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24" name="TextBox 23">
            <a:hlinkClick r:id="rId7" action="ppaction://hlinksldjump"/>
            <a:extLst>
              <a:ext uri="{FF2B5EF4-FFF2-40B4-BE49-F238E27FC236}">
                <a16:creationId xmlns:a16="http://schemas.microsoft.com/office/drawing/2014/main" id="{36075840-B570-C6C9-6883-3D069113A0AE}"/>
              </a:ext>
            </a:extLst>
          </p:cNvPr>
          <p:cNvSpPr txBox="1"/>
          <p:nvPr/>
        </p:nvSpPr>
        <p:spPr>
          <a:xfrm>
            <a:off x="6137242" y="619665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비교할 수 없는 것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2" name="TextBox 1">
            <a:hlinkClick r:id="rId8" action="ppaction://hlinksldjump"/>
            <a:extLst>
              <a:ext uri="{FF2B5EF4-FFF2-40B4-BE49-F238E27FC236}">
                <a16:creationId xmlns:a16="http://schemas.microsoft.com/office/drawing/2014/main" id="{991B9DD8-0EAE-48BE-0825-3D272193559F}"/>
              </a:ext>
            </a:extLst>
          </p:cNvPr>
          <p:cNvSpPr txBox="1"/>
          <p:nvPr/>
        </p:nvSpPr>
        <p:spPr>
          <a:xfrm>
            <a:off x="3114030" y="619665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모두 모여 예배하자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3" name="TextBox 2">
            <a:hlinkClick r:id="rId9" action="ppaction://hlinksldjump"/>
            <a:extLst>
              <a:ext uri="{FF2B5EF4-FFF2-40B4-BE49-F238E27FC236}">
                <a16:creationId xmlns:a16="http://schemas.microsoft.com/office/drawing/2014/main" id="{DC54484F-14B9-8DF4-E4ED-6E98BA8ADC86}"/>
              </a:ext>
            </a:extLst>
          </p:cNvPr>
          <p:cNvSpPr txBox="1"/>
          <p:nvPr/>
        </p:nvSpPr>
        <p:spPr>
          <a:xfrm>
            <a:off x="104430" y="3410555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성령이여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6" name="TextBox 5">
            <a:hlinkClick r:id="rId10" action="ppaction://hlinksldjump"/>
            <a:extLst>
              <a:ext uri="{FF2B5EF4-FFF2-40B4-BE49-F238E27FC236}">
                <a16:creationId xmlns:a16="http://schemas.microsoft.com/office/drawing/2014/main" id="{A231A124-B2DD-0AE3-2D73-D8F36477023C}"/>
              </a:ext>
            </a:extLst>
          </p:cNvPr>
          <p:cNvSpPr txBox="1"/>
          <p:nvPr/>
        </p:nvSpPr>
        <p:spPr>
          <a:xfrm>
            <a:off x="3114030" y="1120019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멈출</a:t>
            </a:r>
            <a:r>
              <a:rPr lang="en-US" altLang="ko-KR" sz="18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18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수 없네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10" name="TextBox 9">
            <a:hlinkClick r:id="rId11" action="ppaction://hlinksldjump"/>
            <a:extLst>
              <a:ext uri="{FF2B5EF4-FFF2-40B4-BE49-F238E27FC236}">
                <a16:creationId xmlns:a16="http://schemas.microsoft.com/office/drawing/2014/main" id="{5DB72841-1A9E-ACA2-AD72-0D05926860D6}"/>
              </a:ext>
            </a:extLst>
          </p:cNvPr>
          <p:cNvSpPr txBox="1"/>
          <p:nvPr/>
        </p:nvSpPr>
        <p:spPr>
          <a:xfrm>
            <a:off x="3120836" y="3410555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사랑의 예수님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11" name="TextBox 10">
            <a:hlinkClick r:id="rId12" action="ppaction://hlinksldjump"/>
            <a:extLst>
              <a:ext uri="{FF2B5EF4-FFF2-40B4-BE49-F238E27FC236}">
                <a16:creationId xmlns:a16="http://schemas.microsoft.com/office/drawing/2014/main" id="{4E137DF8-9344-8BE8-1768-95578E29AA3D}"/>
              </a:ext>
            </a:extLst>
          </p:cNvPr>
          <p:cNvSpPr txBox="1"/>
          <p:nvPr/>
        </p:nvSpPr>
        <p:spPr>
          <a:xfrm>
            <a:off x="6144836" y="3410555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생명 주께 있네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DAEE860E-186F-3D09-EACD-09B21850CE0D}"/>
              </a:ext>
            </a:extLst>
          </p:cNvPr>
          <p:cNvCxnSpPr/>
          <p:nvPr/>
        </p:nvCxnSpPr>
        <p:spPr>
          <a:xfrm>
            <a:off x="0" y="619665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hlinkClick r:id="rId13" action="ppaction://hlinksldjump"/>
            <a:extLst>
              <a:ext uri="{FF2B5EF4-FFF2-40B4-BE49-F238E27FC236}">
                <a16:creationId xmlns:a16="http://schemas.microsoft.com/office/drawing/2014/main" id="{3E81189D-CDA5-B4AD-077B-7BED6A2DA15E}"/>
              </a:ext>
            </a:extLst>
          </p:cNvPr>
          <p:cNvSpPr txBox="1"/>
          <p:nvPr/>
        </p:nvSpPr>
        <p:spPr>
          <a:xfrm>
            <a:off x="6123630" y="1120019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믿음으로 </a:t>
            </a:r>
            <a:r>
              <a:rPr lang="en-US" altLang="ko-KR" sz="18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Touch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21" name="TextBox 20">
            <a:hlinkClick r:id="rId14" action="ppaction://hlinksldjump"/>
            <a:extLst>
              <a:ext uri="{FF2B5EF4-FFF2-40B4-BE49-F238E27FC236}">
                <a16:creationId xmlns:a16="http://schemas.microsoft.com/office/drawing/2014/main" id="{D90603A9-951F-DE32-7131-8D57EE224E35}"/>
              </a:ext>
            </a:extLst>
          </p:cNvPr>
          <p:cNvSpPr txBox="1"/>
          <p:nvPr/>
        </p:nvSpPr>
        <p:spPr>
          <a:xfrm>
            <a:off x="104430" y="1632637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믿음의 향해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062104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C7E96F5-EAB8-148B-8A76-9D11BFA68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CA501B7-FD1E-806D-7402-E16617B6A3CA}"/>
              </a:ext>
            </a:extLst>
          </p:cNvPr>
          <p:cNvSpPr txBox="1"/>
          <p:nvPr/>
        </p:nvSpPr>
        <p:spPr>
          <a:xfrm>
            <a:off x="284018" y="224445"/>
            <a:ext cx="8513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Ctrl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누르고 클릭하시면 해당 페이지로 이동합니다 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2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Font - </a:t>
            </a:r>
            <a:r>
              <a:rPr lang="ko-KR" altLang="en-US" sz="1200" b="1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레시피코리아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Medium)</a:t>
            </a:r>
            <a:endParaRPr lang="ko-KR" altLang="en-US" sz="12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hlinkClick r:id="rId2" action="ppaction://hlinksldjump"/>
            <a:extLst>
              <a:ext uri="{FF2B5EF4-FFF2-40B4-BE49-F238E27FC236}">
                <a16:creationId xmlns:a16="http://schemas.microsoft.com/office/drawing/2014/main" id="{74255A9A-07E3-8567-4353-CE360BBA7678}"/>
              </a:ext>
            </a:extLst>
          </p:cNvPr>
          <p:cNvSpPr txBox="1"/>
          <p:nvPr/>
        </p:nvSpPr>
        <p:spPr>
          <a:xfrm>
            <a:off x="108507" y="619665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우리 함께 기뻐해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12" name="TextBox 11">
            <a:hlinkClick r:id="rId3" action="ppaction://hlinksldjump"/>
            <a:extLst>
              <a:ext uri="{FF2B5EF4-FFF2-40B4-BE49-F238E27FC236}">
                <a16:creationId xmlns:a16="http://schemas.microsoft.com/office/drawing/2014/main" id="{21298E57-29AE-00C3-75A2-0E22212FF95B}"/>
              </a:ext>
            </a:extLst>
          </p:cNvPr>
          <p:cNvSpPr txBox="1"/>
          <p:nvPr/>
        </p:nvSpPr>
        <p:spPr>
          <a:xfrm>
            <a:off x="6079773" y="619664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위대하고 강하신 주님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14" name="TextBox 13">
            <a:hlinkClick r:id="rId4" action="ppaction://hlinksldjump"/>
            <a:extLst>
              <a:ext uri="{FF2B5EF4-FFF2-40B4-BE49-F238E27FC236}">
                <a16:creationId xmlns:a16="http://schemas.microsoft.com/office/drawing/2014/main" id="{F112D747-A7D1-70F8-40FD-FD199950BADE}"/>
              </a:ext>
            </a:extLst>
          </p:cNvPr>
          <p:cNvSpPr txBox="1"/>
          <p:nvPr/>
        </p:nvSpPr>
        <p:spPr>
          <a:xfrm>
            <a:off x="3094140" y="1131142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예수님과 </a:t>
            </a:r>
            <a:r>
              <a:rPr lang="ko-KR" altLang="en-US" sz="18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빠라빠빠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16" name="TextBox 15">
            <a:hlinkClick r:id="rId5" action="ppaction://hlinksldjump"/>
            <a:extLst>
              <a:ext uri="{FF2B5EF4-FFF2-40B4-BE49-F238E27FC236}">
                <a16:creationId xmlns:a16="http://schemas.microsoft.com/office/drawing/2014/main" id="{3E63E339-5F1D-DAE9-7766-61B08AD8E0BB}"/>
              </a:ext>
            </a:extLst>
          </p:cNvPr>
          <p:cNvSpPr txBox="1"/>
          <p:nvPr/>
        </p:nvSpPr>
        <p:spPr>
          <a:xfrm>
            <a:off x="3094140" y="619664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우리 주 안에서 노래하며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25" name="TextBox 24">
            <a:hlinkClick r:id="rId6" action="ppaction://hlinksldjump"/>
            <a:extLst>
              <a:ext uri="{FF2B5EF4-FFF2-40B4-BE49-F238E27FC236}">
                <a16:creationId xmlns:a16="http://schemas.microsoft.com/office/drawing/2014/main" id="{2D91D41F-2114-F7FF-09BD-375B6585C7CF}"/>
              </a:ext>
            </a:extLst>
          </p:cNvPr>
          <p:cNvSpPr txBox="1"/>
          <p:nvPr/>
        </p:nvSpPr>
        <p:spPr>
          <a:xfrm>
            <a:off x="108507" y="1128613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예수님 찬양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26" name="TextBox 25">
            <a:hlinkClick r:id="rId7" action="ppaction://hlinksldjump"/>
            <a:extLst>
              <a:ext uri="{FF2B5EF4-FFF2-40B4-BE49-F238E27FC236}">
                <a16:creationId xmlns:a16="http://schemas.microsoft.com/office/drawing/2014/main" id="{E6DFF19B-5CAC-B74D-2511-21678ACC128D}"/>
              </a:ext>
            </a:extLst>
          </p:cNvPr>
          <p:cNvSpPr txBox="1"/>
          <p:nvPr/>
        </p:nvSpPr>
        <p:spPr>
          <a:xfrm>
            <a:off x="6079773" y="1123671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원하고 바라고 기도합니다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27" name="TextBox 26">
            <a:hlinkClick r:id="rId8" action="ppaction://hlinksldjump"/>
            <a:extLst>
              <a:ext uri="{FF2B5EF4-FFF2-40B4-BE49-F238E27FC236}">
                <a16:creationId xmlns:a16="http://schemas.microsoft.com/office/drawing/2014/main" id="{05DE685C-1CE3-1475-D798-782ADE920636}"/>
              </a:ext>
            </a:extLst>
          </p:cNvPr>
          <p:cNvSpPr txBox="1"/>
          <p:nvPr/>
        </p:nvSpPr>
        <p:spPr>
          <a:xfrm>
            <a:off x="108507" y="1636552"/>
            <a:ext cx="2902328" cy="397117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no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예수님의</a:t>
            </a:r>
            <a:r>
              <a:rPr lang="en-US" altLang="ko-KR" sz="14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14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사랑 신기하고 놀라워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28" name="TextBox 27">
            <a:hlinkClick r:id="rId9" action="ppaction://hlinksldjump"/>
            <a:extLst>
              <a:ext uri="{FF2B5EF4-FFF2-40B4-BE49-F238E27FC236}">
                <a16:creationId xmlns:a16="http://schemas.microsoft.com/office/drawing/2014/main" id="{2F0DFE6B-5928-3C1E-6F4C-635D8BE8A20F}"/>
              </a:ext>
            </a:extLst>
          </p:cNvPr>
          <p:cNvSpPr txBox="1"/>
          <p:nvPr/>
        </p:nvSpPr>
        <p:spPr>
          <a:xfrm>
            <a:off x="3094140" y="1625052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웃음 있는 나라 헤이 </a:t>
            </a:r>
            <a:r>
              <a:rPr lang="ko-KR" altLang="en-US" sz="18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헤이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4" name="TextBox 3">
            <a:hlinkClick r:id="rId10" action="ppaction://hlinksldjump"/>
            <a:extLst>
              <a:ext uri="{FF2B5EF4-FFF2-40B4-BE49-F238E27FC236}">
                <a16:creationId xmlns:a16="http://schemas.microsoft.com/office/drawing/2014/main" id="{5830FCC8-5EFE-4481-6664-710ACBFFE551}"/>
              </a:ext>
            </a:extLst>
          </p:cNvPr>
          <p:cNvSpPr txBox="1"/>
          <p:nvPr/>
        </p:nvSpPr>
        <p:spPr>
          <a:xfrm>
            <a:off x="6079773" y="1625052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임재하여 주세요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8" name="TextBox 7">
            <a:hlinkClick r:id="rId11" action="ppaction://hlinksldjump"/>
            <a:extLst>
              <a:ext uri="{FF2B5EF4-FFF2-40B4-BE49-F238E27FC236}">
                <a16:creationId xmlns:a16="http://schemas.microsoft.com/office/drawing/2014/main" id="{044379AC-D9EE-F27A-8808-6BD01D776458}"/>
              </a:ext>
            </a:extLst>
          </p:cNvPr>
          <p:cNvSpPr txBox="1"/>
          <p:nvPr/>
        </p:nvSpPr>
        <p:spPr>
          <a:xfrm>
            <a:off x="108507" y="2140552"/>
            <a:ext cx="2902328" cy="397117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no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왕이 나셨네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13" name="TextBox 12">
            <a:hlinkClick r:id="rId12" action="ppaction://hlinksldjump"/>
            <a:extLst>
              <a:ext uri="{FF2B5EF4-FFF2-40B4-BE49-F238E27FC236}">
                <a16:creationId xmlns:a16="http://schemas.microsoft.com/office/drawing/2014/main" id="{D6BD62B0-1D02-4EB2-5C8D-9BB8115A9319}"/>
              </a:ext>
            </a:extLst>
          </p:cNvPr>
          <p:cNvSpPr txBox="1"/>
          <p:nvPr/>
        </p:nvSpPr>
        <p:spPr>
          <a:xfrm>
            <a:off x="6093649" y="2136252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예배합니다</a:t>
            </a:r>
            <a:r>
              <a:rPr lang="en-US" altLang="ko-KR" sz="18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, </a:t>
            </a:r>
            <a:r>
              <a:rPr lang="ko-KR" altLang="en-US" sz="18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기도합니다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7B2F0A00-8EC1-0865-0053-84389430B06E}"/>
              </a:ext>
            </a:extLst>
          </p:cNvPr>
          <p:cNvCxnSpPr/>
          <p:nvPr/>
        </p:nvCxnSpPr>
        <p:spPr>
          <a:xfrm>
            <a:off x="0" y="619665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hlinkClick r:id="rId13" action="ppaction://hlinksldjump"/>
            <a:extLst>
              <a:ext uri="{FF2B5EF4-FFF2-40B4-BE49-F238E27FC236}">
                <a16:creationId xmlns:a16="http://schemas.microsoft.com/office/drawing/2014/main" id="{074013E9-3BAB-2EC8-2B70-0C39117B4413}"/>
              </a:ext>
            </a:extLst>
          </p:cNvPr>
          <p:cNvSpPr txBox="1"/>
          <p:nvPr/>
        </p:nvSpPr>
        <p:spPr>
          <a:xfrm>
            <a:off x="3101078" y="2134801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예수님 말씀하시니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2" name="TextBox 1">
            <a:hlinkClick r:id="rId14" action="ppaction://hlinksldjump"/>
            <a:extLst>
              <a:ext uri="{FF2B5EF4-FFF2-40B4-BE49-F238E27FC236}">
                <a16:creationId xmlns:a16="http://schemas.microsoft.com/office/drawing/2014/main" id="{53E4C7DC-C0FB-9BA4-028B-FF040149A288}"/>
              </a:ext>
            </a:extLst>
          </p:cNvPr>
          <p:cNvSpPr txBox="1"/>
          <p:nvPr/>
        </p:nvSpPr>
        <p:spPr>
          <a:xfrm>
            <a:off x="108507" y="2622952"/>
            <a:ext cx="2902328" cy="397117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no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약할 때 강함 되시네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594187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9F35D2A-13AE-3A0B-B590-FC978EED2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2B208C4-4136-FB37-1CA3-680E8A9BE5C1}"/>
              </a:ext>
            </a:extLst>
          </p:cNvPr>
          <p:cNvSpPr txBox="1"/>
          <p:nvPr/>
        </p:nvSpPr>
        <p:spPr>
          <a:xfrm>
            <a:off x="284018" y="224445"/>
            <a:ext cx="8513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Ctrl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누르고 클릭하시면 해당 페이지로 이동합니다 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2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Font - </a:t>
            </a:r>
            <a:r>
              <a:rPr lang="ko-KR" altLang="en-US" sz="1200" b="1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레시피코리아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Medium)</a:t>
            </a:r>
            <a:endParaRPr lang="ko-KR" altLang="en-US" sz="12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hlinkClick r:id="rId2" action="ppaction://hlinksldjump"/>
            <a:extLst>
              <a:ext uri="{FF2B5EF4-FFF2-40B4-BE49-F238E27FC236}">
                <a16:creationId xmlns:a16="http://schemas.microsoft.com/office/drawing/2014/main" id="{8305DA30-673C-AC68-26CD-7E81D38B44DB}"/>
              </a:ext>
            </a:extLst>
          </p:cNvPr>
          <p:cNvSpPr txBox="1"/>
          <p:nvPr/>
        </p:nvSpPr>
        <p:spPr>
          <a:xfrm>
            <a:off x="3094140" y="1132141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좋으신 하나님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16" name="TextBox 15">
            <a:hlinkClick r:id="rId3" action="ppaction://hlinksldjump"/>
            <a:extLst>
              <a:ext uri="{FF2B5EF4-FFF2-40B4-BE49-F238E27FC236}">
                <a16:creationId xmlns:a16="http://schemas.microsoft.com/office/drawing/2014/main" id="{6A619AB5-6C66-B1D9-D125-A54A097A0470}"/>
              </a:ext>
            </a:extLst>
          </p:cNvPr>
          <p:cNvSpPr txBox="1"/>
          <p:nvPr/>
        </p:nvSpPr>
        <p:spPr>
          <a:xfrm>
            <a:off x="6079773" y="627193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주의 이름 높이며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18" name="TextBox 17">
            <a:hlinkClick r:id="rId4" action="ppaction://hlinksldjump"/>
            <a:extLst>
              <a:ext uri="{FF2B5EF4-FFF2-40B4-BE49-F238E27FC236}">
                <a16:creationId xmlns:a16="http://schemas.microsoft.com/office/drawing/2014/main" id="{9A696329-265F-BBE9-6A95-49E9BD18E37B}"/>
              </a:ext>
            </a:extLst>
          </p:cNvPr>
          <p:cNvSpPr txBox="1"/>
          <p:nvPr/>
        </p:nvSpPr>
        <p:spPr>
          <a:xfrm>
            <a:off x="108507" y="1132141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정말로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19" name="TextBox 18">
            <a:hlinkClick r:id="rId5" action="ppaction://hlinksldjump"/>
            <a:extLst>
              <a:ext uri="{FF2B5EF4-FFF2-40B4-BE49-F238E27FC236}">
                <a16:creationId xmlns:a16="http://schemas.microsoft.com/office/drawing/2014/main" id="{10C1B7DA-3161-024A-01A3-14620C53F777}"/>
              </a:ext>
            </a:extLst>
          </p:cNvPr>
          <p:cNvSpPr txBox="1"/>
          <p:nvPr/>
        </p:nvSpPr>
        <p:spPr>
          <a:xfrm>
            <a:off x="3094140" y="619665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주님</a:t>
            </a:r>
            <a:r>
              <a:rPr lang="en-US" altLang="ko-KR" sz="18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18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같은 반석은 </a:t>
            </a:r>
            <a:r>
              <a:rPr lang="ko-KR" altLang="en-US" sz="18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없도다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23" name="TextBox 22">
            <a:hlinkClick r:id="rId6" action="ppaction://hlinksldjump"/>
            <a:extLst>
              <a:ext uri="{FF2B5EF4-FFF2-40B4-BE49-F238E27FC236}">
                <a16:creationId xmlns:a16="http://schemas.microsoft.com/office/drawing/2014/main" id="{92F062EE-6BF0-E72E-EE59-1F54A8E7CDFD}"/>
              </a:ext>
            </a:extLst>
          </p:cNvPr>
          <p:cNvSpPr txBox="1"/>
          <p:nvPr/>
        </p:nvSpPr>
        <p:spPr>
          <a:xfrm>
            <a:off x="108507" y="619665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주를 찾는 모든 자들이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24" name="TextBox 23">
            <a:hlinkClick r:id="rId7" action="ppaction://hlinksldjump"/>
            <a:extLst>
              <a:ext uri="{FF2B5EF4-FFF2-40B4-BE49-F238E27FC236}">
                <a16:creationId xmlns:a16="http://schemas.microsoft.com/office/drawing/2014/main" id="{B287CEDB-AC8B-08B7-10BD-EB4DA4BB71E9}"/>
              </a:ext>
            </a:extLst>
          </p:cNvPr>
          <p:cNvSpPr txBox="1"/>
          <p:nvPr/>
        </p:nvSpPr>
        <p:spPr>
          <a:xfrm>
            <a:off x="6079773" y="1132141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주님의 </a:t>
            </a:r>
            <a:r>
              <a:rPr lang="ko-KR" altLang="en-US" sz="180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임재 앞에서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2" name="TextBox 1">
            <a:hlinkClick r:id="rId8" action="ppaction://hlinksldjump"/>
            <a:extLst>
              <a:ext uri="{FF2B5EF4-FFF2-40B4-BE49-F238E27FC236}">
                <a16:creationId xmlns:a16="http://schemas.microsoft.com/office/drawing/2014/main" id="{D3172F1D-FA91-18CB-3378-88E88CA00079}"/>
              </a:ext>
            </a:extLst>
          </p:cNvPr>
          <p:cNvSpPr txBox="1"/>
          <p:nvPr/>
        </p:nvSpPr>
        <p:spPr>
          <a:xfrm>
            <a:off x="108507" y="1640905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주의</a:t>
            </a:r>
            <a:r>
              <a:rPr lang="en-US" altLang="ko-KR" sz="18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18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자비가 내려와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3" name="TextBox 2">
            <a:hlinkClick r:id="rId9" action="ppaction://hlinksldjump"/>
            <a:extLst>
              <a:ext uri="{FF2B5EF4-FFF2-40B4-BE49-F238E27FC236}">
                <a16:creationId xmlns:a16="http://schemas.microsoft.com/office/drawing/2014/main" id="{01303B63-8D09-E530-4459-C624DE527354}"/>
              </a:ext>
            </a:extLst>
          </p:cNvPr>
          <p:cNvSpPr txBox="1"/>
          <p:nvPr/>
        </p:nvSpPr>
        <p:spPr>
          <a:xfrm>
            <a:off x="3094140" y="1640905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주님께 맡기리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4" name="TextBox 3">
            <a:hlinkClick r:id="rId10" action="ppaction://hlinksldjump"/>
            <a:extLst>
              <a:ext uri="{FF2B5EF4-FFF2-40B4-BE49-F238E27FC236}">
                <a16:creationId xmlns:a16="http://schemas.microsoft.com/office/drawing/2014/main" id="{2F83C34B-FBFB-3EE4-3C86-798F68976FD0}"/>
              </a:ext>
            </a:extLst>
          </p:cNvPr>
          <p:cNvSpPr txBox="1"/>
          <p:nvPr/>
        </p:nvSpPr>
        <p:spPr>
          <a:xfrm>
            <a:off x="6079773" y="1640905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주만 예배하라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5" name="TextBox 4">
            <a:hlinkClick r:id="rId11" action="ppaction://hlinksldjump"/>
            <a:extLst>
              <a:ext uri="{FF2B5EF4-FFF2-40B4-BE49-F238E27FC236}">
                <a16:creationId xmlns:a16="http://schemas.microsoft.com/office/drawing/2014/main" id="{9940C361-CE56-51C0-4833-94591D037468}"/>
              </a:ext>
            </a:extLst>
          </p:cNvPr>
          <p:cNvSpPr txBox="1"/>
          <p:nvPr/>
        </p:nvSpPr>
        <p:spPr>
          <a:xfrm>
            <a:off x="108507" y="2153524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주께로 뛰어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8" name="TextBox 7">
            <a:hlinkClick r:id="rId12" action="ppaction://hlinksldjump"/>
            <a:extLst>
              <a:ext uri="{FF2B5EF4-FFF2-40B4-BE49-F238E27FC236}">
                <a16:creationId xmlns:a16="http://schemas.microsoft.com/office/drawing/2014/main" id="{EE44B2AA-3B13-858C-D014-AE580DAA1C5C}"/>
              </a:ext>
            </a:extLst>
          </p:cNvPr>
          <p:cNvSpPr txBox="1"/>
          <p:nvPr/>
        </p:nvSpPr>
        <p:spPr>
          <a:xfrm>
            <a:off x="3089663" y="2149669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주님께 감사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11" name="TextBox 10">
            <a:hlinkClick r:id="rId13" action="ppaction://hlinksldjump"/>
            <a:extLst>
              <a:ext uri="{FF2B5EF4-FFF2-40B4-BE49-F238E27FC236}">
                <a16:creationId xmlns:a16="http://schemas.microsoft.com/office/drawing/2014/main" id="{A5DCA4B4-C64C-2F6D-EBE9-DAB5C21701DE}"/>
              </a:ext>
            </a:extLst>
          </p:cNvPr>
          <p:cNvSpPr txBox="1"/>
          <p:nvPr/>
        </p:nvSpPr>
        <p:spPr>
          <a:xfrm>
            <a:off x="6079773" y="2149669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주님 사랑해요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6652287-BE41-FDDC-FC5D-26741D6BFC84}"/>
              </a:ext>
            </a:extLst>
          </p:cNvPr>
          <p:cNvCxnSpPr/>
          <p:nvPr/>
        </p:nvCxnSpPr>
        <p:spPr>
          <a:xfrm>
            <a:off x="0" y="619665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hlinkClick r:id="rId14" action="ppaction://hlinksldjump"/>
            <a:extLst>
              <a:ext uri="{FF2B5EF4-FFF2-40B4-BE49-F238E27FC236}">
                <a16:creationId xmlns:a16="http://schemas.microsoft.com/office/drawing/2014/main" id="{15DC38EA-3F5D-5104-53D8-615669E19F71}"/>
              </a:ext>
            </a:extLst>
          </p:cNvPr>
          <p:cNvSpPr txBox="1"/>
          <p:nvPr/>
        </p:nvSpPr>
        <p:spPr>
          <a:xfrm>
            <a:off x="108507" y="2666143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주님을 의지하며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266381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D320966-B7EB-1AB0-E41B-EAB4B1020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5B7865E-51B3-2251-B28F-54DF83380140}"/>
              </a:ext>
            </a:extLst>
          </p:cNvPr>
          <p:cNvSpPr txBox="1"/>
          <p:nvPr/>
        </p:nvSpPr>
        <p:spPr>
          <a:xfrm>
            <a:off x="284018" y="224445"/>
            <a:ext cx="8513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Ctrl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누르고 클릭하시면 해당 페이지로 이동합니다 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12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Font - </a:t>
            </a:r>
            <a:r>
              <a:rPr lang="ko-KR" altLang="en-US" sz="1200" b="1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레시피코리아</a:t>
            </a:r>
            <a:r>
              <a:rPr lang="ko-KR" altLang="en-US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Medium)</a:t>
            </a:r>
            <a:endParaRPr lang="ko-KR" altLang="en-US" sz="12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hlinkClick r:id="rId2" action="ppaction://hlinksldjump"/>
            <a:extLst>
              <a:ext uri="{FF2B5EF4-FFF2-40B4-BE49-F238E27FC236}">
                <a16:creationId xmlns:a16="http://schemas.microsoft.com/office/drawing/2014/main" id="{FDA4A56B-4819-F008-8B7B-EAD2E8CA507D}"/>
              </a:ext>
            </a:extLst>
          </p:cNvPr>
          <p:cNvSpPr txBox="1"/>
          <p:nvPr/>
        </p:nvSpPr>
        <p:spPr>
          <a:xfrm>
            <a:off x="108507" y="1914949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하나님이 원하시는 예배는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21" name="TextBox 20">
            <a:hlinkClick r:id="rId3" action="ppaction://hlinksldjump"/>
            <a:extLst>
              <a:ext uri="{FF2B5EF4-FFF2-40B4-BE49-F238E27FC236}">
                <a16:creationId xmlns:a16="http://schemas.microsoft.com/office/drawing/2014/main" id="{BA09D54C-823A-D2A6-D163-AF2E8746DD62}"/>
              </a:ext>
            </a:extLst>
          </p:cNvPr>
          <p:cNvSpPr txBox="1"/>
          <p:nvPr/>
        </p:nvSpPr>
        <p:spPr>
          <a:xfrm>
            <a:off x="3094140" y="630363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천국은 마치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22" name="TextBox 21">
            <a:hlinkClick r:id="rId4" action="ppaction://hlinksldjump"/>
            <a:extLst>
              <a:ext uri="{FF2B5EF4-FFF2-40B4-BE49-F238E27FC236}">
                <a16:creationId xmlns:a16="http://schemas.microsoft.com/office/drawing/2014/main" id="{43B6DEAD-9FFB-548B-B821-1947CE97F3CC}"/>
              </a:ext>
            </a:extLst>
          </p:cNvPr>
          <p:cNvSpPr txBox="1"/>
          <p:nvPr/>
        </p:nvSpPr>
        <p:spPr>
          <a:xfrm>
            <a:off x="108507" y="619665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찬양이 언제나 넘치면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6" name="TextBox 5">
            <a:hlinkClick r:id="rId5" action="ppaction://hlinksldjump"/>
            <a:extLst>
              <a:ext uri="{FF2B5EF4-FFF2-40B4-BE49-F238E27FC236}">
                <a16:creationId xmlns:a16="http://schemas.microsoft.com/office/drawing/2014/main" id="{69131E36-F3E1-D307-AE7D-C533A83BC779}"/>
              </a:ext>
            </a:extLst>
          </p:cNvPr>
          <p:cNvSpPr txBox="1"/>
          <p:nvPr/>
        </p:nvSpPr>
        <p:spPr>
          <a:xfrm>
            <a:off x="6079794" y="630363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8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친구야 나는 너를 사랑해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10" name="TextBox 9">
            <a:hlinkClick r:id="rId6" action="ppaction://hlinksldjump"/>
            <a:extLst>
              <a:ext uri="{FF2B5EF4-FFF2-40B4-BE49-F238E27FC236}">
                <a16:creationId xmlns:a16="http://schemas.microsoft.com/office/drawing/2014/main" id="{F70403C9-6DB8-FEB1-AE7E-546A280CE97F}"/>
              </a:ext>
            </a:extLst>
          </p:cNvPr>
          <p:cNvSpPr txBox="1"/>
          <p:nvPr/>
        </p:nvSpPr>
        <p:spPr>
          <a:xfrm>
            <a:off x="3089307" y="1914949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하나님의 보물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3E2C721-A444-FE8F-1E27-8618DE02C304}"/>
              </a:ext>
            </a:extLst>
          </p:cNvPr>
          <p:cNvCxnSpPr/>
          <p:nvPr/>
        </p:nvCxnSpPr>
        <p:spPr>
          <a:xfrm>
            <a:off x="0" y="619665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hlinkClick r:id="rId7" action="ppaction://hlinksldjump"/>
            <a:extLst>
              <a:ext uri="{FF2B5EF4-FFF2-40B4-BE49-F238E27FC236}">
                <a16:creationId xmlns:a16="http://schemas.microsoft.com/office/drawing/2014/main" id="{D40B1DC2-6506-D3D2-F99B-68B15B7F1C1A}"/>
              </a:ext>
            </a:extLst>
          </p:cNvPr>
          <p:cNvSpPr txBox="1"/>
          <p:nvPr/>
        </p:nvSpPr>
        <p:spPr>
          <a:xfrm>
            <a:off x="108507" y="2703132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Change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14" name="TextBox 13">
            <a:hlinkClick r:id="rId8" action="ppaction://hlinksldjump"/>
            <a:extLst>
              <a:ext uri="{FF2B5EF4-FFF2-40B4-BE49-F238E27FC236}">
                <a16:creationId xmlns:a16="http://schemas.microsoft.com/office/drawing/2014/main" id="{0F043BCE-BFB1-8822-9B9B-A9DD0B49570D}"/>
              </a:ext>
            </a:extLst>
          </p:cNvPr>
          <p:cNvSpPr txBox="1"/>
          <p:nvPr/>
        </p:nvSpPr>
        <p:spPr>
          <a:xfrm>
            <a:off x="3089307" y="2703132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Link to Heaven!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2" name="TextBox 1">
            <a:hlinkClick r:id="rId9" action="ppaction://hlinksldjump"/>
            <a:extLst>
              <a:ext uri="{FF2B5EF4-FFF2-40B4-BE49-F238E27FC236}">
                <a16:creationId xmlns:a16="http://schemas.microsoft.com/office/drawing/2014/main" id="{A43AA3F8-E1EA-434B-C9DA-221F98FF9756}"/>
              </a:ext>
            </a:extLst>
          </p:cNvPr>
          <p:cNvSpPr txBox="1"/>
          <p:nvPr/>
        </p:nvSpPr>
        <p:spPr>
          <a:xfrm>
            <a:off x="108507" y="1130865"/>
            <a:ext cx="2902328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최고의 선물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229395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3A9DF-891A-4FDE-3194-B1CB0DFD5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632B6A-FD42-4DEA-BDD1-826B53991557}"/>
              </a:ext>
            </a:extLst>
          </p:cNvPr>
          <p:cNvSpPr txBox="1"/>
          <p:nvPr/>
        </p:nvSpPr>
        <p:spPr>
          <a:xfrm>
            <a:off x="3664244" y="2279364"/>
            <a:ext cx="4479748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우리 주 안에서 노래하며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3" name="TextBox 2">
            <a:hlinkClick r:id="rId2" action="ppaction://hlinksldjump"/>
            <a:extLst>
              <a:ext uri="{FF2B5EF4-FFF2-40B4-BE49-F238E27FC236}">
                <a16:creationId xmlns:a16="http://schemas.microsoft.com/office/drawing/2014/main" id="{AD285A3F-5FA6-C43C-1C25-726232032055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421219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F6B9A-362E-CE51-A01A-F563DBC61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853112-FED6-C1ED-A5FA-59D763EE8139}"/>
              </a:ext>
            </a:extLst>
          </p:cNvPr>
          <p:cNvSpPr txBox="1"/>
          <p:nvPr/>
        </p:nvSpPr>
        <p:spPr>
          <a:xfrm>
            <a:off x="2258007" y="1048258"/>
            <a:ext cx="4479747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우리 주 안에서 노래하며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주의 이름 찬양해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감사로 그 문에 들어가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 이름 송축하네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795254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F1881-C622-34FF-6D58-E3A638355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118698-8A4E-1BD3-B164-9776A291AAAB}"/>
              </a:ext>
            </a:extLst>
          </p:cNvPr>
          <p:cNvSpPr txBox="1"/>
          <p:nvPr/>
        </p:nvSpPr>
        <p:spPr>
          <a:xfrm>
            <a:off x="2100112" y="1048258"/>
            <a:ext cx="4795540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진실한 찬양 안에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권능 임하니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외치세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할렐루야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손뼉치며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전능하신 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께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191154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B48F8-2621-FBD2-15DA-A2A5C4B58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38B69D-2491-148D-5BF3-CEA9FD50B883}"/>
              </a:ext>
            </a:extLst>
          </p:cNvPr>
          <p:cNvSpPr txBox="1"/>
          <p:nvPr/>
        </p:nvSpPr>
        <p:spPr>
          <a:xfrm>
            <a:off x="2552161" y="1048258"/>
            <a:ext cx="3891447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높이 계신 주님께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우리 여기 모인 이유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우리 마음 모아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주님을 높이는 것 </a:t>
            </a:r>
            <a:r>
              <a:rPr kumimoji="0" lang="en-US" altLang="ko-K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x2</a:t>
            </a:r>
          </a:p>
        </p:txBody>
      </p:sp>
    </p:spTree>
    <p:extLst>
      <p:ext uri="{BB962C8B-B14F-4D97-AF65-F5344CB8AC3E}">
        <p14:creationId xmlns:p14="http://schemas.microsoft.com/office/powerpoint/2010/main" val="134820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6B1DD-CDB6-179C-2140-1142B5194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638D3D-3D26-4B1A-235F-3FEF47B3466C}"/>
              </a:ext>
            </a:extLst>
          </p:cNvPr>
          <p:cNvSpPr txBox="1"/>
          <p:nvPr/>
        </p:nvSpPr>
        <p:spPr>
          <a:xfrm>
            <a:off x="2873566" y="1048258"/>
            <a:ext cx="3248641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내 안에 모든 것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주를 바랄 때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주의 능력 또 영광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은혜와 자비도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731848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58B64-A17A-EE36-1AC0-90952862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88C899-6EFB-2DDD-A93B-73B39DA25805}"/>
              </a:ext>
            </a:extLst>
          </p:cNvPr>
          <p:cNvSpPr txBox="1"/>
          <p:nvPr/>
        </p:nvSpPr>
        <p:spPr>
          <a:xfrm>
            <a:off x="2920853" y="1048258"/>
            <a:ext cx="3154065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찬양하며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춤추세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마음 문 열어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주가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자유케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하리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주의 이름 찬양해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0234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930FD-374B-43D2-3469-97447757E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C61051-1356-AD0E-6C78-D6B6B6610453}"/>
              </a:ext>
            </a:extLst>
          </p:cNvPr>
          <p:cNvSpPr txBox="1"/>
          <p:nvPr/>
        </p:nvSpPr>
        <p:spPr>
          <a:xfrm>
            <a:off x="2552161" y="1048258"/>
            <a:ext cx="3891447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높이 계신 주님께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우리 여기 모인 이유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우리 마음 모아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주님을 높이는 것 </a:t>
            </a:r>
            <a:r>
              <a:rPr kumimoji="0" lang="en-US" altLang="ko-K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x2</a:t>
            </a:r>
          </a:p>
        </p:txBody>
      </p:sp>
    </p:spTree>
    <p:extLst>
      <p:ext uri="{BB962C8B-B14F-4D97-AF65-F5344CB8AC3E}">
        <p14:creationId xmlns:p14="http://schemas.microsoft.com/office/powerpoint/2010/main" val="3375166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FDB84-985B-AA5D-28E8-D36592BAD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7CCA27-0054-E8BD-B22B-75FA5B37348A}"/>
              </a:ext>
            </a:extLst>
          </p:cNvPr>
          <p:cNvSpPr txBox="1"/>
          <p:nvPr/>
        </p:nvSpPr>
        <p:spPr>
          <a:xfrm>
            <a:off x="5242399" y="2279364"/>
            <a:ext cx="1323436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정말로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5" name="TextBox 4">
            <a:hlinkClick r:id="rId3" action="ppaction://hlinksldjump"/>
            <a:extLst>
              <a:ext uri="{FF2B5EF4-FFF2-40B4-BE49-F238E27FC236}">
                <a16:creationId xmlns:a16="http://schemas.microsoft.com/office/drawing/2014/main" id="{7EC9841A-B800-6208-52B4-93D259DC86AC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599973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B757A-4257-0B57-7BCB-8F51D89C1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C0D3BF-C387-7002-F2C9-C1C834545F6E}"/>
              </a:ext>
            </a:extLst>
          </p:cNvPr>
          <p:cNvSpPr txBox="1"/>
          <p:nvPr/>
        </p:nvSpPr>
        <p:spPr>
          <a:xfrm>
            <a:off x="2463199" y="1048258"/>
            <a:ext cx="4069380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하나님께서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나를 사랑하셔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나는 예수 안에서 지금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빛의 아이다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0655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679EE-9FB5-6D97-84A0-D3AD9D262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BAE1F7-E2D0-D797-933F-615438323B7F}"/>
              </a:ext>
            </a:extLst>
          </p:cNvPr>
          <p:cNvSpPr txBox="1"/>
          <p:nvPr/>
        </p:nvSpPr>
        <p:spPr>
          <a:xfrm>
            <a:off x="2442362" y="1048258"/>
            <a:ext cx="4111058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예수님은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떠나지 않아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나를 절대 버리지 않네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믿기만 하면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88089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E8D43-012B-0E16-A09B-2D2954ADD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EC925F-D090-CBD8-8265-2BC925019AFF}"/>
              </a:ext>
            </a:extLst>
          </p:cNvPr>
          <p:cNvSpPr txBox="1"/>
          <p:nvPr/>
        </p:nvSpPr>
        <p:spPr>
          <a:xfrm>
            <a:off x="2657970" y="1048258"/>
            <a:ext cx="3679849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정말로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정말로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사랑받고 있지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사랑받고 있지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너도 이걸 알고 있니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6240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0E2CD-81CB-7009-6B82-F12B5A231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1A7BDC-8167-5459-E4DC-989F6D911806}"/>
              </a:ext>
            </a:extLst>
          </p:cNvPr>
          <p:cNvSpPr txBox="1"/>
          <p:nvPr/>
        </p:nvSpPr>
        <p:spPr>
          <a:xfrm>
            <a:off x="2773385" y="1048258"/>
            <a:ext cx="3449018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정말로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정말로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너무 기뻐요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너무 기뻐요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할렐루야 찬양해요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11015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13D67-5F26-A962-96F4-EB6487D8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A71001-D8BF-3CC7-2906-7333C1637D4C}"/>
              </a:ext>
            </a:extLst>
          </p:cNvPr>
          <p:cNvSpPr txBox="1"/>
          <p:nvPr/>
        </p:nvSpPr>
        <p:spPr>
          <a:xfrm>
            <a:off x="4589978" y="2279364"/>
            <a:ext cx="2628281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나는</a:t>
            </a:r>
            <a:r>
              <a:rPr kumimoji="0" lang="en-US" altLang="ko-K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특별해요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3" name="TextBox 2">
            <a:hlinkClick r:id="rId3" action="ppaction://hlinksldjump"/>
            <a:extLst>
              <a:ext uri="{FF2B5EF4-FFF2-40B4-BE49-F238E27FC236}">
                <a16:creationId xmlns:a16="http://schemas.microsoft.com/office/drawing/2014/main" id="{386A110D-5AC7-F2E7-FFE5-6662CE0E7903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897680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715DB-5785-2A0C-9001-7ED9C1394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BBF5BC-A3F5-BC7E-D57D-53D08B33FA41}"/>
              </a:ext>
            </a:extLst>
          </p:cNvPr>
          <p:cNvSpPr txBox="1"/>
          <p:nvPr/>
        </p:nvSpPr>
        <p:spPr>
          <a:xfrm>
            <a:off x="2452785" y="618776"/>
            <a:ext cx="4090218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나는 정말 실수 많지만</a:t>
            </a: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때론 걱정 있지만</a:t>
            </a: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나는 실망하지 않아요</a:t>
            </a: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내겐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멋진 비밀 있죠</a:t>
            </a:r>
          </a:p>
        </p:txBody>
      </p:sp>
    </p:spTree>
    <p:extLst>
      <p:ext uri="{BB962C8B-B14F-4D97-AF65-F5344CB8AC3E}">
        <p14:creationId xmlns:p14="http://schemas.microsoft.com/office/powerpoint/2010/main" val="9225195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B30C0-9EF7-CAFF-1EA6-4B500CD08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AD6C9C-9D7F-2D5B-4757-1FE64F1F721F}"/>
              </a:ext>
            </a:extLst>
          </p:cNvPr>
          <p:cNvSpPr txBox="1"/>
          <p:nvPr/>
        </p:nvSpPr>
        <p:spPr>
          <a:xfrm>
            <a:off x="2452785" y="604920"/>
            <a:ext cx="4090218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나는 정말 겁도 많지만</a:t>
            </a: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때론 꾸중 듣지만</a:t>
            </a: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내겐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기쁜 소식 있어요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난 자랑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할래요</a:t>
            </a:r>
            <a:endParaRPr kumimoji="0" lang="ko-KR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4519620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7E643-84EE-E21E-A21A-324B2F4FD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D03748-172F-6D83-1499-C27FD378FEAE}"/>
              </a:ext>
            </a:extLst>
          </p:cNvPr>
          <p:cNvSpPr txBox="1"/>
          <p:nvPr/>
        </p:nvSpPr>
        <p:spPr>
          <a:xfrm>
            <a:off x="2305309" y="611840"/>
            <a:ext cx="4385171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나는 특별해요 </a:t>
            </a: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예수님 나를 사랑하시니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나는 특별해요</a:t>
            </a: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예수님 나를 구원했으니</a:t>
            </a:r>
          </a:p>
        </p:txBody>
      </p:sp>
    </p:spTree>
    <p:extLst>
      <p:ext uri="{BB962C8B-B14F-4D97-AF65-F5344CB8AC3E}">
        <p14:creationId xmlns:p14="http://schemas.microsoft.com/office/powerpoint/2010/main" val="10712147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A9D4F-E655-95B8-420D-456004653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61C134-5A4E-8BD5-A28E-EF9A1D2340C2}"/>
              </a:ext>
            </a:extLst>
          </p:cNvPr>
          <p:cNvSpPr txBox="1"/>
          <p:nvPr/>
        </p:nvSpPr>
        <p:spPr>
          <a:xfrm>
            <a:off x="2305309" y="611838"/>
            <a:ext cx="4385171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너도 특별해요</a:t>
            </a: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예수님 너를 사랑하시니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우린 특별해요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주님이 우릴 축복했으니</a:t>
            </a:r>
          </a:p>
        </p:txBody>
      </p:sp>
    </p:spTree>
    <p:extLst>
      <p:ext uri="{BB962C8B-B14F-4D97-AF65-F5344CB8AC3E}">
        <p14:creationId xmlns:p14="http://schemas.microsoft.com/office/powerpoint/2010/main" val="2199255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2707A-126B-1576-1262-F7AB25F23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03B44B7-375D-A85B-BD4E-DDB235F67A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47295" cy="49240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D9D0BA-30B6-FE0D-DCFD-037D41701514}"/>
              </a:ext>
            </a:extLst>
          </p:cNvPr>
          <p:cNvSpPr txBox="1"/>
          <p:nvPr/>
        </p:nvSpPr>
        <p:spPr>
          <a:xfrm>
            <a:off x="4201252" y="2279364"/>
            <a:ext cx="3405736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내 마음의 한 자리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5" name="TextBox 4">
            <a:hlinkClick r:id="rId4" action="ppaction://hlinksldjump"/>
            <a:extLst>
              <a:ext uri="{FF2B5EF4-FFF2-40B4-BE49-F238E27FC236}">
                <a16:creationId xmlns:a16="http://schemas.microsoft.com/office/drawing/2014/main" id="{087F643D-25A3-8E50-E0D3-9F13AC000043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716527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28E60-021D-0EC0-5EEE-2DF874A0C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7CDD5370-56A3-8EC6-5F51-04B9ADBEC6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98BF8A5-E61D-B452-AFEB-3F2E56B68809}"/>
              </a:ext>
            </a:extLst>
          </p:cNvPr>
          <p:cNvSpPr txBox="1"/>
          <p:nvPr/>
        </p:nvSpPr>
        <p:spPr>
          <a:xfrm>
            <a:off x="2736517" y="549494"/>
            <a:ext cx="3522755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우리들을 위하여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십자가에 못박혀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모든 죄를 용서하사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의인 삼아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주신주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953975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8FB4E-C19D-3A68-1A45-9ECF5513A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BB4CB13C-7B05-9EDC-B59C-A549F7448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E7256EE-5839-771A-2F15-EC4F32042667}"/>
              </a:ext>
            </a:extLst>
          </p:cNvPr>
          <p:cNvSpPr txBox="1"/>
          <p:nvPr/>
        </p:nvSpPr>
        <p:spPr>
          <a:xfrm>
            <a:off x="2762966" y="549494"/>
            <a:ext cx="3469857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어떤 일이 있어도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나를 버리지 않고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죽기까지 사랑하신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나의 귀한 예수님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26282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AD85F-EA3B-9B1D-C7D8-2AB4FBDB8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FA9D5AB5-589D-C981-BC72-B8E0B451D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38AD1EB-91A1-A268-6432-EC7BA9F25D56}"/>
              </a:ext>
            </a:extLst>
          </p:cNvPr>
          <p:cNvSpPr txBox="1"/>
          <p:nvPr/>
        </p:nvSpPr>
        <p:spPr>
          <a:xfrm>
            <a:off x="2736519" y="549494"/>
            <a:ext cx="3522755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내 마음의 한 자리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가장 귀한 그 자리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 오셔서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앉으소서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주님만 나의 보배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23315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F1208-7F3F-1021-7A56-48987035B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2C1937B4-72B4-177E-1D9C-5FE2B872C3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5EE88A1-CC62-709F-DAF0-37FC4B1B032A}"/>
              </a:ext>
            </a:extLst>
          </p:cNvPr>
          <p:cNvSpPr txBox="1"/>
          <p:nvPr/>
        </p:nvSpPr>
        <p:spPr>
          <a:xfrm>
            <a:off x="2531336" y="549494"/>
            <a:ext cx="3933124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내 마음의 한 자리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가장 귀한 그 자리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 오셔서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다스리소서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주님만 나의 영광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88374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15894-E8BF-F5BA-DE04-8D5B10346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535CC84-0167-A71A-FC0A-A2AEB390CE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47295" cy="49240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E1AC4D5-576F-8D86-BDAC-79C211D2942F}"/>
              </a:ext>
            </a:extLst>
          </p:cNvPr>
          <p:cNvSpPr txBox="1"/>
          <p:nvPr/>
        </p:nvSpPr>
        <p:spPr>
          <a:xfrm>
            <a:off x="4579559" y="2279364"/>
            <a:ext cx="2649119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걸려 넘어져도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5" name="TextBox 4">
            <a:hlinkClick r:id="rId4" action="ppaction://hlinksldjump"/>
            <a:extLst>
              <a:ext uri="{FF2B5EF4-FFF2-40B4-BE49-F238E27FC236}">
                <a16:creationId xmlns:a16="http://schemas.microsoft.com/office/drawing/2014/main" id="{D38C886F-B670-4E1B-F7FB-663235CC2ACC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1651255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3842A-3057-8E41-757A-17732DA90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BFCCB31-0A86-8E1C-0452-D827DF643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532F41-A16C-FE5D-5455-B0830722BA15}"/>
              </a:ext>
            </a:extLst>
          </p:cNvPr>
          <p:cNvSpPr txBox="1"/>
          <p:nvPr/>
        </p:nvSpPr>
        <p:spPr>
          <a:xfrm>
            <a:off x="3126034" y="1084073"/>
            <a:ext cx="2743696" cy="2421172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062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3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sym typeface="굴림"/>
              </a:rPr>
              <a:t>걸려 넘어져도</a:t>
            </a:r>
            <a:endParaRPr kumimoji="0" lang="en-US" altLang="ko-KR" sz="32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sym typeface="굴림"/>
            </a:endParaRPr>
          </a:p>
          <a:p>
            <a:pPr marL="0" marR="0" lvl="0" indent="0" algn="ctr" defTabSz="91062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3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sym typeface="굴림"/>
              </a:rPr>
              <a:t>쓰러져도</a:t>
            </a:r>
            <a:endParaRPr kumimoji="0" lang="en-US" altLang="ko-KR" sz="32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sym typeface="굴림"/>
            </a:endParaRPr>
          </a:p>
          <a:p>
            <a:pPr marL="0" marR="0" lvl="0" indent="0" algn="ctr" defTabSz="91062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  <a:sym typeface="굴림"/>
              </a:rPr>
              <a:t>매를 맞아도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  <a:sym typeface="굴림"/>
            </a:endParaRPr>
          </a:p>
          <a:p>
            <a:pPr marL="0" marR="0" lvl="0" indent="0" algn="ctr" defTabSz="91062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  <a:sym typeface="굴림"/>
              </a:rPr>
              <a:t>떠날 수는 없어</a:t>
            </a:r>
            <a:endParaRPr kumimoji="0" lang="en-US" altLang="ko-KR" sz="32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4872638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6E7DB-656A-B4AE-37B0-AEAE06236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C9A03C-9C66-C4C6-CA3F-702A24C26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E34B63C-4E8B-F70E-3E42-C721D1D97BF0}"/>
              </a:ext>
            </a:extLst>
          </p:cNvPr>
          <p:cNvSpPr txBox="1"/>
          <p:nvPr/>
        </p:nvSpPr>
        <p:spPr>
          <a:xfrm>
            <a:off x="2547353" y="861222"/>
            <a:ext cx="3901064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예수님이 최고야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내 자랑은 십자가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어디까지나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따라갈래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나의 생명 그리스도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02995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0442F-9B8E-B273-D8F5-D68D83532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3AF676F-72C0-9671-BC63-7ACCD2072A8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47295" cy="49240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A5938DF-DD7C-EB9B-FC39-5A3F3588A6EC}"/>
              </a:ext>
            </a:extLst>
          </p:cNvPr>
          <p:cNvSpPr txBox="1"/>
          <p:nvPr/>
        </p:nvSpPr>
        <p:spPr>
          <a:xfrm>
            <a:off x="3674665" y="2279364"/>
            <a:ext cx="4458910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주님 같은 반석은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없도다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6" name="TextBox 5">
            <a:hlinkClick r:id="rId3" action="ppaction://hlinksldjump"/>
            <a:extLst>
              <a:ext uri="{FF2B5EF4-FFF2-40B4-BE49-F238E27FC236}">
                <a16:creationId xmlns:a16="http://schemas.microsoft.com/office/drawing/2014/main" id="{96A74C56-698B-3B88-9DFA-C593A766A8D7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7767682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F4053-5E93-DFF0-A95C-22DAE36D2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74DB48ED-4B34-710E-0348-9AC34CF88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194132-D1F6-32C0-0042-98BF301AE33D}"/>
              </a:ext>
            </a:extLst>
          </p:cNvPr>
          <p:cNvSpPr txBox="1"/>
          <p:nvPr/>
        </p:nvSpPr>
        <p:spPr>
          <a:xfrm>
            <a:off x="2311286" y="1627595"/>
            <a:ext cx="4521427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주님 같은 반석은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없도다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찬양 받기 합당하신 이름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02694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D26F5-1502-1906-B69A-57DA689EE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DDF1DD43-8C0E-E6BA-42FB-D3612DB10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3491D26-7348-AB42-82EE-EA4C5DCFA020}"/>
              </a:ext>
            </a:extLst>
          </p:cNvPr>
          <p:cNvSpPr txBox="1"/>
          <p:nvPr/>
        </p:nvSpPr>
        <p:spPr>
          <a:xfrm>
            <a:off x="2126941" y="1299826"/>
            <a:ext cx="4890117" cy="230832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변치 않으시는 구원의 반석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신실하시고 진실하신 주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주님 같은 반석은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없도다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9944537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7CAE9-AF86-6672-6369-94C7D7EC6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2F392BF9-85C8-2118-5DD9-AEF3EB1AA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DB8FDA9-24EF-A020-48D8-C2B4C8AAC6E5}"/>
              </a:ext>
            </a:extLst>
          </p:cNvPr>
          <p:cNvSpPr txBox="1"/>
          <p:nvPr/>
        </p:nvSpPr>
        <p:spPr>
          <a:xfrm>
            <a:off x="2069234" y="1606812"/>
            <a:ext cx="5005532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만세 반석 예수 내 반석 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x 3</a:t>
            </a: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주님 같은 반석은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없도다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522213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780E9-D766-CABC-49EF-134F4C89D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957B6B3-85FF-9B67-BDB5-E0B71996FA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47295" cy="49240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332114A-D6EA-538E-7BBB-AD195C17666D}"/>
              </a:ext>
            </a:extLst>
          </p:cNvPr>
          <p:cNvSpPr txBox="1"/>
          <p:nvPr/>
        </p:nvSpPr>
        <p:spPr>
          <a:xfrm>
            <a:off x="4784744" y="2279364"/>
            <a:ext cx="2238750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예수님 찬양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5" name="TextBox 4">
            <a:hlinkClick r:id="rId4" action="ppaction://hlinksldjump"/>
            <a:extLst>
              <a:ext uri="{FF2B5EF4-FFF2-40B4-BE49-F238E27FC236}">
                <a16:creationId xmlns:a16="http://schemas.microsoft.com/office/drawing/2014/main" id="{FE3AC7E8-40CE-5201-4EB7-C6FA149C7680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6317535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66533-74BB-1E46-9F6E-704207541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02CBA200-AF91-74AB-6119-17CA70D606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5BA13D7-F62C-7D9E-F78F-4776452EC93D}"/>
              </a:ext>
            </a:extLst>
          </p:cNvPr>
          <p:cNvSpPr txBox="1"/>
          <p:nvPr/>
        </p:nvSpPr>
        <p:spPr>
          <a:xfrm>
            <a:off x="2247605" y="1357440"/>
            <a:ext cx="4500587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예수님 찬양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예수님 찬양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예수님 찬양 합시다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x 2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2672764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E721A-B59E-9422-587F-A66E05524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627C2F21-4414-7F18-0E95-F8AE56D52A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957C147-677F-4D78-1972-9EB5DD414494}"/>
              </a:ext>
            </a:extLst>
          </p:cNvPr>
          <p:cNvSpPr txBox="1"/>
          <p:nvPr/>
        </p:nvSpPr>
        <p:spPr>
          <a:xfrm>
            <a:off x="2315735" y="1357440"/>
            <a:ext cx="4364332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할렐루야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할렐루야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예수님 찬양 합시다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x 2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6924019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BA710-ED45-2AF7-92A6-73799F69B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482A76F4-C375-A7BD-D3A7-44D3EB8F7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C223F1A-7FA2-33B1-7548-012EF1D39B57}"/>
              </a:ext>
            </a:extLst>
          </p:cNvPr>
          <p:cNvSpPr txBox="1"/>
          <p:nvPr/>
        </p:nvSpPr>
        <p:spPr>
          <a:xfrm>
            <a:off x="2247605" y="1357440"/>
            <a:ext cx="4500587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예수 이겼네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예수 이겼네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예수 사탄을 이겼네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x 2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6668835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7DE71-BBD6-40CB-007D-CD44354DE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55F32716-8576-3E01-50FD-83B6482F0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6B389DC-28D0-5B91-2B59-D2F3A3CE2CC3}"/>
              </a:ext>
            </a:extLst>
          </p:cNvPr>
          <p:cNvSpPr txBox="1"/>
          <p:nvPr/>
        </p:nvSpPr>
        <p:spPr>
          <a:xfrm>
            <a:off x="2326154" y="1357440"/>
            <a:ext cx="4343493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할렐루야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할렐루야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예수 사탄을 이겼네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x 2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842610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B36CC-4A83-942B-DD3C-DCF461A19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EE67AC66-4E5B-B03B-ACC2-FA6B6AFCC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EF86F6E-6A57-36B5-0D8E-55F5BFD8E025}"/>
              </a:ext>
            </a:extLst>
          </p:cNvPr>
          <p:cNvSpPr txBox="1"/>
          <p:nvPr/>
        </p:nvSpPr>
        <p:spPr>
          <a:xfrm>
            <a:off x="2200319" y="1357440"/>
            <a:ext cx="4595165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예수님 권세 예수님 권세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예수님 권세 내 권세 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x 2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0223762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13BAA-651E-A78B-6649-19AE61390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66B36B56-C51E-CDE5-ACCD-723834F2C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82879F2-735D-737E-CA99-387C5984722A}"/>
              </a:ext>
            </a:extLst>
          </p:cNvPr>
          <p:cNvSpPr txBox="1"/>
          <p:nvPr/>
        </p:nvSpPr>
        <p:spPr>
          <a:xfrm>
            <a:off x="2258027" y="1357440"/>
            <a:ext cx="4479748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할렐루야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할렐루야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예수님 권세 내 권세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x 2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099838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B28B8-99EF-0C5F-45D0-BF7D10308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3DDA5588-48FF-C9E3-1226-D0AEB580CA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6D33D5D-5AA0-3C6D-C44F-3C532041DDD3}"/>
              </a:ext>
            </a:extLst>
          </p:cNvPr>
          <p:cNvSpPr txBox="1"/>
          <p:nvPr/>
        </p:nvSpPr>
        <p:spPr>
          <a:xfrm>
            <a:off x="2299706" y="1357440"/>
            <a:ext cx="4396391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주의 이름을 부르는 자는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구원을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얻으리로다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x 2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538654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78D54-F729-D04B-526C-99AD9DD16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126B874D-97CA-181D-1B5B-541D881A68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A0B487B-31DD-B267-6EDE-5D5715B96F20}"/>
              </a:ext>
            </a:extLst>
          </p:cNvPr>
          <p:cNvSpPr txBox="1"/>
          <p:nvPr/>
        </p:nvSpPr>
        <p:spPr>
          <a:xfrm>
            <a:off x="2346993" y="1357440"/>
            <a:ext cx="4301816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할렐루야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할렐루야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구원을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얻으리로다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x 2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9190563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14280-728A-2056-A575-70D77A5B3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E94BD5A-16AE-6B5A-B3DD-CDEDD36374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47295" cy="49240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ABD137-DF62-4E3B-AF6B-476F57088E92}"/>
              </a:ext>
            </a:extLst>
          </p:cNvPr>
          <p:cNvSpPr txBox="1"/>
          <p:nvPr/>
        </p:nvSpPr>
        <p:spPr>
          <a:xfrm>
            <a:off x="4064198" y="2033143"/>
            <a:ext cx="3679849" cy="107721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나의 가장 낮은 마음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(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낮은 자의 하나님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)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5" name="TextBox 4">
            <a:hlinkClick r:id="rId3" action="ppaction://hlinksldjump"/>
            <a:extLst>
              <a:ext uri="{FF2B5EF4-FFF2-40B4-BE49-F238E27FC236}">
                <a16:creationId xmlns:a16="http://schemas.microsoft.com/office/drawing/2014/main" id="{2C58279F-D2A3-5FB6-348F-778FAE300CEA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1394082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0038D-3B79-47AA-F59D-B6DA9F95A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1C5BDC8B-EA5E-C20F-2581-06C31A9C2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67E831C-4F0A-41EA-44A2-ECCE3CEDD282}"/>
              </a:ext>
            </a:extLst>
          </p:cNvPr>
          <p:cNvSpPr txBox="1"/>
          <p:nvPr/>
        </p:nvSpPr>
        <p:spPr>
          <a:xfrm>
            <a:off x="2642307" y="888931"/>
            <a:ext cx="3859386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나의 가장 낮은 마음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주님께서 기뻐하시고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작은 일에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큰 기쁨을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느끼게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하시는도다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0543737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BA6BA-0361-2E74-2EB8-CBD8CA567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D7FD24B-AC07-EF1A-2B8A-ED58E5AEF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BE230D6-40A8-2A90-B36D-0BECA30BCA64}"/>
              </a:ext>
            </a:extLst>
          </p:cNvPr>
          <p:cNvSpPr txBox="1"/>
          <p:nvPr/>
        </p:nvSpPr>
        <p:spPr>
          <a:xfrm>
            <a:off x="2584599" y="888931"/>
            <a:ext cx="3974802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내가 지쳐 무력할 때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주님 내게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힘이되시고</a:t>
            </a:r>
            <a:endParaRPr kumimoji="0" lang="ko-KR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아름다운 하늘 나라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내 맘에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주시는도다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3816607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3419C-A355-9EB8-4D35-B62B7EE66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EA61082F-54BE-CD37-AF93-1705FDFA0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D93D8C-552E-E721-A8EB-AD4DEFD49980}"/>
              </a:ext>
            </a:extLst>
          </p:cNvPr>
          <p:cNvSpPr txBox="1"/>
          <p:nvPr/>
        </p:nvSpPr>
        <p:spPr>
          <a:xfrm>
            <a:off x="1649247" y="888931"/>
            <a:ext cx="5845507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우리에게 축복하신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하나님 사랑</a:t>
            </a: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낮은 자를</a:t>
            </a:r>
            <a:r>
              <a:rPr kumimoji="0" lang="en-US" altLang="ko-K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높여주시고</a:t>
            </a:r>
            <a:endParaRPr kumimoji="0" lang="ko-KR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아름다운 하늘 나라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허락하시고</a:t>
            </a: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내 모든 것</a:t>
            </a:r>
            <a:r>
              <a:rPr kumimoji="0" lang="en-US" altLang="ko-K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예비하시네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0971769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B8EB8-F1C8-50CC-3A80-AF6FC2C1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79D8128A-727A-8E88-AB16-6A44BB5CBE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DB2A525-A391-C474-DCAB-E54FBC25BE91}"/>
              </a:ext>
            </a:extLst>
          </p:cNvPr>
          <p:cNvSpPr txBox="1"/>
          <p:nvPr/>
        </p:nvSpPr>
        <p:spPr>
          <a:xfrm>
            <a:off x="3042255" y="888931"/>
            <a:ext cx="3059488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찬양함에</a:t>
            </a:r>
            <a:r>
              <a:rPr kumimoji="0" lang="en-US" altLang="ko-K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기쁨을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감사함에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평안을</a:t>
            </a: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간구함에</a:t>
            </a:r>
            <a:r>
              <a:rPr lang="en-US" altLang="ko-KR" sz="3200" noProof="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하나님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알도록 하셨네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9688283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CA33B-EE5B-DCE3-2AEC-E4B100CC5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5A5BF6-23FF-EE24-C42A-2A48692DA483}"/>
              </a:ext>
            </a:extLst>
          </p:cNvPr>
          <p:cNvSpPr txBox="1"/>
          <p:nvPr/>
        </p:nvSpPr>
        <p:spPr>
          <a:xfrm>
            <a:off x="4074616" y="2279364"/>
            <a:ext cx="3659011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내 안에 부어 주소서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5" name="TextBox 4">
            <a:hlinkClick r:id="rId3" action="ppaction://hlinksldjump"/>
            <a:extLst>
              <a:ext uri="{FF2B5EF4-FFF2-40B4-BE49-F238E27FC236}">
                <a16:creationId xmlns:a16="http://schemas.microsoft.com/office/drawing/2014/main" id="{B55D5C24-0A83-B99F-D0F3-EC5F25A1A3A3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61720133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8E535-0932-59AC-E0C2-51F4A1EB8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1E064F-5139-2B6F-EFE1-8663E4126483}"/>
              </a:ext>
            </a:extLst>
          </p:cNvPr>
          <p:cNvSpPr txBox="1"/>
          <p:nvPr/>
        </p:nvSpPr>
        <p:spPr>
          <a:xfrm>
            <a:off x="2452792" y="1048258"/>
            <a:ext cx="4090218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내 안에 부어 주소서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성령의 충만한 기름을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내 안에 충만케 하소서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성령의 기름으로 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x 2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589383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109B9-9365-3A2F-5373-8FC368985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F732ED-C68B-7BE7-7D44-4E3E2EC7FFF6}"/>
              </a:ext>
            </a:extLst>
          </p:cNvPr>
          <p:cNvSpPr txBox="1"/>
          <p:nvPr/>
        </p:nvSpPr>
        <p:spPr>
          <a:xfrm>
            <a:off x="2415925" y="1048258"/>
            <a:ext cx="4163956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내게 기름 가득할 때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주의 복음 전할 수 있네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내게 기름 가득할 때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주의 사랑 베푸네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499386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DD023-91CC-16F7-7948-21E64A555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1E59CB-8907-5AD9-E319-023161F7F1E4}"/>
              </a:ext>
            </a:extLst>
          </p:cNvPr>
          <p:cNvSpPr txBox="1"/>
          <p:nvPr/>
        </p:nvSpPr>
        <p:spPr>
          <a:xfrm>
            <a:off x="2315741" y="1048258"/>
            <a:ext cx="4364332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그 날에 우리 주님께서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밤중에 찾아오실 때에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기름 준비된 자만이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잔치 자리 들어가네 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x 2</a:t>
            </a:r>
          </a:p>
        </p:txBody>
      </p:sp>
    </p:spTree>
    <p:extLst>
      <p:ext uri="{BB962C8B-B14F-4D97-AF65-F5344CB8AC3E}">
        <p14:creationId xmlns:p14="http://schemas.microsoft.com/office/powerpoint/2010/main" val="19597698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03968-014E-A5B3-094D-238DCDD16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D2871DE-1BE1-3635-BEAC-4B2907EE4C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47295" cy="49240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E88A8B-4025-A212-E80D-447CD39D12E9}"/>
              </a:ext>
            </a:extLst>
          </p:cNvPr>
          <p:cNvSpPr txBox="1"/>
          <p:nvPr/>
        </p:nvSpPr>
        <p:spPr>
          <a:xfrm>
            <a:off x="4795166" y="2279364"/>
            <a:ext cx="2217911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천국은 마치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5" name="TextBox 4">
            <a:hlinkClick r:id="rId4" action="ppaction://hlinksldjump"/>
            <a:extLst>
              <a:ext uri="{FF2B5EF4-FFF2-40B4-BE49-F238E27FC236}">
                <a16:creationId xmlns:a16="http://schemas.microsoft.com/office/drawing/2014/main" id="{329EE1ED-2D64-207A-3B02-8293C101DFB6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5100656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DC23D-0106-FF89-BAB7-8C7D32A7A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76A0D65-0DB5-B729-6DA2-D9A0F8C67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AC8C136-F4E5-66A3-191C-6F3BAE65C6E8}"/>
              </a:ext>
            </a:extLst>
          </p:cNvPr>
          <p:cNvSpPr txBox="1"/>
          <p:nvPr/>
        </p:nvSpPr>
        <p:spPr>
          <a:xfrm>
            <a:off x="2757346" y="1084074"/>
            <a:ext cx="3481077" cy="2421172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062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굴림"/>
              </a:rPr>
              <a:t>천국은 마치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굴림"/>
            </a:endParaRPr>
          </a:p>
          <a:p>
            <a:pPr marL="0" marR="0" lvl="0" indent="0" algn="ctr" defTabSz="91062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  <a:sym typeface="굴림"/>
              </a:rPr>
              <a:t>밭에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  <a:sym typeface="굴림"/>
              </a:rPr>
              <a:t>감추인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  <a:sym typeface="굴림"/>
              </a:rPr>
              <a:t> 보화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  <a:sym typeface="굴림"/>
            </a:endParaRPr>
          </a:p>
          <a:p>
            <a:pPr marL="0" marR="0" lvl="0" indent="0" algn="ctr" defTabSz="91062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굴림"/>
              </a:rPr>
              <a:t>땅 속에 묻힌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굴림"/>
            </a:endParaRPr>
          </a:p>
          <a:p>
            <a:pPr marL="0" marR="0" lvl="0" indent="0" algn="ctr" defTabSz="91062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  <a:sym typeface="굴림"/>
              </a:rPr>
              <a:t>아무도 모르는 보석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5814381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DABE0-B0E2-CE53-43E5-BE949567A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782363B-01F5-E804-8000-9C85B64ED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967B1FB-CCF9-FBEC-853D-5B132775EEAB}"/>
              </a:ext>
            </a:extLst>
          </p:cNvPr>
          <p:cNvSpPr txBox="1"/>
          <p:nvPr/>
        </p:nvSpPr>
        <p:spPr>
          <a:xfrm>
            <a:off x="2084085" y="1084074"/>
            <a:ext cx="4827601" cy="2421172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062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굴림"/>
              </a:rPr>
              <a:t>천국은 마치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굴림"/>
            </a:endParaRPr>
          </a:p>
          <a:p>
            <a:pPr marL="0" marR="0" lvl="0" indent="0" algn="ctr" defTabSz="91062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  <a:sym typeface="굴림"/>
              </a:rPr>
              <a:t>밭에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  <a:sym typeface="굴림"/>
              </a:rPr>
              <a:t>감추인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  <a:sym typeface="굴림"/>
              </a:rPr>
              <a:t> 보화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  <a:sym typeface="굴림"/>
            </a:endParaRPr>
          </a:p>
          <a:p>
            <a:pPr marL="0" marR="0" lvl="0" indent="0" algn="ctr" defTabSz="91062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굴림"/>
              </a:rPr>
              <a:t>땅 속에 묻힌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굴림"/>
            </a:endParaRPr>
          </a:p>
          <a:p>
            <a:pPr marL="0" marR="0" lvl="0" indent="0" algn="ctr" defTabSz="91062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  <a:sym typeface="굴림"/>
              </a:rPr>
              <a:t>아무도 모르는 보석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  <a:sym typeface="굴림"/>
              </a:rPr>
              <a:t>이라네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25405694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132E0-FD70-93C1-56B3-98F41E987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AAA645A-F0BA-565A-D267-98A432FF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E056ED-42F0-EE37-7012-234189F6F102}"/>
              </a:ext>
            </a:extLst>
          </p:cNvPr>
          <p:cNvSpPr txBox="1"/>
          <p:nvPr/>
        </p:nvSpPr>
        <p:spPr>
          <a:xfrm>
            <a:off x="1937414" y="1084075"/>
            <a:ext cx="5120949" cy="2421172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062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굴림"/>
              </a:rPr>
              <a:t>그 보석 발견한 사람은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굴림"/>
            </a:endParaRPr>
          </a:p>
          <a:p>
            <a:pPr marL="0" marR="0" lvl="0" indent="0" algn="ctr" defTabSz="91062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  <a:sym typeface="굴림"/>
              </a:rPr>
              <a:t>기뻐뛰며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  <a:sym typeface="굴림"/>
              </a:rPr>
              <a:t> 집에 돌아가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  <a:sym typeface="굴림"/>
            </a:endParaRPr>
          </a:p>
          <a:p>
            <a:pPr marL="0" marR="0" lvl="0" indent="0" algn="ctr" defTabSz="91062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집 팔고 땅 팔고 냉장고 팔아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062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기어이 그 밭을 사고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말거야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09646979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0A4FA-8EA1-C238-6C72-26BBB493A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3FC7A83-0C87-489B-EC58-59C398EE1B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1F112B1-8ECE-745A-3366-F71E50471EE3}"/>
              </a:ext>
            </a:extLst>
          </p:cNvPr>
          <p:cNvSpPr txBox="1"/>
          <p:nvPr/>
        </p:nvSpPr>
        <p:spPr>
          <a:xfrm>
            <a:off x="2757346" y="1084074"/>
            <a:ext cx="3481077" cy="2421172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062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굴림"/>
              </a:rPr>
              <a:t>천국은 마치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굴림"/>
            </a:endParaRPr>
          </a:p>
          <a:p>
            <a:pPr marL="0" marR="0" lvl="0" indent="0" algn="ctr" defTabSz="91062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굴림"/>
              </a:rPr>
              <a:t>밭에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굴림"/>
              </a:rPr>
              <a:t>감추인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굴림"/>
              </a:rPr>
              <a:t> 보화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굴림"/>
            </a:endParaRPr>
          </a:p>
          <a:p>
            <a:pPr marL="0" marR="0" lvl="0" indent="0" algn="ctr" defTabSz="91062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굴림"/>
              </a:rPr>
              <a:t>땅 속에 묻힌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굴림"/>
            </a:endParaRPr>
          </a:p>
          <a:p>
            <a:pPr marL="0" marR="0" lvl="0" indent="0" algn="ctr" defTabSz="91062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굴림"/>
              </a:rPr>
              <a:t>아무도 모르는 보석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60102107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16A40-8856-EB79-EB3A-35016CF3E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10350B0-D9A2-E1D9-E35B-7A17235C6C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998A1D0-DE68-5A84-0862-AAA7407DFEEF}"/>
              </a:ext>
            </a:extLst>
          </p:cNvPr>
          <p:cNvSpPr txBox="1"/>
          <p:nvPr/>
        </p:nvSpPr>
        <p:spPr>
          <a:xfrm>
            <a:off x="2084085" y="1084074"/>
            <a:ext cx="4827601" cy="2421172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062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굴림"/>
              </a:rPr>
              <a:t>천국은 마치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굴림"/>
            </a:endParaRPr>
          </a:p>
          <a:p>
            <a:pPr marL="0" marR="0" lvl="0" indent="0" algn="ctr" defTabSz="91062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굴림"/>
              </a:rPr>
              <a:t>밭에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굴림"/>
              </a:rPr>
              <a:t>감추인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굴림"/>
              </a:rPr>
              <a:t> 보화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굴림"/>
            </a:endParaRPr>
          </a:p>
          <a:p>
            <a:pPr marL="0" marR="0" lvl="0" indent="0" algn="ctr" defTabSz="91062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굴림"/>
              </a:rPr>
              <a:t>땅 속에 묻힌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굴림"/>
            </a:endParaRPr>
          </a:p>
          <a:p>
            <a:pPr marL="0" marR="0" lvl="0" indent="0" algn="ctr" defTabSz="91062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굴림"/>
              </a:rPr>
              <a:t>아무도 모르는 보석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굴림"/>
              </a:rPr>
              <a:t>이라네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56715785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E6E68-9661-61C8-C726-8723A58A8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A18D13-386A-7875-FD2D-322EFE4638BC}"/>
              </a:ext>
            </a:extLst>
          </p:cNvPr>
          <p:cNvSpPr txBox="1"/>
          <p:nvPr/>
        </p:nvSpPr>
        <p:spPr>
          <a:xfrm>
            <a:off x="4795165" y="2279364"/>
            <a:ext cx="2217911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너는 꽃이야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5" name="TextBox 4">
            <a:hlinkClick r:id="rId3" action="ppaction://hlinksldjump"/>
            <a:extLst>
              <a:ext uri="{FF2B5EF4-FFF2-40B4-BE49-F238E27FC236}">
                <a16:creationId xmlns:a16="http://schemas.microsoft.com/office/drawing/2014/main" id="{FD45B9AC-4F5C-A599-F0B8-1BE8AE79C26B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21169317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181B5-7082-C553-3D51-915E6B2AE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B9C57A-5AE2-59D0-DC8E-2227CAE115B2}"/>
              </a:ext>
            </a:extLst>
          </p:cNvPr>
          <p:cNvSpPr txBox="1"/>
          <p:nvPr/>
        </p:nvSpPr>
        <p:spPr>
          <a:xfrm>
            <a:off x="2584599" y="1048258"/>
            <a:ext cx="3974802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가만히 바라만 보아도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너무 예뻐 웃음이나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세상에서 가장 소중한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너의 하얀 미소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15657811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B509C-0265-AB65-9AF8-2702E4B20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D9F6E7-005C-5CEA-57E3-5E4C329AA646}"/>
              </a:ext>
            </a:extLst>
          </p:cNvPr>
          <p:cNvSpPr txBox="1"/>
          <p:nvPr/>
        </p:nvSpPr>
        <p:spPr>
          <a:xfrm>
            <a:off x="1837599" y="1048258"/>
            <a:ext cx="5468801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하나님께서 너무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기쁘시대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하나님께서 너무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좋으시대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나의 손을 잡고 너의 손을 잡고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함께 걷고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싶으시대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01507244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C4DE0-F4DE-1C3C-7584-0FFACF0C3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DE6FE2-BD62-3E22-0BE8-7ED8C8CB8D69}"/>
              </a:ext>
            </a:extLst>
          </p:cNvPr>
          <p:cNvSpPr txBox="1"/>
          <p:nvPr/>
        </p:nvSpPr>
        <p:spPr>
          <a:xfrm>
            <a:off x="1911338" y="1048258"/>
            <a:ext cx="5321324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너는 꽃이야 햇살이야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그저 반짝반짝 빛나는 별이야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너는 꽃이야 햇살이야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매일매일 예쁜 너야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93166485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82371-CEA1-9608-702A-57D6B94B6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8517D6-3410-982F-A80F-96C2B8EA30FD}"/>
              </a:ext>
            </a:extLst>
          </p:cNvPr>
          <p:cNvSpPr txBox="1"/>
          <p:nvPr/>
        </p:nvSpPr>
        <p:spPr>
          <a:xfrm>
            <a:off x="1921757" y="1048258"/>
            <a:ext cx="5300486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너는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자유해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널 기대해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너무나 귀하고 너무나 사랑해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너를 축복해 늘 기도해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오늘도 내일도 사랑해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75012284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FA8FA-EE66-5780-5562-B5210C0FC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C223BAB-0638-0362-4BF7-3687C0F65E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47295" cy="49240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DA03B14-88EF-D4D6-120E-60A1EBA48497}"/>
              </a:ext>
            </a:extLst>
          </p:cNvPr>
          <p:cNvSpPr txBox="1"/>
          <p:nvPr/>
        </p:nvSpPr>
        <p:spPr>
          <a:xfrm>
            <a:off x="3895884" y="2279364"/>
            <a:ext cx="4016481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찬양이 언제나 넘치면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5" name="TextBox 4">
            <a:hlinkClick r:id="rId3" action="ppaction://hlinksldjump"/>
            <a:extLst>
              <a:ext uri="{FF2B5EF4-FFF2-40B4-BE49-F238E27FC236}">
                <a16:creationId xmlns:a16="http://schemas.microsoft.com/office/drawing/2014/main" id="{BD693509-90E6-71BD-EF45-8ADE5583ED2A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17931727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03C9B-F6FE-F664-7D53-1D96D1FF6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F7355914-15E0-3945-9722-75AFCFF0A6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CD57EE-9B7E-494F-B359-A9BF13534CE6}"/>
              </a:ext>
            </a:extLst>
          </p:cNvPr>
          <p:cNvSpPr txBox="1"/>
          <p:nvPr/>
        </p:nvSpPr>
        <p:spPr>
          <a:xfrm>
            <a:off x="2563762" y="888931"/>
            <a:ext cx="4016480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찬양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이 언제나 넘치면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은혜로 얼굴이 환해요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성령의 충만한 모습을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서로가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느껴요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B60C18-8F84-DE70-7A7D-21702E778DDF}"/>
              </a:ext>
            </a:extLst>
          </p:cNvPr>
          <p:cNvSpPr txBox="1"/>
          <p:nvPr/>
        </p:nvSpPr>
        <p:spPr>
          <a:xfrm>
            <a:off x="2650322" y="4270852"/>
            <a:ext cx="3843356" cy="553994"/>
          </a:xfrm>
          <a:prstGeom prst="rect">
            <a:avLst/>
          </a:prstGeom>
          <a:solidFill>
            <a:schemeClr val="bg1"/>
          </a:solidFill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(</a:t>
            </a:r>
            <a:r>
              <a:rPr kumimoji="0" lang="ko-KR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찬양</a:t>
            </a:r>
            <a:r>
              <a:rPr lang="ko-KR" altLang="en-US" sz="20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이</a:t>
            </a:r>
            <a:r>
              <a:rPr lang="en-US" altLang="ko-KR" sz="20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, </a:t>
            </a:r>
            <a:r>
              <a:rPr lang="ko-KR" altLang="en-US" sz="20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감사가</a:t>
            </a:r>
            <a:r>
              <a:rPr lang="en-US" altLang="ko-KR" sz="20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, </a:t>
            </a:r>
            <a:r>
              <a:rPr lang="ko-KR" altLang="en-US" sz="20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사랑이</a:t>
            </a:r>
            <a:r>
              <a:rPr lang="en-US" altLang="ko-KR" sz="20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, </a:t>
            </a:r>
            <a:r>
              <a:rPr lang="ko-KR" altLang="en-US" sz="20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기도가</a:t>
            </a:r>
            <a:r>
              <a:rPr lang="en-US" altLang="ko-KR" sz="20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)</a:t>
            </a:r>
            <a:endParaRPr kumimoji="0" lang="en-US" altLang="ko-K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79653686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ABDAE-3B3B-465F-76C5-E4442B34A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967C1850-1CC8-ADCE-4FF3-35A069898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E1E0BB-714A-194B-A6AB-AE8816139C89}"/>
              </a:ext>
            </a:extLst>
          </p:cNvPr>
          <p:cNvSpPr txBox="1"/>
          <p:nvPr/>
        </p:nvSpPr>
        <p:spPr>
          <a:xfrm>
            <a:off x="2110916" y="888931"/>
            <a:ext cx="4922177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할렐루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할렐루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손벽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치면서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할렐루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할렐루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소리 외치며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할렐루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할렐루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두 손을 들고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주님을 찬양해요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88129650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9CDDD-31FD-07BE-7CAD-90BEB9379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9D35EA-0C69-9AA6-9625-34630ECE1C87}"/>
              </a:ext>
            </a:extLst>
          </p:cNvPr>
          <p:cNvSpPr txBox="1"/>
          <p:nvPr/>
        </p:nvSpPr>
        <p:spPr>
          <a:xfrm>
            <a:off x="4569142" y="2279364"/>
            <a:ext cx="2669959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밤이나 낮이나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7" name="TextBox 6">
            <a:hlinkClick r:id="rId3" action="ppaction://hlinksldjump"/>
            <a:extLst>
              <a:ext uri="{FF2B5EF4-FFF2-40B4-BE49-F238E27FC236}">
                <a16:creationId xmlns:a16="http://schemas.microsoft.com/office/drawing/2014/main" id="{EC1ED57C-CF4F-99FE-15D5-B8E06D7FA436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29994917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C19D0-FF36-A6AF-069B-7BDEFE551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65E9B8-F8FC-B6D8-E8EE-481C2F7CD18E}"/>
              </a:ext>
            </a:extLst>
          </p:cNvPr>
          <p:cNvSpPr txBox="1"/>
          <p:nvPr/>
        </p:nvSpPr>
        <p:spPr>
          <a:xfrm>
            <a:off x="2395079" y="1048258"/>
            <a:ext cx="4205634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나의 소망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되신주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주를 바라봅니다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다시 오실 나의 왕 예수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주를 기다립니다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68906337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90687-F953-7D48-E728-B804E13AD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8FEBAD-1C6F-4F94-1FC5-9B85085C9305}"/>
              </a:ext>
            </a:extLst>
          </p:cNvPr>
          <p:cNvSpPr txBox="1"/>
          <p:nvPr/>
        </p:nvSpPr>
        <p:spPr>
          <a:xfrm>
            <a:off x="2705262" y="1417590"/>
            <a:ext cx="3585273" cy="230832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밤이나 낮이나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어제나 오늘도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영원히 주만 찬양해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87157974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97F48-18E6-3EBD-6444-4F139A3AD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0BE5B7-FD46-F618-581B-B3485D823A4C}"/>
              </a:ext>
            </a:extLst>
          </p:cNvPr>
          <p:cNvSpPr txBox="1"/>
          <p:nvPr/>
        </p:nvSpPr>
        <p:spPr>
          <a:xfrm>
            <a:off x="2294895" y="1417590"/>
            <a:ext cx="4406010" cy="230832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괴롭고 슬플 때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낙망하여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넘어져도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언제나 주만 찬양하겠네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8365758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AE784-3524-0DE3-7DE4-BC2C43F5E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BA7043-891F-638E-DA0F-292725AC6FE6}"/>
              </a:ext>
            </a:extLst>
          </p:cNvPr>
          <p:cNvSpPr txBox="1"/>
          <p:nvPr/>
        </p:nvSpPr>
        <p:spPr>
          <a:xfrm>
            <a:off x="3900688" y="2279364"/>
            <a:ext cx="4006863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주를 찾는 모든 자들이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3" name="TextBox 2">
            <a:hlinkClick r:id="rId2" action="ppaction://hlinksldjump"/>
            <a:extLst>
              <a:ext uri="{FF2B5EF4-FFF2-40B4-BE49-F238E27FC236}">
                <a16:creationId xmlns:a16="http://schemas.microsoft.com/office/drawing/2014/main" id="{0C775F0A-ACF0-8BB5-6396-9DB731585873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9271495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F89BA-4C63-BB38-A5FE-A7DE2DCFA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F5F4C9-CAF9-9F8E-EF9D-CC4848AA7A2C}"/>
              </a:ext>
            </a:extLst>
          </p:cNvPr>
          <p:cNvSpPr txBox="1"/>
          <p:nvPr/>
        </p:nvSpPr>
        <p:spPr>
          <a:xfrm>
            <a:off x="2494452" y="1048258"/>
            <a:ext cx="4006862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주를 찾는 모든 자들이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주로 말미암아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기뻐하고 즐거워하게 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하시며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688770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30883-9859-7D7E-4551-CABDE29D2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2885FA-54B2-298B-04C1-63CB5D1006C7}"/>
              </a:ext>
            </a:extLst>
          </p:cNvPr>
          <p:cNvSpPr txBox="1"/>
          <p:nvPr/>
        </p:nvSpPr>
        <p:spPr>
          <a:xfrm>
            <a:off x="1868482" y="1048258"/>
            <a:ext cx="5258808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주의 구원을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사랑하는 자들이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항상 말하기를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하나님은 위대하시다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하게 하소서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607846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2055E-3541-D227-F0EC-E28764710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66A18B-6CFC-8DB5-E849-0065CF48D20B}"/>
              </a:ext>
            </a:extLst>
          </p:cNvPr>
          <p:cNvSpPr txBox="1"/>
          <p:nvPr/>
        </p:nvSpPr>
        <p:spPr>
          <a:xfrm>
            <a:off x="1379570" y="1048258"/>
            <a:ext cx="6236640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주는 나의 도움 나를 건지시는 이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여호와여 지체 말고 내게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임하소서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가난하고 궁핍한 내 마음 가운데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여호와여 속히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임하소서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687019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D2D89-6691-A23F-AFC9-AE1BA82A7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D9108A-5E29-86EF-DDAD-6CFFD4CCA8D7}"/>
              </a:ext>
            </a:extLst>
          </p:cNvPr>
          <p:cNvSpPr txBox="1"/>
          <p:nvPr/>
        </p:nvSpPr>
        <p:spPr>
          <a:xfrm>
            <a:off x="4600395" y="2279364"/>
            <a:ext cx="2607441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슈퍼스타 예수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5" name="TextBox 4">
            <a:hlinkClick r:id="rId3" action="ppaction://hlinksldjump"/>
            <a:extLst>
              <a:ext uri="{FF2B5EF4-FFF2-40B4-BE49-F238E27FC236}">
                <a16:creationId xmlns:a16="http://schemas.microsoft.com/office/drawing/2014/main" id="{229120C6-E0F3-EAC2-3052-912D851D6B91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58036393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7DDCD-41B2-06B8-260E-4803B8D6B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9703B2-B8B6-3C2C-F75E-0D70BE60CCE9}"/>
              </a:ext>
            </a:extLst>
          </p:cNvPr>
          <p:cNvSpPr txBox="1"/>
          <p:nvPr/>
        </p:nvSpPr>
        <p:spPr>
          <a:xfrm>
            <a:off x="2063253" y="1048258"/>
            <a:ext cx="4869278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두려워도 겁을 내지 말아요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우리 예수님을 전해요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텔레비전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수퍼스타보다도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더욱 위대하신 예수님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91684119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C9E67-29AD-FD02-D9FD-BA8C3640C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7D9E1F-C949-3BB8-BD61-B929E541DD09}"/>
              </a:ext>
            </a:extLst>
          </p:cNvPr>
          <p:cNvSpPr txBox="1"/>
          <p:nvPr/>
        </p:nvSpPr>
        <p:spPr>
          <a:xfrm>
            <a:off x="3194176" y="1786922"/>
            <a:ext cx="2607441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예수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수퍼스타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예수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우리왕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390219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E7391-E6A8-D1C5-A46C-55805E2CF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FB39BB-48F7-6261-EFCA-E1121234B15C}"/>
              </a:ext>
            </a:extLst>
          </p:cNvPr>
          <p:cNvSpPr txBox="1"/>
          <p:nvPr/>
        </p:nvSpPr>
        <p:spPr>
          <a:xfrm>
            <a:off x="2084098" y="1048258"/>
            <a:ext cx="4827600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어딘가에서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나를 부르시는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예수님의 음성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두려울 때에 용기를 주시는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성령의 능력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103196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4185B-8722-9F8A-F45D-D0518AE09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116C4A-3922-3FC7-5EB3-6B43115BB6F8}"/>
              </a:ext>
            </a:extLst>
          </p:cNvPr>
          <p:cNvSpPr txBox="1"/>
          <p:nvPr/>
        </p:nvSpPr>
        <p:spPr>
          <a:xfrm>
            <a:off x="3194176" y="1786922"/>
            <a:ext cx="2607441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예수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수퍼스타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예수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우리왕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73433916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B03A8-1F91-4317-086C-D74FB93E1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F12017-7D1C-1FA6-F841-24F3F0BFC399}"/>
              </a:ext>
            </a:extLst>
          </p:cNvPr>
          <p:cNvSpPr txBox="1"/>
          <p:nvPr/>
        </p:nvSpPr>
        <p:spPr>
          <a:xfrm>
            <a:off x="4316669" y="2279364"/>
            <a:ext cx="3174904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우리 함께 기뻐해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5" name="TextBox 4">
            <a:hlinkClick r:id="rId3" action="ppaction://hlinksldjump"/>
            <a:extLst>
              <a:ext uri="{FF2B5EF4-FFF2-40B4-BE49-F238E27FC236}">
                <a16:creationId xmlns:a16="http://schemas.microsoft.com/office/drawing/2014/main" id="{CA7C297C-9F73-8EC1-4BD3-D123783C6F85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80260391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50561-E8E0-0FA8-89ED-7B5DECCEC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AB4E52-1A9D-A8E8-A43E-A06A0115A98E}"/>
              </a:ext>
            </a:extLst>
          </p:cNvPr>
          <p:cNvSpPr txBox="1"/>
          <p:nvPr/>
        </p:nvSpPr>
        <p:spPr>
          <a:xfrm>
            <a:off x="2500079" y="618776"/>
            <a:ext cx="3995641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우리 함께 기뻐해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주께 영광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돌리세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어린양의 혼인 잔치와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신부가 준비되었네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69691395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6601C-313F-861C-FF9D-F09C0E8B1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34E090-C835-629D-7C67-5D9D64684F89}"/>
              </a:ext>
            </a:extLst>
          </p:cNvPr>
          <p:cNvSpPr txBox="1"/>
          <p:nvPr/>
        </p:nvSpPr>
        <p:spPr>
          <a:xfrm>
            <a:off x="1447711" y="1357440"/>
            <a:ext cx="6100384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할렐루야 전능하신 주가 다스리네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할렐루야 전능하신 주가 다스리네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39067098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BFC30-8584-2A5C-3A7D-76E13EF90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33D4BDC-23C8-54F6-578B-8417665742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47295" cy="49240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28BD211-143E-41AA-773C-0B9E735215C0}"/>
              </a:ext>
            </a:extLst>
          </p:cNvPr>
          <p:cNvSpPr txBox="1"/>
          <p:nvPr/>
        </p:nvSpPr>
        <p:spPr>
          <a:xfrm>
            <a:off x="3916716" y="2279364"/>
            <a:ext cx="3974803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위대하고 강하신 주님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5" name="TextBox 4">
            <a:hlinkClick r:id="rId4" action="ppaction://hlinksldjump"/>
            <a:extLst>
              <a:ext uri="{FF2B5EF4-FFF2-40B4-BE49-F238E27FC236}">
                <a16:creationId xmlns:a16="http://schemas.microsoft.com/office/drawing/2014/main" id="{61597621-27A8-BAF5-04D1-93C76482528B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09359653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E50D2-660F-C445-BDD5-A5C36F19F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9BD9D6AB-99BB-993C-EB08-4134C6383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7284FD7-F108-C816-3A83-6EC6E772A3A1}"/>
              </a:ext>
            </a:extLst>
          </p:cNvPr>
          <p:cNvSpPr txBox="1"/>
          <p:nvPr/>
        </p:nvSpPr>
        <p:spPr>
          <a:xfrm>
            <a:off x="2510493" y="1786922"/>
            <a:ext cx="3974802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위대하고 강하신 주님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우리 주 하나님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x2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22733887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E4F73-4064-290C-1618-15EDE8B81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74802E00-F598-35AA-230A-880118473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21B63FE-AE3F-D97B-FCCF-F651A1ACC01D}"/>
              </a:ext>
            </a:extLst>
          </p:cNvPr>
          <p:cNvSpPr txBox="1"/>
          <p:nvPr/>
        </p:nvSpPr>
        <p:spPr>
          <a:xfrm>
            <a:off x="2289282" y="1786922"/>
            <a:ext cx="4417231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깃발을 높이 들고 흔들며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왕께 찬양해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28412658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C280D-5667-3113-1B7F-8D4A6E050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E9261CFC-736B-3692-F486-E7B101B8AF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AD10ECD-CCAB-251A-A5B1-BBDD016E1A20}"/>
              </a:ext>
            </a:extLst>
          </p:cNvPr>
          <p:cNvSpPr txBox="1"/>
          <p:nvPr/>
        </p:nvSpPr>
        <p:spPr>
          <a:xfrm>
            <a:off x="2510493" y="1786922"/>
            <a:ext cx="3974802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위대하고 강하신 주님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우리 주 하나님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x2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09961773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E61DC-057B-5E0B-79CB-567F8C805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05595C-D8DC-8441-B642-64ADC952B225}"/>
              </a:ext>
            </a:extLst>
          </p:cNvPr>
          <p:cNvSpPr txBox="1"/>
          <p:nvPr/>
        </p:nvSpPr>
        <p:spPr>
          <a:xfrm>
            <a:off x="4327087" y="2279364"/>
            <a:ext cx="3154065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너와 나의 모습이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5" name="TextBox 4">
            <a:hlinkClick r:id="rId3" action="ppaction://hlinksldjump"/>
            <a:extLst>
              <a:ext uri="{FF2B5EF4-FFF2-40B4-BE49-F238E27FC236}">
                <a16:creationId xmlns:a16="http://schemas.microsoft.com/office/drawing/2014/main" id="{ACAD502B-81CC-85C1-FCC0-A72B36022762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9678988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D2CF1-794E-113D-0BE1-363670F7A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C8B78E-B74F-BB89-DB3A-20FC570ABCF7}"/>
              </a:ext>
            </a:extLst>
          </p:cNvPr>
          <p:cNvSpPr txBox="1"/>
          <p:nvPr/>
        </p:nvSpPr>
        <p:spPr>
          <a:xfrm>
            <a:off x="1516635" y="910755"/>
            <a:ext cx="5962526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너와 나의 모습이 예수님 닮아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너와 나의 모습이 예수님 닮아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하루 이틀 매일매일 지날 때 마다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더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닮아가길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원해요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9670884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D6A60-5D4F-041B-0A3D-B62694BA8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A305B4-76B9-5313-67CA-E559267C77F6}"/>
              </a:ext>
            </a:extLst>
          </p:cNvPr>
          <p:cNvSpPr txBox="1"/>
          <p:nvPr/>
        </p:nvSpPr>
        <p:spPr>
          <a:xfrm>
            <a:off x="2064063" y="910755"/>
            <a:ext cx="4867675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예수님 사랑이 </a:t>
            </a:r>
            <a:r>
              <a:rPr kumimoji="0" lang="en-US" altLang="ko-K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(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넘쳐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넘쳐</a:t>
            </a:r>
            <a:r>
              <a:rPr kumimoji="0" lang="en-US" altLang="ko-K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)</a:t>
            </a: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예수님 축복이 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(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흘러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흘러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)</a:t>
            </a: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예수님 은혜가 </a:t>
            </a:r>
            <a:r>
              <a:rPr kumimoji="0" lang="en-US" altLang="ko-K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(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가득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가득</a:t>
            </a:r>
            <a:r>
              <a:rPr kumimoji="0" lang="en-US" altLang="ko-K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)</a:t>
            </a: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당신과 함께하길 원해요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77834563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96234-FE41-0CE6-CD32-582B8A60B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32803C-3E48-B3E8-2FDA-1E641F16E88E}"/>
              </a:ext>
            </a:extLst>
          </p:cNvPr>
          <p:cNvSpPr txBox="1"/>
          <p:nvPr/>
        </p:nvSpPr>
        <p:spPr>
          <a:xfrm>
            <a:off x="4169192" y="2279364"/>
            <a:ext cx="3469857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예수님과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빠라빠빠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3" name="TextBox 2">
            <a:hlinkClick r:id="rId2" action="ppaction://hlinksldjump"/>
            <a:extLst>
              <a:ext uri="{FF2B5EF4-FFF2-40B4-BE49-F238E27FC236}">
                <a16:creationId xmlns:a16="http://schemas.microsoft.com/office/drawing/2014/main" id="{0E7F231E-DAC0-7EBE-7FE9-F2C821CA035F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65185406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25464-2596-CD40-3BDF-AD7544586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D71A13-8BDA-B504-A32B-06C241B6F6D3}"/>
              </a:ext>
            </a:extLst>
          </p:cNvPr>
          <p:cNvSpPr txBox="1"/>
          <p:nvPr/>
        </p:nvSpPr>
        <p:spPr>
          <a:xfrm>
            <a:off x="2637118" y="828252"/>
            <a:ext cx="3721529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이리 갈까 저리 갈까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망설일 필요는 없어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어느 누가 뭐라해도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고민하지 않으리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513675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514CD-1110-51F0-F94B-15922E61E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E24032-2748-A42B-94B1-618BFD225151}"/>
              </a:ext>
            </a:extLst>
          </p:cNvPr>
          <p:cNvSpPr txBox="1"/>
          <p:nvPr/>
        </p:nvSpPr>
        <p:spPr>
          <a:xfrm>
            <a:off x="2637118" y="828252"/>
            <a:ext cx="3721528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이리 갈까 저리 갈까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망설일 필요는 없어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어느 누가 유혹해도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흔들리지 않으리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07451600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65393-FDDB-3078-6BF9-82FA1FB4F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FEF7AF-D6A4-F639-C493-A06E8A553DAD}"/>
              </a:ext>
            </a:extLst>
          </p:cNvPr>
          <p:cNvSpPr txBox="1"/>
          <p:nvPr/>
        </p:nvSpPr>
        <p:spPr>
          <a:xfrm>
            <a:off x="1527042" y="828252"/>
            <a:ext cx="5941687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힘든 시절이 몰려와도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 안에서 나 새 힘을 얻네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능력의 손 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잡고 발 맞춰 나아가리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예수님과 함께 </a:t>
            </a:r>
            <a:r>
              <a:rPr kumimoji="0" lang="en-US" altLang="ko-K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(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하나</a:t>
            </a:r>
            <a:r>
              <a:rPr kumimoji="0" lang="en-US" altLang="ko-K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!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둘</a:t>
            </a:r>
            <a:r>
              <a:rPr kumimoji="0" lang="en-US" altLang="ko-K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!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셋</a:t>
            </a:r>
            <a:r>
              <a:rPr kumimoji="0" lang="en-US" altLang="ko-K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!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넷</a:t>
            </a:r>
            <a:r>
              <a:rPr kumimoji="0" lang="en-US" altLang="ko-K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1437089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58E7E-FA1E-04A0-67FB-B0456BAFA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B4276E-C05F-D804-E5CF-0112918B42AB}"/>
              </a:ext>
            </a:extLst>
          </p:cNvPr>
          <p:cNvSpPr txBox="1"/>
          <p:nvPr/>
        </p:nvSpPr>
        <p:spPr>
          <a:xfrm>
            <a:off x="2089697" y="828252"/>
            <a:ext cx="4816379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빠빠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빠라빠빠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빠빠빠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예수님과 힘차게 달려가리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빠빠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빠라빠빠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빠빠빠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신나게 춤추며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93436545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E7085-0D4B-7915-103D-5A41D7523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89F313-7217-3F71-C43E-B205614D19C7}"/>
              </a:ext>
            </a:extLst>
          </p:cNvPr>
          <p:cNvSpPr txBox="1"/>
          <p:nvPr/>
        </p:nvSpPr>
        <p:spPr>
          <a:xfrm>
            <a:off x="2110536" y="828252"/>
            <a:ext cx="4774701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빠빠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빠라빠빠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빠빠빠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믿음으로 힘차게 달려가리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빠빠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빠라빠빠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빠빠빠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예수님과 함께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42392940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ED71C-8B52-16D4-8BAD-5DA97D44A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0EC7C4E-BBC7-2874-FEF8-C66531B43C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47295" cy="49240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37A0737-F228-9A37-CD8D-B41E86E95C93}"/>
              </a:ext>
            </a:extLst>
          </p:cNvPr>
          <p:cNvSpPr txBox="1"/>
          <p:nvPr/>
        </p:nvSpPr>
        <p:spPr>
          <a:xfrm>
            <a:off x="4563529" y="2279364"/>
            <a:ext cx="2681179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손을 높이 들고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3" name="TextBox 2">
            <a:hlinkClick r:id="rId4" action="ppaction://hlinksldjump"/>
            <a:extLst>
              <a:ext uri="{FF2B5EF4-FFF2-40B4-BE49-F238E27FC236}">
                <a16:creationId xmlns:a16="http://schemas.microsoft.com/office/drawing/2014/main" id="{DA3FDA4C-5F8E-9B00-9B08-2CEE2D96C262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58202944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564CF-2B24-81F0-A743-CE0760C69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CA00680A-2116-0147-3CCD-B2CE28BAD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F637185-2AC7-6A62-C218-9D82A977E7A8}"/>
              </a:ext>
            </a:extLst>
          </p:cNvPr>
          <p:cNvSpPr txBox="1"/>
          <p:nvPr/>
        </p:nvSpPr>
        <p:spPr>
          <a:xfrm>
            <a:off x="2231573" y="618776"/>
            <a:ext cx="4532647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손을 높이 들고 주를 찬양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높은 곳을 향해 주를 찬양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모든 만물들은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주를 찬양하라</a:t>
            </a:r>
            <a:endParaRPr kumimoji="0" lang="ko-KR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11408726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55BC9-9D61-2A90-B0A4-EC15CA03A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7EE1B0AD-2C8F-98B8-BD73-3E70E4D3B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F64A607-1727-37F5-CF7E-45D94F815589}"/>
              </a:ext>
            </a:extLst>
          </p:cNvPr>
          <p:cNvSpPr txBox="1"/>
          <p:nvPr/>
        </p:nvSpPr>
        <p:spPr>
          <a:xfrm>
            <a:off x="2852737" y="618776"/>
            <a:ext cx="3290320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왕의 왕 되신 예수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다스리시는 예수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생명있음을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찬양해</a:t>
            </a:r>
            <a:endParaRPr kumimoji="0" lang="ko-KR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66218079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B04C3-207A-3103-961B-2D8078D46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33054B30-9E8B-2C28-C027-88A32CBA8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14BD16C-0DA8-4E1B-2E08-276620AC2705}"/>
              </a:ext>
            </a:extLst>
          </p:cNvPr>
          <p:cNvSpPr txBox="1"/>
          <p:nvPr/>
        </p:nvSpPr>
        <p:spPr>
          <a:xfrm>
            <a:off x="2383862" y="988108"/>
            <a:ext cx="4228076" cy="230832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할렐루야 주를 찬양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할렐루야 주를 찬양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생명 있음을 찬양해 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x2</a:t>
            </a:r>
            <a:endParaRPr kumimoji="0" lang="ko-KR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4755406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044F6-5A63-B67B-116E-A40D06885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C2B1A8-A4F7-E905-912B-EF53935BA889}"/>
              </a:ext>
            </a:extLst>
          </p:cNvPr>
          <p:cNvSpPr txBox="1"/>
          <p:nvPr/>
        </p:nvSpPr>
        <p:spPr>
          <a:xfrm>
            <a:off x="4589979" y="2279364"/>
            <a:ext cx="2628281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좋으신 하나님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3" name="TextBox 2">
            <a:hlinkClick r:id="rId3" action="ppaction://hlinksldjump"/>
            <a:extLst>
              <a:ext uri="{FF2B5EF4-FFF2-40B4-BE49-F238E27FC236}">
                <a16:creationId xmlns:a16="http://schemas.microsoft.com/office/drawing/2014/main" id="{A1982F63-3949-860D-EB73-BB54CC95D529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83025997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E7C09-6843-2CF6-C037-2EED498BC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1DF18C-4A8E-7D5C-65E1-CC311D36ECA1}"/>
              </a:ext>
            </a:extLst>
          </p:cNvPr>
          <p:cNvSpPr txBox="1"/>
          <p:nvPr/>
        </p:nvSpPr>
        <p:spPr>
          <a:xfrm>
            <a:off x="2189899" y="1048258"/>
            <a:ext cx="4616003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좋으신 하나님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인자와 자비 영원히 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x2</a:t>
            </a: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각</a:t>
            </a:r>
            <a:r>
              <a:rPr kumimoji="0" lang="en-US" altLang="ko-K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나라 족속과 백성 방언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세상 모든 세대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영원토록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0958453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F96ED-0DC5-0E02-1C9E-E06E22719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C78BD-4445-F5DB-A85F-7C4C41FBB6DE}"/>
              </a:ext>
            </a:extLst>
          </p:cNvPr>
          <p:cNvSpPr txBox="1"/>
          <p:nvPr/>
        </p:nvSpPr>
        <p:spPr>
          <a:xfrm>
            <a:off x="1847664" y="1786922"/>
            <a:ext cx="5300486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 경배해 할렐루야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할렐루야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 경배해 주 하나님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36887674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956F7-F121-E54C-8A6B-680A48A49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EAB3EF1-23AB-85D8-B94C-F988318B9E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47295" cy="49240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0E166FD-99A5-2EC6-DB0C-39989E66FE05}"/>
              </a:ext>
            </a:extLst>
          </p:cNvPr>
          <p:cNvSpPr txBox="1"/>
          <p:nvPr/>
        </p:nvSpPr>
        <p:spPr>
          <a:xfrm>
            <a:off x="4521850" y="2279364"/>
            <a:ext cx="2764535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내 맘을 엽니다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5" name="TextBox 4">
            <a:hlinkClick r:id="rId4" action="ppaction://hlinksldjump"/>
            <a:extLst>
              <a:ext uri="{FF2B5EF4-FFF2-40B4-BE49-F238E27FC236}">
                <a16:creationId xmlns:a16="http://schemas.microsoft.com/office/drawing/2014/main" id="{0EF7B233-4CCC-4B32-3098-0F350EEA2249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508726473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0DFA2-222C-D6B9-D0F4-3EF7256A9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9F34D451-145F-C89E-FD49-084390112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7685BC7-E6AE-43EE-9D7C-FAB4A131E81B}"/>
              </a:ext>
            </a:extLst>
          </p:cNvPr>
          <p:cNvSpPr txBox="1"/>
          <p:nvPr/>
        </p:nvSpPr>
        <p:spPr>
          <a:xfrm>
            <a:off x="2773384" y="1048258"/>
            <a:ext cx="3449017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사랑의 예수님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나를 찾아오셔서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십자가로 대속하사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내 마음 두드리네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85025335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6A0BA-0453-2309-B185-38B4149DF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56BC69B9-5849-75F1-6BE3-51569B9FF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F90135E-D7CF-2820-FF1B-080B21510E3A}"/>
              </a:ext>
            </a:extLst>
          </p:cNvPr>
          <p:cNvSpPr txBox="1"/>
          <p:nvPr/>
        </p:nvSpPr>
        <p:spPr>
          <a:xfrm>
            <a:off x="2657970" y="1048258"/>
            <a:ext cx="3679849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오 사랑의 예수님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지금 내 맘을 엽니다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내 안에 거하셔서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나의 생명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되소서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37804798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59529-489C-FC28-F051-40834B361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F5394A8-9009-8746-EA65-82A425FB74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47295" cy="49240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E6CFBB-68EA-39D5-4C52-AC7E828BCC1E}"/>
              </a:ext>
            </a:extLst>
          </p:cNvPr>
          <p:cNvSpPr txBox="1"/>
          <p:nvPr/>
        </p:nvSpPr>
        <p:spPr>
          <a:xfrm>
            <a:off x="3732377" y="2279364"/>
            <a:ext cx="4343494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무화과 나뭇잎이 마르고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3" name="TextBox 2">
            <a:hlinkClick r:id="rId4" action="ppaction://hlinksldjump"/>
            <a:extLst>
              <a:ext uri="{FF2B5EF4-FFF2-40B4-BE49-F238E27FC236}">
                <a16:creationId xmlns:a16="http://schemas.microsoft.com/office/drawing/2014/main" id="{700FC630-5035-5836-6106-F4AE35D345E8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72077071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056E5-E31D-4B59-A0F9-3055E1E10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94EA4889-7D45-947C-9EDA-E5C5DE06F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3CE4188-2045-2F20-0A51-13FA1130077B}"/>
              </a:ext>
            </a:extLst>
          </p:cNvPr>
          <p:cNvSpPr txBox="1"/>
          <p:nvPr/>
        </p:nvSpPr>
        <p:spPr>
          <a:xfrm>
            <a:off x="2326156" y="618776"/>
            <a:ext cx="4343493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무화과 나뭇잎이 마르고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포도 열매가 없으며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감람나무 열매 그치고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논밭에 식물이 없어도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74019123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446A6-926F-FF0D-E931-540052FC4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0D58386F-EBF6-DA3D-B4C2-7CC6051EF1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E4DE65D-4A1E-470B-4230-76FD05AEFC4E}"/>
              </a:ext>
            </a:extLst>
          </p:cNvPr>
          <p:cNvSpPr txBox="1"/>
          <p:nvPr/>
        </p:nvSpPr>
        <p:spPr>
          <a:xfrm>
            <a:off x="2258035" y="618776"/>
            <a:ext cx="4479748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우리에 양떼가 없으며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외양간 송아지 없어도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난 여호와로 즐거워하리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난 여호와로 즐거워하리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41175538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5B6A7-B9BF-2CD0-313C-B49EF449E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50400D28-CB2C-D2E1-C5C8-A0FE465A4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C05272A-3424-D441-1726-3EB269613928}"/>
              </a:ext>
            </a:extLst>
          </p:cNvPr>
          <p:cNvSpPr txBox="1"/>
          <p:nvPr/>
        </p:nvSpPr>
        <p:spPr>
          <a:xfrm>
            <a:off x="2247619" y="1357440"/>
            <a:ext cx="4500587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난 구원의 하나님을 인해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기뻐하리라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87010730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A2A21-0013-5874-C0A1-0D574100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1662EB2-0CE9-E53C-708B-EACF0328CA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47295" cy="49240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BC05D75-5CE7-AD74-AD29-87D970A2AC51}"/>
              </a:ext>
            </a:extLst>
          </p:cNvPr>
          <p:cNvSpPr txBox="1"/>
          <p:nvPr/>
        </p:nvSpPr>
        <p:spPr>
          <a:xfrm>
            <a:off x="4579566" y="2279364"/>
            <a:ext cx="2649119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사랑의 주님이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3" name="TextBox 2">
            <a:hlinkClick r:id="rId4" action="ppaction://hlinksldjump"/>
            <a:extLst>
              <a:ext uri="{FF2B5EF4-FFF2-40B4-BE49-F238E27FC236}">
                <a16:creationId xmlns:a16="http://schemas.microsoft.com/office/drawing/2014/main" id="{FB0587B6-88E1-1963-B731-12674ABB5673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35808366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B33E7-CF6B-67A3-A0F6-240A7B3FF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D7BDB2AE-BC8F-F3CC-4C77-A4B524AE6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F82DE8F-4A96-F311-C006-1BCCC9C34166}"/>
              </a:ext>
            </a:extLst>
          </p:cNvPr>
          <p:cNvSpPr txBox="1"/>
          <p:nvPr/>
        </p:nvSpPr>
        <p:spPr>
          <a:xfrm>
            <a:off x="2268452" y="988108"/>
            <a:ext cx="4458909" cy="230832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사랑의 주님이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날 사랑 하시니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내 모습 이대로 받으셨네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496274460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E8BB1-6183-0EEE-4553-73CB76F99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AD84B676-A779-31D6-CE31-80A89D21B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200480C-E1F1-66E4-8832-B54877336D6B}"/>
              </a:ext>
            </a:extLst>
          </p:cNvPr>
          <p:cNvSpPr txBox="1"/>
          <p:nvPr/>
        </p:nvSpPr>
        <p:spPr>
          <a:xfrm>
            <a:off x="1984722" y="988108"/>
            <a:ext cx="5026373" cy="230832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사랑의 주님이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날 사랑 하시니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나도 너를 사랑하며 섬기리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44139831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182CA-9CCA-1776-90DD-131AB33CE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8DC6BD-C777-C029-9627-98C0BE5B928F}"/>
              </a:ext>
            </a:extLst>
          </p:cNvPr>
          <p:cNvSpPr txBox="1"/>
          <p:nvPr/>
        </p:nvSpPr>
        <p:spPr>
          <a:xfrm>
            <a:off x="4569138" y="2279364"/>
            <a:ext cx="2669959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기뻐하며 왕께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5" name="TextBox 4">
            <a:hlinkClick r:id="rId3" action="ppaction://hlinksldjump"/>
            <a:extLst>
              <a:ext uri="{FF2B5EF4-FFF2-40B4-BE49-F238E27FC236}">
                <a16:creationId xmlns:a16="http://schemas.microsoft.com/office/drawing/2014/main" id="{EC8CEB4B-B678-27DC-12AE-9D962CB47013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93506579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EC5AD-C402-EFFE-53C0-57E11363D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ECE1FD-9A46-6DB6-C9B3-9B193D5E7A1B}"/>
              </a:ext>
            </a:extLst>
          </p:cNvPr>
          <p:cNvSpPr txBox="1"/>
          <p:nvPr/>
        </p:nvSpPr>
        <p:spPr>
          <a:xfrm>
            <a:off x="1837231" y="1048258"/>
            <a:ext cx="5321324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기뻐하며 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왕께 노래 부르리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소리 높여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할렐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루야 부르리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주님 앞에 나와 찬양 드리며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우리 주님과 함께 기뻐하리라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57532318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BD62E-5F7E-F2D9-A726-FA747C6BA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173C4F-35D7-A599-3605-FED7B3733055}"/>
              </a:ext>
            </a:extLst>
          </p:cNvPr>
          <p:cNvSpPr txBox="1"/>
          <p:nvPr/>
        </p:nvSpPr>
        <p:spPr>
          <a:xfrm>
            <a:off x="1264161" y="1048258"/>
            <a:ext cx="6467472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나의 창조자 나의 구원자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가장 귀한 나의 예수님 찬양합니다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나의 치료자 가장 선한 목자 되신 주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예수 나의 주 찬양하리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32837019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02CC8-103B-7236-077D-E8E781338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BE2B27-EF02-103E-2BD0-7E77693681F3}"/>
              </a:ext>
            </a:extLst>
          </p:cNvPr>
          <p:cNvSpPr txBox="1"/>
          <p:nvPr/>
        </p:nvSpPr>
        <p:spPr>
          <a:xfrm>
            <a:off x="4279799" y="2279364"/>
            <a:ext cx="3248642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비교할 수 없는 것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3" name="TextBox 2">
            <a:hlinkClick r:id="rId2" action="ppaction://hlinksldjump"/>
            <a:extLst>
              <a:ext uri="{FF2B5EF4-FFF2-40B4-BE49-F238E27FC236}">
                <a16:creationId xmlns:a16="http://schemas.microsoft.com/office/drawing/2014/main" id="{02645BAD-FAAD-41B0-52C5-7FCA6BDCFED5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61695638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4474A-EEA1-2EE3-DF40-A4A8F17B8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2C51CE-53E6-0A9A-87EF-3147DE0878C0}"/>
              </a:ext>
            </a:extLst>
          </p:cNvPr>
          <p:cNvSpPr txBox="1"/>
          <p:nvPr/>
        </p:nvSpPr>
        <p:spPr>
          <a:xfrm>
            <a:off x="2063243" y="835129"/>
            <a:ext cx="4869278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비교할 수 없는 것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비교할 수 없는 것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나를 향한 주님의 사랑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이 세상 무엇과도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비교못해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597672970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6077B-9434-DDF7-B712-A12FB08AE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DD78A5-6EBB-BF68-EBF1-4124937F99F2}"/>
              </a:ext>
            </a:extLst>
          </p:cNvPr>
          <p:cNvSpPr txBox="1"/>
          <p:nvPr/>
        </p:nvSpPr>
        <p:spPr>
          <a:xfrm>
            <a:off x="1621619" y="835129"/>
            <a:ext cx="5752532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하늘만큼 넓은 사랑인가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아님 캔디처럼 달콤한 사랑인가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불꽃처럼 뜨거운 사랑인가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예수님의 사랑은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랄라랄라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522206208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A50D5-6725-5ECD-31DC-D717B0366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4DE7C0-4109-A5F4-A6EB-A0C00B0FDF5D}"/>
              </a:ext>
            </a:extLst>
          </p:cNvPr>
          <p:cNvSpPr txBox="1"/>
          <p:nvPr/>
        </p:nvSpPr>
        <p:spPr>
          <a:xfrm>
            <a:off x="2200300" y="835129"/>
            <a:ext cx="4595165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비교할 수 없는 것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비교할 수 없는 것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나를 향한 주님의 사랑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세상 무엇보다 크신 사랑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490648884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D9340-09B4-F405-2ED2-0CF5B4893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C808008-A112-8CC7-D1EF-36CD2A377A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47295" cy="49240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559AA3-F3FE-22DF-5BEE-83782AF1D295}"/>
              </a:ext>
            </a:extLst>
          </p:cNvPr>
          <p:cNvSpPr txBox="1"/>
          <p:nvPr/>
        </p:nvSpPr>
        <p:spPr>
          <a:xfrm>
            <a:off x="4384799" y="2033143"/>
            <a:ext cx="3038648" cy="107721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하나님이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원하시는 예배는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5" name="TextBox 4">
            <a:hlinkClick r:id="rId4" action="ppaction://hlinksldjump"/>
            <a:extLst>
              <a:ext uri="{FF2B5EF4-FFF2-40B4-BE49-F238E27FC236}">
                <a16:creationId xmlns:a16="http://schemas.microsoft.com/office/drawing/2014/main" id="{1AA68EF0-6F95-AA90-6C03-377DAD3B698D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563985823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853B0-A52A-7A39-F03C-14E4F89BA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E67F8881-E3A4-649C-EF96-232AD3857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4FC6F1C-0762-04F2-4061-9B5966C4671A}"/>
              </a:ext>
            </a:extLst>
          </p:cNvPr>
          <p:cNvSpPr txBox="1"/>
          <p:nvPr/>
        </p:nvSpPr>
        <p:spPr>
          <a:xfrm>
            <a:off x="1810790" y="1357440"/>
            <a:ext cx="5374224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하나님이 원하시는 예배는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나의 몸을 산제사로 드리는 것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7398701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64101-F70E-C3AE-F5A1-2E0A30568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60568E7D-D5A9-5B95-019C-2794E0FBC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C684109-83A1-D233-8759-90B8BBB910BA}"/>
              </a:ext>
            </a:extLst>
          </p:cNvPr>
          <p:cNvSpPr txBox="1"/>
          <p:nvPr/>
        </p:nvSpPr>
        <p:spPr>
          <a:xfrm>
            <a:off x="2494471" y="988108"/>
            <a:ext cx="4006862" cy="230832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내 몸을 쳐 순종함으로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거룩하고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받으실만한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산제사로 드리는 것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290712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6AB25-0767-AE77-C1EE-4570BAA4A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3350B472-8D33-1DA2-8750-079E0B91B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B82C154-84E0-4450-B852-8AF1BCDCD6F8}"/>
              </a:ext>
            </a:extLst>
          </p:cNvPr>
          <p:cNvSpPr txBox="1"/>
          <p:nvPr/>
        </p:nvSpPr>
        <p:spPr>
          <a:xfrm>
            <a:off x="2063261" y="1357440"/>
            <a:ext cx="4869279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하나님이 찾으시는 예배는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상하고 통회하는 나의 마음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52894410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757A7-FF19-1CAD-24B4-BA3778D03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18CBA407-A0A7-6B51-C2D0-5DE372042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D4D5F3A-4887-D639-6522-E816D9DC6763}"/>
              </a:ext>
            </a:extLst>
          </p:cNvPr>
          <p:cNvSpPr txBox="1"/>
          <p:nvPr/>
        </p:nvSpPr>
        <p:spPr>
          <a:xfrm>
            <a:off x="2500082" y="988108"/>
            <a:ext cx="3995641" cy="230832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가난한 맘으로 나아가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회개하며 그에 합당한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참된 열매 맺는 삶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845215986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986A5-BEAD-CDFF-CBCE-B0D5A0A32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F3E24345-C15F-EB31-7E0C-6A66AD9A1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17EFB01-4F4A-86F1-777E-2C50FB10119F}"/>
              </a:ext>
            </a:extLst>
          </p:cNvPr>
          <p:cNvSpPr txBox="1"/>
          <p:nvPr/>
        </p:nvSpPr>
        <p:spPr>
          <a:xfrm>
            <a:off x="1400425" y="1357440"/>
            <a:ext cx="6194962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신령과 진리로 드리는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에배는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거듭난 생명으로 주님과 사귀는 삶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16448103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8B17E-9C25-A0DD-72DC-1A2AE1631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CEA281E7-95BE-197A-73FC-F7912D0D0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3EFD3B-E8B9-FB27-AC6B-DAD4FA681454}"/>
              </a:ext>
            </a:extLst>
          </p:cNvPr>
          <p:cNvSpPr txBox="1"/>
          <p:nvPr/>
        </p:nvSpPr>
        <p:spPr>
          <a:xfrm>
            <a:off x="1810797" y="988108"/>
            <a:ext cx="5374224" cy="230832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주님을 더 알아가고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내 모든 것을 다 아뢰며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믿음으로 주님과 함께 걷는 것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271838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FF95E-0FA3-ECA6-5A3C-94D72EAE0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6F0FA5-64C7-2FC5-315D-1486F2FEF7FD}"/>
              </a:ext>
            </a:extLst>
          </p:cNvPr>
          <p:cNvSpPr txBox="1"/>
          <p:nvPr/>
        </p:nvSpPr>
        <p:spPr>
          <a:xfrm>
            <a:off x="4337510" y="2279364"/>
            <a:ext cx="3133226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주의</a:t>
            </a:r>
            <a:r>
              <a:rPr kumimoji="0" lang="en-US" altLang="ko-K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이름 높이며</a:t>
            </a:r>
            <a:r>
              <a:rPr kumimoji="0" lang="en-US" altLang="ko-K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	</a:t>
            </a:r>
          </a:p>
        </p:txBody>
      </p:sp>
      <p:sp>
        <p:nvSpPr>
          <p:cNvPr id="3" name="TextBox 2">
            <a:hlinkClick r:id="rId2" action="ppaction://hlinksldjump"/>
            <a:extLst>
              <a:ext uri="{FF2B5EF4-FFF2-40B4-BE49-F238E27FC236}">
                <a16:creationId xmlns:a16="http://schemas.microsoft.com/office/drawing/2014/main" id="{4C708AA7-E2E5-C5BE-0AA2-5D5918151DDB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013434173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8B358-9EFD-8C96-D22E-35667D474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83C33E-FCA1-9B12-225E-683D4FA30E4B}"/>
              </a:ext>
            </a:extLst>
          </p:cNvPr>
          <p:cNvSpPr txBox="1"/>
          <p:nvPr/>
        </p:nvSpPr>
        <p:spPr>
          <a:xfrm>
            <a:off x="2773374" y="828252"/>
            <a:ext cx="3449017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주의 이름 높이며</a:t>
            </a: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주를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찬양하나이다</a:t>
            </a:r>
            <a:endParaRPr kumimoji="0" lang="ko-KR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나를 구하러 오신</a:t>
            </a: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주를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기뻐하나이다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711334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36C7E-8054-4E8D-AA32-DD6D68DC1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55EC24-145C-3612-B4B4-63F896783A5E}"/>
              </a:ext>
            </a:extLst>
          </p:cNvPr>
          <p:cNvSpPr txBox="1"/>
          <p:nvPr/>
        </p:nvSpPr>
        <p:spPr>
          <a:xfrm>
            <a:off x="1447691" y="828252"/>
            <a:ext cx="6100384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하늘 영광 버리고 이 땅 위에</a:t>
            </a: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십자가를 지시고 죄 사했네</a:t>
            </a: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무덤에서 일어나 하늘로 올리셨네</a:t>
            </a: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주의 이름 높이리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41545043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AE49D-1D82-A2FA-5A26-DEEDBA473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D6B1FE-C382-979A-0853-D30CB9E7C6AB}"/>
              </a:ext>
            </a:extLst>
          </p:cNvPr>
          <p:cNvSpPr txBox="1"/>
          <p:nvPr/>
        </p:nvSpPr>
        <p:spPr>
          <a:xfrm>
            <a:off x="4111483" y="2279364"/>
            <a:ext cx="3585273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주님의 임재 앞에서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5" name="TextBox 4">
            <a:hlinkClick r:id="rId3" action="ppaction://hlinksldjump"/>
            <a:extLst>
              <a:ext uri="{FF2B5EF4-FFF2-40B4-BE49-F238E27FC236}">
                <a16:creationId xmlns:a16="http://schemas.microsoft.com/office/drawing/2014/main" id="{80E7CA49-E169-36A4-1A78-20D3FC7CADC6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199881391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496AD-9CA4-2B0D-9732-E37B95775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5D3215-CE1F-D24F-DC17-8C9B44BE201D}"/>
              </a:ext>
            </a:extLst>
          </p:cNvPr>
          <p:cNvSpPr txBox="1"/>
          <p:nvPr/>
        </p:nvSpPr>
        <p:spPr>
          <a:xfrm>
            <a:off x="2063254" y="1048258"/>
            <a:ext cx="4869278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주님의 임재 앞에서</a:t>
            </a: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권능의 날개 아래서</a:t>
            </a: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그의 능하신 행동을 인하여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찬양해 </a:t>
            </a:r>
            <a:r>
              <a:rPr kumimoji="0" lang="en-US" altLang="ko-K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X2</a:t>
            </a:r>
          </a:p>
        </p:txBody>
      </p:sp>
    </p:spTree>
    <p:extLst>
      <p:ext uri="{BB962C8B-B14F-4D97-AF65-F5344CB8AC3E}">
        <p14:creationId xmlns:p14="http://schemas.microsoft.com/office/powerpoint/2010/main" val="956477790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38337-B229-9BE0-EF72-5B07BBD32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0718BA-8E29-1C3E-9BD8-0A4F3C77E06C}"/>
              </a:ext>
            </a:extLst>
          </p:cNvPr>
          <p:cNvSpPr txBox="1"/>
          <p:nvPr/>
        </p:nvSpPr>
        <p:spPr>
          <a:xfrm>
            <a:off x="2657969" y="1048258"/>
            <a:ext cx="3679849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주의 나라 주의 권세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찬양중에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임하네</a:t>
            </a: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모든 원수 굴복하네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주의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임재앞에</a:t>
            </a:r>
            <a:endParaRPr kumimoji="0" lang="ko-KR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820094189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D55CA-B9B6-A3C4-4EA4-A30EF949D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FE9B27-AE98-8B3C-2BA3-0AD613DDDCE5}"/>
              </a:ext>
            </a:extLst>
          </p:cNvPr>
          <p:cNvSpPr txBox="1"/>
          <p:nvPr/>
        </p:nvSpPr>
        <p:spPr>
          <a:xfrm>
            <a:off x="2131382" y="1048258"/>
            <a:ext cx="4733022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다윗처럼 춤을 추면서</a:t>
            </a: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전심으로 주를 즐거워하라</a:t>
            </a: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모든 만물들아 찬양하라</a:t>
            </a: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영원히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영원히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</a:t>
            </a:r>
            <a:r>
              <a:rPr kumimoji="0" lang="en-US" altLang="ko-K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X2</a:t>
            </a:r>
          </a:p>
        </p:txBody>
      </p:sp>
    </p:spTree>
    <p:extLst>
      <p:ext uri="{BB962C8B-B14F-4D97-AF65-F5344CB8AC3E}">
        <p14:creationId xmlns:p14="http://schemas.microsoft.com/office/powerpoint/2010/main" val="444085524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BAEBC-24DB-FCF3-386C-195D06EB3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D844D8E-C193-D659-1108-5274456FEB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47295" cy="49240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EEA390E-A83E-908F-FC86-9CA5F226BD7D}"/>
              </a:ext>
            </a:extLst>
          </p:cNvPr>
          <p:cNvSpPr txBox="1"/>
          <p:nvPr/>
        </p:nvSpPr>
        <p:spPr>
          <a:xfrm>
            <a:off x="4121906" y="2279364"/>
            <a:ext cx="3564433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주의 자비가 내려와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3" name="TextBox 2">
            <a:hlinkClick r:id="rId3" action="ppaction://hlinksldjump"/>
            <a:extLst>
              <a:ext uri="{FF2B5EF4-FFF2-40B4-BE49-F238E27FC236}">
                <a16:creationId xmlns:a16="http://schemas.microsoft.com/office/drawing/2014/main" id="{D486F4BD-619A-2E4C-E622-EBE634C61090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031554694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04F09-0D1A-9CCB-C51C-C02EABF8E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E44A09C-206C-CFE3-D37A-C93C64DCD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EB98D5C-0156-AD7D-688F-B38D70E696C7}"/>
              </a:ext>
            </a:extLst>
          </p:cNvPr>
          <p:cNvSpPr txBox="1"/>
          <p:nvPr/>
        </p:nvSpPr>
        <p:spPr>
          <a:xfrm>
            <a:off x="1779513" y="1417590"/>
            <a:ext cx="5436741" cy="230832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주의 자비가 내려와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내려와</a:t>
            </a:r>
            <a:endParaRPr kumimoji="0" lang="ko-KR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주의 자비가 봄비같이</a:t>
            </a: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주의 자비가 내려와 나를 덮네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514677729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5FD4E-6E71-4607-3E4D-C10876B9A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85191FB-FFE1-A94F-9E37-147DF0D95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034640-6498-9202-45D4-C18AC6F46B8F}"/>
              </a:ext>
            </a:extLst>
          </p:cNvPr>
          <p:cNvSpPr txBox="1"/>
          <p:nvPr/>
        </p:nvSpPr>
        <p:spPr>
          <a:xfrm>
            <a:off x="1765888" y="1417590"/>
            <a:ext cx="5463992" cy="230832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Hey Ho!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주의 자비하심과</a:t>
            </a: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Hey Ho!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주의 은혜로</a:t>
            </a: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Hey Ho!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나는 영원히 춤추리</a:t>
            </a:r>
          </a:p>
        </p:txBody>
      </p:sp>
    </p:spTree>
    <p:extLst>
      <p:ext uri="{BB962C8B-B14F-4D97-AF65-F5344CB8AC3E}">
        <p14:creationId xmlns:p14="http://schemas.microsoft.com/office/powerpoint/2010/main" val="1484877427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31B8A-E807-859D-B369-922399760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6A48AF3-B1A8-F4F7-9298-DD0B4430B12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47295" cy="49240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CCF6A8-9B8A-6326-061D-459BB8C0A9F0}"/>
              </a:ext>
            </a:extLst>
          </p:cNvPr>
          <p:cNvSpPr txBox="1"/>
          <p:nvPr/>
        </p:nvSpPr>
        <p:spPr>
          <a:xfrm>
            <a:off x="4384797" y="2279364"/>
            <a:ext cx="3038648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그분</a:t>
            </a:r>
            <a:r>
              <a:rPr kumimoji="0" lang="en-US" altLang="ko-K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따라가려네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3" name="TextBox 2">
            <a:hlinkClick r:id="rId3" action="ppaction://hlinksldjump"/>
            <a:extLst>
              <a:ext uri="{FF2B5EF4-FFF2-40B4-BE49-F238E27FC236}">
                <a16:creationId xmlns:a16="http://schemas.microsoft.com/office/drawing/2014/main" id="{D3FF11A6-EC8F-DCBD-1477-8D3EA02B58F1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006231480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794FC-A4A8-280C-23F6-2B34C54CF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6F08D15-E530-FED7-EBF6-50F18FCE8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237CA37-3142-841F-8A29-D899C927EBB9}"/>
              </a:ext>
            </a:extLst>
          </p:cNvPr>
          <p:cNvSpPr txBox="1"/>
          <p:nvPr/>
        </p:nvSpPr>
        <p:spPr>
          <a:xfrm>
            <a:off x="2305297" y="776795"/>
            <a:ext cx="4385171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어두운 두 눈 밝히시고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닫혔던 마음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열어주시니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예수님은 나의 빛이요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나의 소망이시니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061038247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FA72A-638E-FA4E-9D43-199347077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8B400DD-D36B-5F9B-4B38-E01A4AC4C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59ED045-00DE-5D09-3768-9A4D06375FB8}"/>
              </a:ext>
            </a:extLst>
          </p:cNvPr>
          <p:cNvSpPr txBox="1"/>
          <p:nvPr/>
        </p:nvSpPr>
        <p:spPr>
          <a:xfrm>
            <a:off x="2452775" y="1146127"/>
            <a:ext cx="4090218" cy="230832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두렵지 않네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무섭지 않네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내겐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아무 걱정 없으니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874363561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9EAAE-62FB-5651-E32B-E2703B04F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DA5BAE4-2ACD-8AAB-F4EE-4B32A2F80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02AE924-9189-48F2-C03E-FB19A6A9E9A0}"/>
              </a:ext>
            </a:extLst>
          </p:cNvPr>
          <p:cNvSpPr txBox="1"/>
          <p:nvPr/>
        </p:nvSpPr>
        <p:spPr>
          <a:xfrm>
            <a:off x="2274417" y="1529747"/>
            <a:ext cx="4595165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밝은 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빛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하늘 소망 따라서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그분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따라가려네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38076511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DDDBD-6AAA-5D36-0181-FBFFB9072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75B3882-C59D-47D6-EAED-7E85CCAAC5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47295" cy="49240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7433186-AF36-1DAF-4D0A-45E406EADAC0}"/>
              </a:ext>
            </a:extLst>
          </p:cNvPr>
          <p:cNvSpPr txBox="1"/>
          <p:nvPr/>
        </p:nvSpPr>
        <p:spPr>
          <a:xfrm>
            <a:off x="4132320" y="2279364"/>
            <a:ext cx="3543595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내가 바로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교회에요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5" name="TextBox 4">
            <a:hlinkClick r:id="rId4" action="ppaction://hlinksldjump"/>
            <a:extLst>
              <a:ext uri="{FF2B5EF4-FFF2-40B4-BE49-F238E27FC236}">
                <a16:creationId xmlns:a16="http://schemas.microsoft.com/office/drawing/2014/main" id="{31DA4B90-B533-F567-84F6-D6F866997FA7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130434012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F4B72-5260-6E61-6F9E-2CE906642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5DC0C872-B9A2-A9BB-9ADE-EF7BB9E121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1273376-C5B9-E31C-755E-51AECBC85323}"/>
              </a:ext>
            </a:extLst>
          </p:cNvPr>
          <p:cNvSpPr txBox="1"/>
          <p:nvPr/>
        </p:nvSpPr>
        <p:spPr>
          <a:xfrm>
            <a:off x="1147141" y="2156253"/>
            <a:ext cx="6701511" cy="830993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Hey! Hey! I’m The Church! 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x3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613511289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44C6F-35DE-9C4E-F69C-654BB2873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4CBE6631-C469-D086-3382-942C32F70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ACC027-2593-1142-1C8F-D8112F4E5F30}"/>
              </a:ext>
            </a:extLst>
          </p:cNvPr>
          <p:cNvSpPr txBox="1"/>
          <p:nvPr/>
        </p:nvSpPr>
        <p:spPr>
          <a:xfrm>
            <a:off x="2736521" y="1048258"/>
            <a:ext cx="3522755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주님 나를 부르셨죠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주님 나를 찾으셨죠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기적보이시고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말씀하시죠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90427192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0670B-2EA6-7BB6-9D97-02C4FC860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53FEEDFB-FD12-FFC6-6AA6-A564B5BF4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57F94FF-D40A-710C-DF30-91120CD0ED6A}"/>
              </a:ext>
            </a:extLst>
          </p:cNvPr>
          <p:cNvSpPr txBox="1"/>
          <p:nvPr/>
        </p:nvSpPr>
        <p:spPr>
          <a:xfrm>
            <a:off x="2715683" y="1048258"/>
            <a:ext cx="3564433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나는 비록 약하지만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능력되신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주님말씀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기억할래요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주님만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따라갈래요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279743080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EBCA0-CC35-2461-B8EA-9B6C2DB8E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793E3551-48D7-4AF6-DCDD-4B294E409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EDAF466-8F2D-C0DC-7BC3-73DE449ACE16}"/>
              </a:ext>
            </a:extLst>
          </p:cNvPr>
          <p:cNvSpPr txBox="1"/>
          <p:nvPr/>
        </p:nvSpPr>
        <p:spPr>
          <a:xfrm>
            <a:off x="1947045" y="1048258"/>
            <a:ext cx="5101714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내가 바로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교회에요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Yeah! Yeah!</a:t>
            </a: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I’m The Church!</a:t>
            </a: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믿음으로 예수님을 고백해요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156263956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5CE1D-4798-684D-F8C5-F1AD21B98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F94DF6C6-B238-4829-FFFE-6F0207BD1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B20306B-BB34-CA8D-58E1-04B46180245A}"/>
              </a:ext>
            </a:extLst>
          </p:cNvPr>
          <p:cNvSpPr txBox="1"/>
          <p:nvPr/>
        </p:nvSpPr>
        <p:spPr>
          <a:xfrm>
            <a:off x="1410846" y="1417590"/>
            <a:ext cx="6174122" cy="230832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사랑으로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나를 회복시키네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주님만 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따르는 내가 바로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교회에요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I‘m The Church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281907398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42AFF-248D-60C3-D828-7D6B1F3E6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88410A-4114-7F5A-9E2A-DA4C0F6D0906}"/>
              </a:ext>
            </a:extLst>
          </p:cNvPr>
          <p:cNvSpPr txBox="1"/>
          <p:nvPr/>
        </p:nvSpPr>
        <p:spPr>
          <a:xfrm>
            <a:off x="4589981" y="2033143"/>
            <a:ext cx="2628280" cy="107721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원하고 바라고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기도합니다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3" name="TextBox 2">
            <a:hlinkClick r:id="rId3" action="ppaction://hlinksldjump"/>
            <a:extLst>
              <a:ext uri="{FF2B5EF4-FFF2-40B4-BE49-F238E27FC236}">
                <a16:creationId xmlns:a16="http://schemas.microsoft.com/office/drawing/2014/main" id="{41880F55-11BE-CDCC-3BD3-D0469FA9103D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117566615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D642D-E5B3-D5CD-280B-F41659DFD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D36A61-7D97-DE86-3514-770573D9DB3D}"/>
              </a:ext>
            </a:extLst>
          </p:cNvPr>
          <p:cNvSpPr txBox="1"/>
          <p:nvPr/>
        </p:nvSpPr>
        <p:spPr>
          <a:xfrm>
            <a:off x="1995132" y="618776"/>
            <a:ext cx="5005532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이 세상을 살아가는 동안에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나의 힘을 의지할 수 없으니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기도하고 낙심하지 말 것은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주께서 참소망이 되심이라</a:t>
            </a:r>
            <a:endParaRPr kumimoji="0" lang="ko-KR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015750527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4FA61-37BB-AC50-312B-34AE81A22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868291-9C52-6C51-70E9-3C50AB40275E}"/>
              </a:ext>
            </a:extLst>
          </p:cNvPr>
          <p:cNvSpPr txBox="1"/>
          <p:nvPr/>
        </p:nvSpPr>
        <p:spPr>
          <a:xfrm>
            <a:off x="1369162" y="618776"/>
            <a:ext cx="6257478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하나님의 꿈이 나의 비전이 되고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예수님의 성품이 나의 인격이 되고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성령님의 권능이 나의 능력이 되길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원하고 바라고 기도합니다</a:t>
            </a:r>
            <a:endParaRPr kumimoji="0" lang="ko-KR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237379791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14FD4-898E-21F9-8760-04DDCD015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6A11C1-1C79-1597-65E5-E6350BC88CFE}"/>
              </a:ext>
            </a:extLst>
          </p:cNvPr>
          <p:cNvSpPr txBox="1"/>
          <p:nvPr/>
        </p:nvSpPr>
        <p:spPr>
          <a:xfrm>
            <a:off x="1984713" y="618776"/>
            <a:ext cx="5026372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주의 길을 걸어가는 동안에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세상의 것 의지할 수 없으니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감사하고 낙심하지 말 것은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주께서 참 기쁨이 되심이라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785833730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F2453-7ADC-8109-6F21-55093C392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7F042D-4EE0-9328-4A66-B37545BF7015}"/>
              </a:ext>
            </a:extLst>
          </p:cNvPr>
          <p:cNvSpPr txBox="1"/>
          <p:nvPr/>
        </p:nvSpPr>
        <p:spPr>
          <a:xfrm>
            <a:off x="1369162" y="618776"/>
            <a:ext cx="6257478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하나님의 꿈이 나의 비전이 되고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예수님의 성품이 나의 인격이 되고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성령님의 권능이 나의 능력이 되길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원하고 바라고 기도합니다</a:t>
            </a:r>
            <a:endParaRPr kumimoji="0" lang="ko-KR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044858936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E31CF-BFC1-0856-CAB2-85AF7142F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F6C14F1-D21D-38C4-4E25-4E0EDCB781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47295" cy="49240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67B4FE-22C6-2E60-BA3A-6AF4D5646BBD}"/>
              </a:ext>
            </a:extLst>
          </p:cNvPr>
          <p:cNvSpPr txBox="1"/>
          <p:nvPr/>
        </p:nvSpPr>
        <p:spPr>
          <a:xfrm>
            <a:off x="4395218" y="2033143"/>
            <a:ext cx="3017810" cy="107721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예수님의 사랑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신기하고 놀라워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3" name="TextBox 2">
            <a:hlinkClick r:id="rId4" action="ppaction://hlinksldjump"/>
            <a:extLst>
              <a:ext uri="{FF2B5EF4-FFF2-40B4-BE49-F238E27FC236}">
                <a16:creationId xmlns:a16="http://schemas.microsoft.com/office/drawing/2014/main" id="{D2786893-CC26-671B-F827-060C23F49693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171444027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7258C-1A4B-87D4-3A4C-9A1649DF4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E27DCC0B-82C0-44FB-3A90-3C55B1B8A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36C1D88-BC18-3D89-3600-BA01DFF6DBCD}"/>
              </a:ext>
            </a:extLst>
          </p:cNvPr>
          <p:cNvSpPr txBox="1"/>
          <p:nvPr/>
        </p:nvSpPr>
        <p:spPr>
          <a:xfrm>
            <a:off x="1642470" y="618776"/>
            <a:ext cx="5710854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예수님의 사랑 신기하고 놀라와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예수님의 사랑 신기하고 놀라와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예수님의 사랑 신기하고 놀라와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오 크신 사랑 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x2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6820292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74504-C225-44D4-9897-E6E6CD208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AE3DF3B6-0D11-DDC1-2B0C-6F9C61130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A9EC0D-F8FD-241E-B8CA-8B49DAEFAA92}"/>
              </a:ext>
            </a:extLst>
          </p:cNvPr>
          <p:cNvSpPr txBox="1"/>
          <p:nvPr/>
        </p:nvSpPr>
        <p:spPr>
          <a:xfrm>
            <a:off x="2863156" y="618776"/>
            <a:ext cx="3269481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하늘 보다 더 높고</a:t>
            </a: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바다 보다 더 깊고</a:t>
            </a: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우주 보다 더 넓은</a:t>
            </a: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오 오오 크신 사랑</a:t>
            </a:r>
          </a:p>
        </p:txBody>
      </p:sp>
    </p:spTree>
    <p:extLst>
      <p:ext uri="{BB962C8B-B14F-4D97-AF65-F5344CB8AC3E}">
        <p14:creationId xmlns:p14="http://schemas.microsoft.com/office/powerpoint/2010/main" val="1125846164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1D287-0DA7-7685-6A29-227EE4B2A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F67AD81-3A4D-4CED-85E1-B0BC5E69AE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47295" cy="49240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4F0854D-2150-E2C6-D48C-D72D95916D53}"/>
              </a:ext>
            </a:extLst>
          </p:cNvPr>
          <p:cNvSpPr txBox="1"/>
          <p:nvPr/>
        </p:nvSpPr>
        <p:spPr>
          <a:xfrm>
            <a:off x="3916718" y="2279364"/>
            <a:ext cx="3974803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날 사랑하시는 예수님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5" name="TextBox 4">
            <a:hlinkClick r:id="rId4" action="ppaction://hlinksldjump"/>
            <a:extLst>
              <a:ext uri="{FF2B5EF4-FFF2-40B4-BE49-F238E27FC236}">
                <a16:creationId xmlns:a16="http://schemas.microsoft.com/office/drawing/2014/main" id="{7DA0289C-81CB-7E4B-D79D-4A4E9C429D77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774249861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F5781-97FB-803B-0419-0F0EF6EED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A2666154-1FE2-1A2A-C01E-372B9E5E16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D78F4DF-996D-EF65-9A98-546B3B334AEC}"/>
              </a:ext>
            </a:extLst>
          </p:cNvPr>
          <p:cNvSpPr txBox="1"/>
          <p:nvPr/>
        </p:nvSpPr>
        <p:spPr>
          <a:xfrm>
            <a:off x="2510491" y="1048258"/>
            <a:ext cx="3974803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날 사랑하시는 예수님</a:t>
            </a: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주님을 사랑해요</a:t>
            </a: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날 인도하시는 예수님</a:t>
            </a: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주님을 찬양해요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636085370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D6119-BE0A-3A53-CDF1-A3E078E3E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F2AC0B8C-178B-CC64-6C9E-64FF32703B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B111845-E1F3-1C16-0DED-81000DADB199}"/>
              </a:ext>
            </a:extLst>
          </p:cNvPr>
          <p:cNvSpPr txBox="1"/>
          <p:nvPr/>
        </p:nvSpPr>
        <p:spPr>
          <a:xfrm>
            <a:off x="1468540" y="1786922"/>
            <a:ext cx="6058706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내입으로 찬양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내맘으로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찬양</a:t>
            </a: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예수님 기뻐하실 모습으로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살께요</a:t>
            </a:r>
            <a:endParaRPr kumimoji="0" lang="ko-KR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836330449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D4AB6-F5FD-8529-2986-30102F3B3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44C438-1D25-79A6-EE76-6B974EFD4186}"/>
              </a:ext>
            </a:extLst>
          </p:cNvPr>
          <p:cNvSpPr txBox="1"/>
          <p:nvPr/>
        </p:nvSpPr>
        <p:spPr>
          <a:xfrm>
            <a:off x="4569140" y="2279364"/>
            <a:ext cx="2669959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다와서 찬양해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3" name="TextBox 2">
            <a:hlinkClick r:id="rId3" action="ppaction://hlinksldjump"/>
            <a:extLst>
              <a:ext uri="{FF2B5EF4-FFF2-40B4-BE49-F238E27FC236}">
                <a16:creationId xmlns:a16="http://schemas.microsoft.com/office/drawing/2014/main" id="{14FBF93C-85A7-8139-5CD6-831487D36522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124495985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C7AB6-9A2E-AA35-7C8B-60032DE44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C6CDA5-0C6B-F1F4-7F59-9BCE9B0D73C0}"/>
              </a:ext>
            </a:extLst>
          </p:cNvPr>
          <p:cNvSpPr txBox="1"/>
          <p:nvPr/>
        </p:nvSpPr>
        <p:spPr>
          <a:xfrm>
            <a:off x="2463206" y="618776"/>
            <a:ext cx="4069380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다와서 찬양해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사랑을 주신 주 찬양해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사랑의 우리 주님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생명 주셨네</a:t>
            </a:r>
            <a:endParaRPr kumimoji="0" lang="ko-KR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731263583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274EA-C2FA-6E9A-9A1D-AD187E55C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638DB5-2766-1CED-083D-24C0D6781BF0}"/>
              </a:ext>
            </a:extLst>
          </p:cNvPr>
          <p:cNvSpPr txBox="1"/>
          <p:nvPr/>
        </p:nvSpPr>
        <p:spPr>
          <a:xfrm>
            <a:off x="2541753" y="618776"/>
            <a:ext cx="3912285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소리쳐 찬양해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기쁨을 주시는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우리왕</a:t>
            </a:r>
            <a:endParaRPr lang="ko-KR" altLang="en-US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찬양의 제사 드리며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주님께 경배해</a:t>
            </a:r>
            <a:endParaRPr kumimoji="0" lang="ko-KR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6375178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AB6DD-A42E-C8AF-DE44-7C7692CD2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7310BF-39C3-D72A-5FAA-DEAED1CCF996}"/>
              </a:ext>
            </a:extLst>
          </p:cNvPr>
          <p:cNvSpPr txBox="1"/>
          <p:nvPr/>
        </p:nvSpPr>
        <p:spPr>
          <a:xfrm>
            <a:off x="2705259" y="618776"/>
            <a:ext cx="3585272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다와서 찬양해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찬양해 찬양해 주님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찬양해 주님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우리 왕 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x2</a:t>
            </a:r>
            <a:endParaRPr kumimoji="0" lang="ko-KR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844577483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E2104-AF94-62FF-BD4A-0E629EF42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FCA3024-2575-8678-9E62-909F7E1E10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47295" cy="49240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9A1BEB-58C5-F6A2-164F-65E86F9430E2}"/>
              </a:ext>
            </a:extLst>
          </p:cNvPr>
          <p:cNvSpPr txBox="1"/>
          <p:nvPr/>
        </p:nvSpPr>
        <p:spPr>
          <a:xfrm>
            <a:off x="3548829" y="2279364"/>
            <a:ext cx="4710581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웃음 있는 나라 헤이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헤이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5" name="TextBox 4">
            <a:hlinkClick r:id="rId4" action="ppaction://hlinksldjump"/>
            <a:extLst>
              <a:ext uri="{FF2B5EF4-FFF2-40B4-BE49-F238E27FC236}">
                <a16:creationId xmlns:a16="http://schemas.microsoft.com/office/drawing/2014/main" id="{EF1AE6FD-E508-2F9A-DDC9-C3C2630D9765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705688054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1DA8B-689C-F049-09C4-25830FC47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813E5B78-344C-96B0-3445-8746125B49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B849AF9-CDF4-BB82-FDD8-CEBE4A1337AF}"/>
              </a:ext>
            </a:extLst>
          </p:cNvPr>
          <p:cNvSpPr txBox="1"/>
          <p:nvPr/>
        </p:nvSpPr>
        <p:spPr>
          <a:xfrm>
            <a:off x="2247603" y="1048258"/>
            <a:ext cx="4500587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웃음있는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나라 헤이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헤이</a:t>
            </a:r>
            <a:endParaRPr lang="ko-KR" altLang="en-US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기쁨있는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나라 헤이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헤이</a:t>
            </a:r>
            <a:endParaRPr lang="ko-KR" altLang="en-US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주님 함께 하는 나라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우리 함께 걸어가요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776917190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24344-08E3-AB53-7497-0E115B5ED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A66BBAA1-5694-E365-31F4-23D94F6DC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2B85352-5279-3A0F-06F1-93D3BECDD0EF}"/>
              </a:ext>
            </a:extLst>
          </p:cNvPr>
          <p:cNvSpPr txBox="1"/>
          <p:nvPr/>
        </p:nvSpPr>
        <p:spPr>
          <a:xfrm>
            <a:off x="1547892" y="1786922"/>
            <a:ext cx="5900008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미움 다툼 시기 질투 전혀 없고요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달콤한 사랑만이 가득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넘쳐요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33060245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C13BE-937F-913A-1E4F-318FDAEDD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9154F2DF-EED2-AA1F-401E-949C18ABA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27A65F1-5C28-354D-2B62-BCA97390D0EF}"/>
              </a:ext>
            </a:extLst>
          </p:cNvPr>
          <p:cNvSpPr txBox="1"/>
          <p:nvPr/>
        </p:nvSpPr>
        <p:spPr>
          <a:xfrm>
            <a:off x="2247603" y="1048258"/>
            <a:ext cx="4500587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웃음있는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나라 헤이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헤이</a:t>
            </a:r>
            <a:endParaRPr lang="ko-KR" altLang="en-US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기쁨있는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나라 헤이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헤이</a:t>
            </a:r>
            <a:endParaRPr lang="ko-KR" altLang="en-US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주님 함께 하는 나라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우리 함께 걸어가요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298572907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5C793-07CD-AED7-E354-114DFB71E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0A10B21-5855-FD49-EB48-6A2F66DA3B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47295" cy="49240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6173322-06D8-6CA6-F12D-87022B5D0802}"/>
              </a:ext>
            </a:extLst>
          </p:cNvPr>
          <p:cNvSpPr txBox="1"/>
          <p:nvPr/>
        </p:nvSpPr>
        <p:spPr>
          <a:xfrm>
            <a:off x="3721955" y="2279364"/>
            <a:ext cx="4364332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나는 하나님을 예배해요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5" name="TextBox 4">
            <a:hlinkClick r:id="rId4" action="ppaction://hlinksldjump"/>
            <a:extLst>
              <a:ext uri="{FF2B5EF4-FFF2-40B4-BE49-F238E27FC236}">
                <a16:creationId xmlns:a16="http://schemas.microsoft.com/office/drawing/2014/main" id="{62A96685-411D-23FB-5054-E66B8309A259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432866633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A8E46-AE8D-C975-E0A7-2694201BD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내용 개체 틀 17" descr="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D853131-5B95-CAEE-39DA-D732D334C5F4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8C764E2-7232-E753-03DD-674DAFC43D0B}"/>
              </a:ext>
            </a:extLst>
          </p:cNvPr>
          <p:cNvSpPr txBox="1"/>
          <p:nvPr/>
        </p:nvSpPr>
        <p:spPr>
          <a:xfrm>
            <a:off x="2779365" y="1048259"/>
            <a:ext cx="3585273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하나님 날 위해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예수님 보내주셨네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내가 예배할 이유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하나님 예배할 이유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696714912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7E354-601A-7588-1044-FDBB0D61E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내용 개체 틀 17" descr="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757580C-465C-B87A-E362-797DBECBA2BE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0F7880B-2FEF-0712-3F90-E0DAB2E41F2C}"/>
              </a:ext>
            </a:extLst>
          </p:cNvPr>
          <p:cNvSpPr txBox="1"/>
          <p:nvPr/>
        </p:nvSpPr>
        <p:spPr>
          <a:xfrm>
            <a:off x="2779366" y="1048259"/>
            <a:ext cx="3585273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성령님 내 안에서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날 깨닫게 하시네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내가 예배할 이유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하나님 예배할 이유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995447675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2E09B-AC6C-008A-A8E8-262C8447E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내용 개체 틀 17" descr="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E71A986-160E-8D21-5835-67A7F4FC8853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949994A-22F9-0DDD-0056-448E45D98D78}"/>
              </a:ext>
            </a:extLst>
          </p:cNvPr>
          <p:cNvSpPr txBox="1"/>
          <p:nvPr/>
        </p:nvSpPr>
        <p:spPr>
          <a:xfrm>
            <a:off x="2768949" y="1048259"/>
            <a:ext cx="3606111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성령과 진리 안에서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하나님을 예배해요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나는 오직 하나님을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예배해요 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x2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53752222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9CF57-2E64-1980-BB91-B9D00C38E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701CCF-53F2-5F67-1EFB-64D1F14416BB}"/>
              </a:ext>
            </a:extLst>
          </p:cNvPr>
          <p:cNvSpPr txBox="1"/>
          <p:nvPr/>
        </p:nvSpPr>
        <p:spPr>
          <a:xfrm>
            <a:off x="4132324" y="2279364"/>
            <a:ext cx="3543595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모두 모여 예배하자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3" name="TextBox 2">
            <a:hlinkClick r:id="rId3" action="ppaction://hlinksldjump"/>
            <a:extLst>
              <a:ext uri="{FF2B5EF4-FFF2-40B4-BE49-F238E27FC236}">
                <a16:creationId xmlns:a16="http://schemas.microsoft.com/office/drawing/2014/main" id="{FC845F83-6508-11BE-9B53-D8BE55D7272B}"/>
              </a:ext>
            </a:extLst>
          </p:cNvPr>
          <p:cNvSpPr txBox="1"/>
          <p:nvPr/>
        </p:nvSpPr>
        <p:spPr>
          <a:xfrm>
            <a:off x="8037095" y="4644250"/>
            <a:ext cx="1009350" cy="408618"/>
          </a:xfrm>
          <a:prstGeom prst="roundRect">
            <a:avLst/>
          </a:prstGeom>
          <a:noFill/>
          <a:ln w="12700" cap="flat">
            <a:solidFill>
              <a:sysClr val="windowText" lastClr="000000">
                <a:lumMod val="75000"/>
                <a:lumOff val="25000"/>
              </a:sysClr>
            </a:solidFill>
            <a:miter/>
          </a:ln>
          <a:effectLst/>
          <a:sp3d/>
        </p:spPr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4389115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643A0-067C-2240-0DEA-C3534619A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9B78A0-1F82-9396-DA27-70CDF962EFCE}"/>
              </a:ext>
            </a:extLst>
          </p:cNvPr>
          <p:cNvSpPr txBox="1"/>
          <p:nvPr/>
        </p:nvSpPr>
        <p:spPr>
          <a:xfrm>
            <a:off x="2584605" y="1048259"/>
            <a:ext cx="3974802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모두 모여라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소중한 예배의 자리로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모두 모여라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하나님 만나는 자리로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498171453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7CEF4-D30D-FA46-8C03-BE619F4D3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452B00-3143-4CA1-F147-B67ED98AEB4F}"/>
              </a:ext>
            </a:extLst>
          </p:cNvPr>
          <p:cNvSpPr txBox="1"/>
          <p:nvPr/>
        </p:nvSpPr>
        <p:spPr>
          <a:xfrm>
            <a:off x="2578994" y="1048259"/>
            <a:ext cx="3986023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모두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모두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모두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모여라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사랑하는 친구들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모두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모두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모두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모여라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사랑하는 우리 교회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60878812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17A5A-B52A-1254-E226-B39CBDBD4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92D7EA-1C7D-2FE9-4544-87801478C223}"/>
              </a:ext>
            </a:extLst>
          </p:cNvPr>
          <p:cNvSpPr txBox="1"/>
          <p:nvPr/>
        </p:nvSpPr>
        <p:spPr>
          <a:xfrm>
            <a:off x="2494841" y="1417592"/>
            <a:ext cx="4154338" cy="230832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다함께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모여모여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예배드리자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하나님만 예배하자 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x2</a:t>
            </a:r>
          </a:p>
        </p:txBody>
      </p:sp>
    </p:spTree>
    <p:extLst>
      <p:ext uri="{BB962C8B-B14F-4D97-AF65-F5344CB8AC3E}">
        <p14:creationId xmlns:p14="http://schemas.microsoft.com/office/powerpoint/2010/main" val="1147687422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1D287-0DA7-7685-6A29-227EE4B2A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F67AD81-3A4D-4CED-85E1-B0BC5E69AE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47295" cy="49240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4F0854D-2150-E2C6-D48C-D72D95916D53}"/>
              </a:ext>
            </a:extLst>
          </p:cNvPr>
          <p:cNvSpPr txBox="1"/>
          <p:nvPr/>
        </p:nvSpPr>
        <p:spPr>
          <a:xfrm>
            <a:off x="4579561" y="2279364"/>
            <a:ext cx="2649119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주님께 맡기리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3" name="TextBox 2">
            <a:hlinkClick r:id="rId4" action="ppaction://hlinksldjump"/>
            <a:extLst>
              <a:ext uri="{FF2B5EF4-FFF2-40B4-BE49-F238E27FC236}">
                <a16:creationId xmlns:a16="http://schemas.microsoft.com/office/drawing/2014/main" id="{EB607ACC-256D-BB11-8F1D-281A989336F1}"/>
              </a:ext>
            </a:extLst>
          </p:cNvPr>
          <p:cNvSpPr txBox="1"/>
          <p:nvPr/>
        </p:nvSpPr>
        <p:spPr>
          <a:xfrm>
            <a:off x="8037095" y="4644250"/>
            <a:ext cx="1009350" cy="408618"/>
          </a:xfrm>
          <a:prstGeom prst="roundRect">
            <a:avLst/>
          </a:prstGeom>
          <a:noFill/>
          <a:ln w="12700" cap="flat">
            <a:solidFill>
              <a:sysClr val="windowText" lastClr="000000">
                <a:lumMod val="75000"/>
                <a:lumOff val="25000"/>
              </a:sysClr>
            </a:solidFill>
            <a:miter/>
          </a:ln>
          <a:effectLst/>
          <a:sp3d/>
        </p:spPr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5221479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F5781-97FB-803B-0419-0F0EF6EED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A2666154-1FE2-1A2A-C01E-372B9E5E16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D78F4DF-996D-EF65-9A98-546B3B334AEC}"/>
              </a:ext>
            </a:extLst>
          </p:cNvPr>
          <p:cNvSpPr txBox="1"/>
          <p:nvPr/>
        </p:nvSpPr>
        <p:spPr>
          <a:xfrm>
            <a:off x="2783804" y="1417590"/>
            <a:ext cx="3428179" cy="230832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나의 모든 것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다 아시는 주님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주님을 바라봅니다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066555583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D6119-BE0A-3A53-CDF1-A3E078E3E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F2AC0B8C-178B-CC64-6C9E-64FF32703B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B111845-E1F3-1C16-0DED-81000DADB199}"/>
              </a:ext>
            </a:extLst>
          </p:cNvPr>
          <p:cNvSpPr txBox="1"/>
          <p:nvPr/>
        </p:nvSpPr>
        <p:spPr>
          <a:xfrm>
            <a:off x="2531332" y="1417590"/>
            <a:ext cx="3933125" cy="230832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나의 약함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나의 부족함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 사랑으로 채우시네</a:t>
            </a:r>
          </a:p>
        </p:txBody>
      </p:sp>
    </p:spTree>
    <p:extLst>
      <p:ext uri="{BB962C8B-B14F-4D97-AF65-F5344CB8AC3E}">
        <p14:creationId xmlns:p14="http://schemas.microsoft.com/office/powerpoint/2010/main" val="4102382730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577BD-4D59-F1A5-C412-212B7BE89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E7131D02-C66B-D6B6-B0B1-CCCDDC438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CB856A0-42F6-FFD2-D5A5-806D382FEEB4}"/>
              </a:ext>
            </a:extLst>
          </p:cNvPr>
          <p:cNvSpPr txBox="1"/>
          <p:nvPr/>
        </p:nvSpPr>
        <p:spPr>
          <a:xfrm>
            <a:off x="2589843" y="1417590"/>
            <a:ext cx="3816105" cy="230832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주님을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따르리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주님을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따르리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참 진리가 주께 있네</a:t>
            </a:r>
          </a:p>
        </p:txBody>
      </p:sp>
    </p:spTree>
    <p:extLst>
      <p:ext uri="{BB962C8B-B14F-4D97-AF65-F5344CB8AC3E}">
        <p14:creationId xmlns:p14="http://schemas.microsoft.com/office/powerpoint/2010/main" val="2857247867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AF0B4-4CA0-F63C-8CAA-CAB13F10C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5E107DC3-22AB-F01B-2CF1-61F055922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E5B352-8D52-E8F4-8846-98EC6A5003AB}"/>
              </a:ext>
            </a:extLst>
          </p:cNvPr>
          <p:cNvSpPr txBox="1"/>
          <p:nvPr/>
        </p:nvSpPr>
        <p:spPr>
          <a:xfrm>
            <a:off x="2678813" y="1417590"/>
            <a:ext cx="3638171" cy="230832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주님께 맡기리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주님께 맡기리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모든 능력 주께 있네</a:t>
            </a:r>
          </a:p>
        </p:txBody>
      </p:sp>
    </p:spTree>
    <p:extLst>
      <p:ext uri="{BB962C8B-B14F-4D97-AF65-F5344CB8AC3E}">
        <p14:creationId xmlns:p14="http://schemas.microsoft.com/office/powerpoint/2010/main" val="143106022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1A0AD-FAB8-768E-10FE-B34844921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4B2DCE4-F5D7-7157-D80D-951259BFA8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47295" cy="49240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CD40F49-A4A4-E947-44CD-77CE450F3F79}"/>
              </a:ext>
            </a:extLst>
          </p:cNvPr>
          <p:cNvSpPr txBox="1"/>
          <p:nvPr/>
        </p:nvSpPr>
        <p:spPr>
          <a:xfrm>
            <a:off x="3664247" y="2279364"/>
            <a:ext cx="4479748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예배를 받으실 유일한 분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3" name="TextBox 2">
            <a:hlinkClick r:id="rId4" action="ppaction://hlinksldjump"/>
            <a:extLst>
              <a:ext uri="{FF2B5EF4-FFF2-40B4-BE49-F238E27FC236}">
                <a16:creationId xmlns:a16="http://schemas.microsoft.com/office/drawing/2014/main" id="{550EB3FE-8D87-3052-ADA8-1E2B6D9B4928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19320162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5378E-92F1-9706-F81D-7CAE27ED9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3F282798-540C-DE61-2992-B96A54844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0617A43-6AE9-75CE-1A5C-298701C5E41D}"/>
              </a:ext>
            </a:extLst>
          </p:cNvPr>
          <p:cNvSpPr txBox="1"/>
          <p:nvPr/>
        </p:nvSpPr>
        <p:spPr>
          <a:xfrm>
            <a:off x="2452787" y="988108"/>
            <a:ext cx="4090219" cy="230832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살금살금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몰래몰래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내 맘 흔들어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하나님을 잊게 만들 때</a:t>
            </a:r>
          </a:p>
        </p:txBody>
      </p:sp>
    </p:spTree>
    <p:extLst>
      <p:ext uri="{BB962C8B-B14F-4D97-AF65-F5344CB8AC3E}">
        <p14:creationId xmlns:p14="http://schemas.microsoft.com/office/powerpoint/2010/main" val="641965879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6E91D-04FD-8F4E-B37C-B219D534B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0E0514AC-27CF-2F68-3B5F-C79CD7CAE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490E120-3A3A-A85C-48A1-930806200B6D}"/>
              </a:ext>
            </a:extLst>
          </p:cNvPr>
          <p:cNvSpPr txBox="1"/>
          <p:nvPr/>
        </p:nvSpPr>
        <p:spPr>
          <a:xfrm>
            <a:off x="2042422" y="988108"/>
            <a:ext cx="4910956" cy="230832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 너의 하나님께 경배하고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다만 그를 섬기라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주의 말씀 기억해</a:t>
            </a:r>
          </a:p>
        </p:txBody>
      </p:sp>
    </p:spTree>
    <p:extLst>
      <p:ext uri="{BB962C8B-B14F-4D97-AF65-F5344CB8AC3E}">
        <p14:creationId xmlns:p14="http://schemas.microsoft.com/office/powerpoint/2010/main" val="1924065543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226FA-E035-8D99-B81E-049C439D2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FF84CF0E-B8ED-A86B-F069-65EFE9FA1E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6D124A4-148F-8B2E-D817-4C0492FF954F}"/>
              </a:ext>
            </a:extLst>
          </p:cNvPr>
          <p:cNvSpPr txBox="1"/>
          <p:nvPr/>
        </p:nvSpPr>
        <p:spPr>
          <a:xfrm>
            <a:off x="1568741" y="618776"/>
            <a:ext cx="5858331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예배를 받으실 유일한 분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나의 맘 올려드릴 단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한분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오직 하나님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내 맘을 올려드려요 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x2 (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주님께</a:t>
            </a:r>
            <a:r>
              <a:rPr lang="en-US" altLang="ko-KR" sz="320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)</a:t>
            </a:r>
            <a:endParaRPr kumimoji="0" lang="ko-KR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114394384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7057E7-25A1-315B-ADDE-90F152847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369D0DE6-D4BF-5A14-B115-3CA463412C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B5CAE9E-AD67-83A1-F783-FE3BD979D105}"/>
              </a:ext>
            </a:extLst>
          </p:cNvPr>
          <p:cNvSpPr/>
          <p:nvPr/>
        </p:nvSpPr>
        <p:spPr>
          <a:xfrm>
            <a:off x="2700000" y="2102400"/>
            <a:ext cx="3715200" cy="82800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062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  <a:sym typeface="Helvetica"/>
            </a:endParaRPr>
          </a:p>
        </p:txBody>
      </p:sp>
      <p:sp>
        <p:nvSpPr>
          <p:cNvPr id="5" name="TextBox 4">
            <a:hlinkClick r:id="rId3" action="ppaction://hlinksldjump"/>
            <a:extLst>
              <a:ext uri="{FF2B5EF4-FFF2-40B4-BE49-F238E27FC236}">
                <a16:creationId xmlns:a16="http://schemas.microsoft.com/office/drawing/2014/main" id="{D176FAEB-DCE0-FDE0-588F-A7606FCC7627}"/>
              </a:ext>
            </a:extLst>
          </p:cNvPr>
          <p:cNvSpPr txBox="1"/>
          <p:nvPr/>
        </p:nvSpPr>
        <p:spPr>
          <a:xfrm>
            <a:off x="8037095" y="4464250"/>
            <a:ext cx="1009350" cy="408618"/>
          </a:xfrm>
          <a:prstGeom prst="roundRect">
            <a:avLst/>
          </a:prstGeom>
          <a:noFill/>
          <a:ln w="12700" cap="flat">
            <a:solidFill>
              <a:sysClr val="windowText" lastClr="000000">
                <a:lumMod val="75000"/>
                <a:lumOff val="25000"/>
              </a:sysClr>
            </a:solidFill>
            <a:miter/>
          </a:ln>
          <a:effectLst/>
          <a:sp3d/>
        </p:spPr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27E2E3-29B4-F32D-53B3-BF07BBFFC5BC}"/>
              </a:ext>
            </a:extLst>
          </p:cNvPr>
          <p:cNvSpPr txBox="1"/>
          <p:nvPr/>
        </p:nvSpPr>
        <p:spPr>
          <a:xfrm>
            <a:off x="3715520" y="2279364"/>
            <a:ext cx="1712965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거룩하다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918712360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4463D-CC14-6B03-0ABA-BC74DCA03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내용 개체 틀 17" descr="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F00CB7B-11DF-E6A4-914B-949E0C88C1DD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F897DBE-8F72-4D61-8F65-5466655F6245}"/>
              </a:ext>
            </a:extLst>
          </p:cNvPr>
          <p:cNvSpPr txBox="1"/>
          <p:nvPr/>
        </p:nvSpPr>
        <p:spPr>
          <a:xfrm>
            <a:off x="2847500" y="1048259"/>
            <a:ext cx="3449017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거룩하다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거룩하다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우리 하나님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온 천지 만물을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다스리시네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384111226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B3B06-4ABA-C32C-9C09-FC2AEDFE4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내용 개체 틀 17" descr="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74E5AAF-9BFA-6F11-6942-5820D4D685E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C08922E-F2B6-7E9A-F5E2-99AACEC8C48C}"/>
              </a:ext>
            </a:extLst>
          </p:cNvPr>
          <p:cNvSpPr txBox="1"/>
          <p:nvPr/>
        </p:nvSpPr>
        <p:spPr>
          <a:xfrm>
            <a:off x="2847500" y="1048259"/>
            <a:ext cx="3449017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거룩하다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거룩하다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우리 하나님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예배를 받으시기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합당하시네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280129610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33D47-37E2-1A5C-37FD-9CAFA5BFA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내용 개체 틀 17" descr="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798C5B0-3F52-FE3A-0185-FBCA149E2EA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35A80EA-E705-9370-4DA8-EF1558FF5BEE}"/>
              </a:ext>
            </a:extLst>
          </p:cNvPr>
          <p:cNvSpPr txBox="1"/>
          <p:nvPr/>
        </p:nvSpPr>
        <p:spPr>
          <a:xfrm>
            <a:off x="2800212" y="1048259"/>
            <a:ext cx="3543595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모든 찬양과 경배를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우리 하나님께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모든 영광과 존귀를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우리 하나님께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255914874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50EF45-B29C-0007-1199-782FC2320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25B47CD-5A87-140A-45EB-DB5036797C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184A3CE-9C4F-BEA2-26BA-615D869A326D}"/>
              </a:ext>
            </a:extLst>
          </p:cNvPr>
          <p:cNvSpPr/>
          <p:nvPr/>
        </p:nvSpPr>
        <p:spPr>
          <a:xfrm>
            <a:off x="2700000" y="2102400"/>
            <a:ext cx="3715200" cy="82800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062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  <a:sym typeface="Helvetica"/>
            </a:endParaRPr>
          </a:p>
        </p:txBody>
      </p:sp>
      <p:sp>
        <p:nvSpPr>
          <p:cNvPr id="5" name="TextBox 4">
            <a:hlinkClick r:id="rId3" action="ppaction://hlinksldjump"/>
            <a:extLst>
              <a:ext uri="{FF2B5EF4-FFF2-40B4-BE49-F238E27FC236}">
                <a16:creationId xmlns:a16="http://schemas.microsoft.com/office/drawing/2014/main" id="{477223DE-7F2C-2B19-E1C1-6AE7265CD2E5}"/>
              </a:ext>
            </a:extLst>
          </p:cNvPr>
          <p:cNvSpPr txBox="1"/>
          <p:nvPr/>
        </p:nvSpPr>
        <p:spPr>
          <a:xfrm>
            <a:off x="8037095" y="4464250"/>
            <a:ext cx="1009350" cy="408618"/>
          </a:xfrm>
          <a:prstGeom prst="roundRect">
            <a:avLst/>
          </a:prstGeom>
          <a:noFill/>
          <a:ln w="12700" cap="flat">
            <a:solidFill>
              <a:sysClr val="windowText" lastClr="000000">
                <a:lumMod val="75000"/>
                <a:lumOff val="25000"/>
              </a:sysClr>
            </a:solidFill>
            <a:miter/>
          </a:ln>
          <a:effectLst/>
          <a:sp3d/>
        </p:spPr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BF5816-27FE-CD9E-1E8B-6FDEED8843F6}"/>
              </a:ext>
            </a:extLst>
          </p:cNvPr>
          <p:cNvSpPr txBox="1"/>
          <p:nvPr/>
        </p:nvSpPr>
        <p:spPr>
          <a:xfrm>
            <a:off x="3247444" y="2279364"/>
            <a:ext cx="2649119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주만 예배하라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507213763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BDF4D-E31B-4810-38F8-4F944C5A0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내용 개체 틀 17" descr="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9414ED7-8F2B-8FCD-1E45-47798FD07C61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DE6D6E9-3EFC-056E-D318-68F953F95EAB}"/>
              </a:ext>
            </a:extLst>
          </p:cNvPr>
          <p:cNvSpPr txBox="1"/>
          <p:nvPr/>
        </p:nvSpPr>
        <p:spPr>
          <a:xfrm>
            <a:off x="3031847" y="1048259"/>
            <a:ext cx="3080326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영원한 생명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허락하신 하나님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영원히 주님만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높이길 원해요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227898121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0BD82-8950-DB55-BEA4-964A3633D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내용 개체 틀 17" descr="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AC3391B-A741-685C-2862-51ED30FD41B1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D02426-A3A7-5442-0AA4-B08A5C035525}"/>
              </a:ext>
            </a:extLst>
          </p:cNvPr>
          <p:cNvSpPr txBox="1"/>
          <p:nvPr/>
        </p:nvSpPr>
        <p:spPr>
          <a:xfrm>
            <a:off x="2216722" y="1048259"/>
            <a:ext cx="4710581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하나님 기뻐하실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참된 예배드릴 때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지금 이 곳 내가 서있는 땅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거룩하게 하소서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030417437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A56C7-7ED1-90D1-F28B-C7CD414E2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내용 개체 틀 17" descr="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9C129BF-5AA3-1CA1-47AA-A4FACF4AEEF4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47451D-54F0-FDD5-9F62-D5160427E1B5}"/>
              </a:ext>
            </a:extLst>
          </p:cNvPr>
          <p:cNvSpPr txBox="1"/>
          <p:nvPr/>
        </p:nvSpPr>
        <p:spPr>
          <a:xfrm>
            <a:off x="2574192" y="1048259"/>
            <a:ext cx="3995642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찬양하라 경배하라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내 영혼아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성령의 인도하심 따라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주만 예배하라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951783680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143A1-6FFF-D296-1EF9-F0913ED19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내용 개체 틀 17" descr="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B6D1BCA-47DC-5DD7-EB30-E561F671485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11012F5-5E8B-C79E-C313-7A21FCA16179}"/>
              </a:ext>
            </a:extLst>
          </p:cNvPr>
          <p:cNvSpPr txBox="1"/>
          <p:nvPr/>
        </p:nvSpPr>
        <p:spPr>
          <a:xfrm>
            <a:off x="2826665" y="1048259"/>
            <a:ext cx="3490695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찬양하라 경배하라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내 영혼아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진리로 나아가며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주만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에배하라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518255673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E9D240-40FF-8C7B-6F67-FF645A41B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3265E90-5B0E-67AB-B250-16C50CE5BA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C1F4210-03AE-50DA-98C4-F4ED4FCB23F8}"/>
              </a:ext>
            </a:extLst>
          </p:cNvPr>
          <p:cNvSpPr/>
          <p:nvPr/>
        </p:nvSpPr>
        <p:spPr>
          <a:xfrm>
            <a:off x="2700000" y="2102400"/>
            <a:ext cx="3715200" cy="82800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062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  <a:sym typeface="Helvetica"/>
            </a:endParaRPr>
          </a:p>
        </p:txBody>
      </p:sp>
      <p:sp>
        <p:nvSpPr>
          <p:cNvPr id="5" name="TextBox 4">
            <a:hlinkClick r:id="rId3" action="ppaction://hlinksldjump"/>
            <a:extLst>
              <a:ext uri="{FF2B5EF4-FFF2-40B4-BE49-F238E27FC236}">
                <a16:creationId xmlns:a16="http://schemas.microsoft.com/office/drawing/2014/main" id="{7EDB5C56-9328-0F7A-051C-AB1385D99363}"/>
              </a:ext>
            </a:extLst>
          </p:cNvPr>
          <p:cNvSpPr txBox="1"/>
          <p:nvPr/>
        </p:nvSpPr>
        <p:spPr>
          <a:xfrm>
            <a:off x="8037095" y="4464250"/>
            <a:ext cx="1009350" cy="408618"/>
          </a:xfrm>
          <a:prstGeom prst="roundRect">
            <a:avLst/>
          </a:prstGeom>
          <a:noFill/>
          <a:ln w="12700" cap="flat">
            <a:solidFill>
              <a:sysClr val="windowText" lastClr="000000">
                <a:lumMod val="75000"/>
                <a:lumOff val="25000"/>
              </a:sysClr>
            </a:solidFill>
            <a:miter/>
          </a:ln>
          <a:effectLst/>
          <a:sp3d/>
        </p:spPr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3DAF3B-09B9-55DD-BB74-7DBF69B2210B}"/>
              </a:ext>
            </a:extLst>
          </p:cNvPr>
          <p:cNvSpPr txBox="1"/>
          <p:nvPr/>
        </p:nvSpPr>
        <p:spPr>
          <a:xfrm>
            <a:off x="3705101" y="2279364"/>
            <a:ext cx="1733804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성령이여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657314586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A9550-0823-C5BA-44BD-3EC85613A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내용 개체 틀 17" descr="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F22C07D-0DC9-C1F5-BCA2-066A06F2C712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5193393-5006-BEE7-0385-20488D325F59}"/>
              </a:ext>
            </a:extLst>
          </p:cNvPr>
          <p:cNvSpPr txBox="1"/>
          <p:nvPr/>
        </p:nvSpPr>
        <p:spPr>
          <a:xfrm>
            <a:off x="2605449" y="1048259"/>
            <a:ext cx="3933124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메마른 땅을 적셔주는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단비처럼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목마른 내 영혼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채우소서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8120187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0BFF6-C20A-9606-0287-C30319E01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내용 개체 틀 17" descr="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C76D960-9431-FCEB-30A6-8DBEB5B31183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9C9BE20-453C-1972-C777-3F777F89B47D}"/>
              </a:ext>
            </a:extLst>
          </p:cNvPr>
          <p:cNvSpPr txBox="1"/>
          <p:nvPr/>
        </p:nvSpPr>
        <p:spPr>
          <a:xfrm>
            <a:off x="2605450" y="1048259"/>
            <a:ext cx="3933124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갈급한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영혼 찾으시는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성령이여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은혜의 강 되어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흐르소서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0008370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38212-B290-83CB-7513-FD619BD2F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내용 개체 틀 17" descr="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8E3388B-DB0D-FF5F-A380-182929AA85D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76D6A4A-9732-4129-FC22-DBDB59FD0112}"/>
              </a:ext>
            </a:extLst>
          </p:cNvPr>
          <p:cNvSpPr txBox="1"/>
          <p:nvPr/>
        </p:nvSpPr>
        <p:spPr>
          <a:xfrm>
            <a:off x="1338280" y="1048259"/>
            <a:ext cx="6467472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성령이여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내 안에 은혜의 단비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내리소서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성령이여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내 안에 생수의 강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흘러나게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하소서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801048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5EA26-A629-F2D3-D85F-4D1EF6048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A67BBC2-EFF7-3947-E552-9C09B693E3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47295" cy="49240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9DB760-3A09-4139-7891-49FE3EB76724}"/>
              </a:ext>
            </a:extLst>
          </p:cNvPr>
          <p:cNvSpPr txBox="1"/>
          <p:nvPr/>
        </p:nvSpPr>
        <p:spPr>
          <a:xfrm>
            <a:off x="4327087" y="2279364"/>
            <a:ext cx="3154066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임재하여 주세요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5" name="TextBox 4">
            <a:hlinkClick r:id="rId4" action="ppaction://hlinksldjump"/>
            <a:extLst>
              <a:ext uri="{FF2B5EF4-FFF2-40B4-BE49-F238E27FC236}">
                <a16:creationId xmlns:a16="http://schemas.microsoft.com/office/drawing/2014/main" id="{4F006EBC-60C5-D340-DD6D-B28DC5EAAC6B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918282098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0F883-02D3-4BB3-35F5-BA34F2EE1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03084CF9-0263-65DF-ADCA-A60D3F18F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E2EDD8D-1A8E-CB58-FCDB-B492CD835198}"/>
              </a:ext>
            </a:extLst>
          </p:cNvPr>
          <p:cNvSpPr txBox="1"/>
          <p:nvPr/>
        </p:nvSpPr>
        <p:spPr>
          <a:xfrm>
            <a:off x="1742658" y="1048258"/>
            <a:ext cx="5510479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가장 깨끗한 마음 가지고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정성을 다해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예배드립니다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삼위일체신 성부 성자 성령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내 모든 것 드려 경배 드립니다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115320129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5A355-6DB9-63C3-B517-FC9EF4339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5DC4D993-7B3C-F0B9-4632-56C64CCFAF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EBF7D34-7E4A-015F-60DB-947B6190BAF0}"/>
              </a:ext>
            </a:extLst>
          </p:cNvPr>
          <p:cNvSpPr txBox="1"/>
          <p:nvPr/>
        </p:nvSpPr>
        <p:spPr>
          <a:xfrm>
            <a:off x="2873581" y="1048258"/>
            <a:ext cx="3248642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온 맘 다해 드리는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예배 받아 주세요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우리 예배 가운데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임재하여 주세요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905827839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281C8-6615-98DA-2D7D-8499B3B94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1C88A5C5-F915-A0B5-B4E7-4EA40FF5F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A201893-2716-22A0-ADFE-297B9C152749}"/>
              </a:ext>
            </a:extLst>
          </p:cNvPr>
          <p:cNvSpPr txBox="1"/>
          <p:nvPr/>
        </p:nvSpPr>
        <p:spPr>
          <a:xfrm>
            <a:off x="2752554" y="1048258"/>
            <a:ext cx="3490695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오직 내 영 주님만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오직 내 맘 주님만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간절히 기다립니다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지금 여기 이 곳에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461694258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E91FE-5ED5-DB69-FEF5-763BE18A0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C4E3DC-EBC9-30A3-E5B6-7A17936E90F9}"/>
              </a:ext>
            </a:extLst>
          </p:cNvPr>
          <p:cNvSpPr txBox="1"/>
          <p:nvPr/>
        </p:nvSpPr>
        <p:spPr>
          <a:xfrm>
            <a:off x="4795167" y="2279364"/>
            <a:ext cx="2217911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주께로 뛰어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3" name="TextBox 2">
            <a:hlinkClick r:id="rId3" action="ppaction://hlinksldjump"/>
            <a:extLst>
              <a:ext uri="{FF2B5EF4-FFF2-40B4-BE49-F238E27FC236}">
                <a16:creationId xmlns:a16="http://schemas.microsoft.com/office/drawing/2014/main" id="{74B5DFD7-A594-9901-F14A-EBFC2EDBC2B2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613284283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BD25D-9930-979A-0674-A85DE93B4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164696-9DDA-5933-27BA-A8122AA3EBAA}"/>
              </a:ext>
            </a:extLst>
          </p:cNvPr>
          <p:cNvSpPr txBox="1"/>
          <p:nvPr/>
        </p:nvSpPr>
        <p:spPr>
          <a:xfrm>
            <a:off x="1250540" y="618776"/>
            <a:ext cx="6494723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주께로 뛰어 주께로 뛰어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뛰어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뛰어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!</a:t>
            </a:r>
          </a:p>
          <a:p>
            <a:pPr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뛰어 주께로 뛰어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뛰어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뛰어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!</a:t>
            </a:r>
          </a:p>
          <a:p>
            <a:pPr algn="ctr" defTabSz="914400">
              <a:lnSpc>
                <a:spcPct val="150000"/>
              </a:lnSpc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 향한 우리의 마음이 온몸이 뛰어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주님께로 </a:t>
            </a:r>
            <a:r>
              <a:rPr lang="en-US" altLang="ko-KR" sz="3200" dirty="0">
                <a:solidFill>
                  <a:schemeClr val="accent6">
                    <a:lumMod val="75000"/>
                  </a:schemeClr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(</a:t>
            </a:r>
            <a:r>
              <a:rPr lang="ko-KR" altLang="en-US" sz="3200" dirty="0">
                <a:solidFill>
                  <a:schemeClr val="accent6">
                    <a:lumMod val="75000"/>
                  </a:schemeClr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댄스 </a:t>
            </a:r>
            <a:r>
              <a:rPr lang="ko-KR" altLang="en-US" sz="3200" dirty="0" err="1">
                <a:solidFill>
                  <a:schemeClr val="accent6">
                    <a:lumMod val="75000"/>
                  </a:schemeClr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댄스</a:t>
            </a:r>
            <a:r>
              <a:rPr lang="ko-KR" altLang="en-US" sz="3200" dirty="0">
                <a:solidFill>
                  <a:schemeClr val="accent6">
                    <a:lumMod val="75000"/>
                  </a:schemeClr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3200" dirty="0" err="1">
                <a:solidFill>
                  <a:schemeClr val="accent6">
                    <a:lumMod val="75000"/>
                  </a:schemeClr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댄스</a:t>
            </a:r>
            <a:r>
              <a:rPr lang="ko-KR" altLang="en-US" sz="3200" dirty="0">
                <a:solidFill>
                  <a:schemeClr val="accent6">
                    <a:lumMod val="75000"/>
                  </a:schemeClr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3200" dirty="0" err="1">
                <a:solidFill>
                  <a:schemeClr val="accent6">
                    <a:lumMod val="75000"/>
                  </a:schemeClr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댄스</a:t>
            </a:r>
            <a:r>
              <a:rPr lang="en-US" altLang="ko-KR" sz="3200" dirty="0">
                <a:solidFill>
                  <a:schemeClr val="accent6">
                    <a:lumMod val="75000"/>
                  </a:schemeClr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)</a:t>
            </a:r>
            <a:endParaRPr kumimoji="0" lang="ko-KR" altLang="en-US" sz="32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887367902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BF7D1-D70D-CF37-48F3-3A812BFD0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947AFF-2615-8F6E-1DA0-C7E333C239E7}"/>
              </a:ext>
            </a:extLst>
          </p:cNvPr>
          <p:cNvSpPr txBox="1"/>
          <p:nvPr/>
        </p:nvSpPr>
        <p:spPr>
          <a:xfrm>
            <a:off x="1342713" y="988108"/>
            <a:ext cx="6310377" cy="230832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뛰어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뛰어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주께로 뛰어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뛰어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뛰어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!</a:t>
            </a:r>
          </a:p>
          <a:p>
            <a:pPr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뛰어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뛰어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주께로 뛰어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뛰어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뛰어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!</a:t>
            </a:r>
          </a:p>
          <a:p>
            <a:pPr algn="ctr" defTabSz="914400">
              <a:lnSpc>
                <a:spcPct val="150000"/>
              </a:lnSpc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 향한 우리의 마음이 온몸이 뛰어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290960849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2FB70-6CE8-0DC5-893E-02A4B460F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90064A-BC47-81B3-B66B-528D5030B0B1}"/>
              </a:ext>
            </a:extLst>
          </p:cNvPr>
          <p:cNvSpPr txBox="1"/>
          <p:nvPr/>
        </p:nvSpPr>
        <p:spPr>
          <a:xfrm>
            <a:off x="2873583" y="988108"/>
            <a:ext cx="3248642" cy="230832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주께서 지으신 자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algn="ctr" defTabSz="914400">
              <a:lnSpc>
                <a:spcPct val="150000"/>
              </a:lnSpc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바로바로 그건 나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algn="ctr" defTabSz="914400">
              <a:lnSpc>
                <a:spcPct val="150000"/>
              </a:lnSpc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바로바로 그건 나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929724337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E2AC0-AFF8-FD18-DACF-5D4AF93D9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A0B0EE-75BF-DD39-BB33-CECC6C1C6DEC}"/>
              </a:ext>
            </a:extLst>
          </p:cNvPr>
          <p:cNvSpPr txBox="1"/>
          <p:nvPr/>
        </p:nvSpPr>
        <p:spPr>
          <a:xfrm>
            <a:off x="2657980" y="988108"/>
            <a:ext cx="3679850" cy="230832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주님께서 만드신 자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algn="ctr" defTabSz="914400">
              <a:lnSpc>
                <a:spcPct val="150000"/>
              </a:lnSpc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바로바로 그건 너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algn="ctr" defTabSz="914400">
              <a:lnSpc>
                <a:spcPct val="150000"/>
              </a:lnSpc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바로바로 그건 너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498755671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FC1C5-AA9A-E5F9-F0B0-88F4323F6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BE67D5-296B-6663-9D73-AA4D7EF700FD}"/>
              </a:ext>
            </a:extLst>
          </p:cNvPr>
          <p:cNvSpPr txBox="1"/>
          <p:nvPr/>
        </p:nvSpPr>
        <p:spPr>
          <a:xfrm>
            <a:off x="2005557" y="618776"/>
            <a:ext cx="4984694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나는 주의 것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주께서 지으신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나는 주의 것 주님의 사람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나는 주의 것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주께서 지으신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나는 주의 것 주님의 사람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553485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22845-F5C4-21D4-6C40-AB3EA88AE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A16C4C-A896-D16A-AEFC-81952214FACD}"/>
              </a:ext>
            </a:extLst>
          </p:cNvPr>
          <p:cNvSpPr txBox="1"/>
          <p:nvPr/>
        </p:nvSpPr>
        <p:spPr>
          <a:xfrm>
            <a:off x="1045359" y="618776"/>
            <a:ext cx="6905091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주님께로 뛰어 주께로 뛰어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뛰어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뛰어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!</a:t>
            </a:r>
          </a:p>
          <a:p>
            <a:pPr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뛰어 주께로 뛰어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뛰어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뛰어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!</a:t>
            </a:r>
          </a:p>
          <a:p>
            <a:pPr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 향한 우리의 마음이 온몸이 뛰어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주님께로 </a:t>
            </a:r>
            <a:r>
              <a:rPr lang="en-US" altLang="ko-KR" sz="3200" dirty="0">
                <a:solidFill>
                  <a:schemeClr val="accent6">
                    <a:lumMod val="75000"/>
                  </a:schemeClr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(</a:t>
            </a:r>
            <a:r>
              <a:rPr lang="ko-KR" altLang="en-US" sz="3200" dirty="0">
                <a:solidFill>
                  <a:schemeClr val="accent6">
                    <a:lumMod val="75000"/>
                  </a:schemeClr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댄스 </a:t>
            </a:r>
            <a:r>
              <a:rPr lang="ko-KR" altLang="en-US" sz="3200" dirty="0" err="1">
                <a:solidFill>
                  <a:schemeClr val="accent6">
                    <a:lumMod val="75000"/>
                  </a:schemeClr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댄스</a:t>
            </a:r>
            <a:r>
              <a:rPr lang="ko-KR" altLang="en-US" sz="3200" dirty="0">
                <a:solidFill>
                  <a:schemeClr val="accent6">
                    <a:lumMod val="75000"/>
                  </a:schemeClr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3200" dirty="0" err="1">
                <a:solidFill>
                  <a:schemeClr val="accent6">
                    <a:lumMod val="75000"/>
                  </a:schemeClr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댄스</a:t>
            </a:r>
            <a:r>
              <a:rPr lang="ko-KR" altLang="en-US" sz="3200" dirty="0">
                <a:solidFill>
                  <a:schemeClr val="accent6">
                    <a:lumMod val="75000"/>
                  </a:schemeClr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3200" dirty="0" err="1">
                <a:solidFill>
                  <a:schemeClr val="accent6">
                    <a:lumMod val="75000"/>
                  </a:schemeClr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댄스</a:t>
            </a:r>
            <a:r>
              <a:rPr lang="en-US" altLang="ko-KR" sz="3200" dirty="0">
                <a:solidFill>
                  <a:schemeClr val="accent6">
                    <a:lumMod val="75000"/>
                  </a:schemeClr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)</a:t>
            </a:r>
            <a:endParaRPr lang="ko-KR" altLang="en-US" sz="3200" dirty="0">
              <a:solidFill>
                <a:schemeClr val="accent6">
                  <a:lumMod val="75000"/>
                </a:schemeClr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0134507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E01B3-A868-69D4-ECF7-49754A4F8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6C9019-9CE0-493A-C412-A085C05FC312}"/>
              </a:ext>
            </a:extLst>
          </p:cNvPr>
          <p:cNvSpPr txBox="1"/>
          <p:nvPr/>
        </p:nvSpPr>
        <p:spPr>
          <a:xfrm>
            <a:off x="1342713" y="988108"/>
            <a:ext cx="6310377" cy="230832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뛰어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뛰어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주께로 뛰어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뛰어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뛰어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!</a:t>
            </a:r>
          </a:p>
          <a:p>
            <a:pPr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뛰어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뛰어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주께로 뛰어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뛰어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뛰어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!</a:t>
            </a:r>
          </a:p>
          <a:p>
            <a:pPr algn="ctr" defTabSz="914400">
              <a:lnSpc>
                <a:spcPct val="150000"/>
              </a:lnSpc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 향한 우리의 마음이 온몸이 뛰어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266627664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21DA2-F0BF-6621-C10B-7B5D54C07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EF2F24-146E-F717-19CB-77AD4D08A6EF}"/>
              </a:ext>
            </a:extLst>
          </p:cNvPr>
          <p:cNvSpPr txBox="1"/>
          <p:nvPr/>
        </p:nvSpPr>
        <p:spPr>
          <a:xfrm>
            <a:off x="4511436" y="2279364"/>
            <a:ext cx="2785374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나의 왕 앞에서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5" name="TextBox 4">
            <a:hlinkClick r:id="rId2" action="ppaction://hlinksldjump"/>
            <a:extLst>
              <a:ext uri="{FF2B5EF4-FFF2-40B4-BE49-F238E27FC236}">
                <a16:creationId xmlns:a16="http://schemas.microsoft.com/office/drawing/2014/main" id="{46F87652-2970-DA3A-FC88-7FA91A6FADC4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79514580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688AB-6D20-25DA-C6F7-3723DF536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C9DE59-4062-ADB4-F5C1-3530A757118F}"/>
              </a:ext>
            </a:extLst>
          </p:cNvPr>
          <p:cNvSpPr txBox="1"/>
          <p:nvPr/>
        </p:nvSpPr>
        <p:spPr>
          <a:xfrm>
            <a:off x="1290175" y="1627595"/>
            <a:ext cx="6563652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나의 왕 앞에서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노래하며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춤을춰</a:t>
            </a:r>
            <a:endParaRPr lang="ko-KR" altLang="en-US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아무것도 내 열정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막을 수 없으리 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x2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450648533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86B5F-C864-19C3-7182-F547C0BB0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167491-DD25-3E0F-CF71-E0D01F2C50FA}"/>
              </a:ext>
            </a:extLst>
          </p:cNvPr>
          <p:cNvSpPr txBox="1"/>
          <p:nvPr/>
        </p:nvSpPr>
        <p:spPr>
          <a:xfrm>
            <a:off x="1932178" y="1627595"/>
            <a:ext cx="5279646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나는야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다윗처럼 춤을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출꺼야</a:t>
            </a:r>
            <a:endParaRPr lang="ko-KR" altLang="en-US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사람들이 비웃어도 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x2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039167771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D6766-C416-FA10-D81F-44E760EAF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4E8B9B-A2F6-8027-CAE8-1552ADD20CF4}"/>
              </a:ext>
            </a:extLst>
          </p:cNvPr>
          <p:cNvSpPr txBox="1"/>
          <p:nvPr/>
        </p:nvSpPr>
        <p:spPr>
          <a:xfrm>
            <a:off x="2437129" y="1996926"/>
            <a:ext cx="4269755" cy="830993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나나나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나나나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헤이 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x2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358729948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138C4-56E9-0AB6-CF7D-1D7EFF206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D483A4E-E967-D0D2-1BC6-7FFE5C2835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47295" cy="49240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D198176-1C78-76E6-C87F-694E7E8AF121}"/>
              </a:ext>
            </a:extLst>
          </p:cNvPr>
          <p:cNvSpPr txBox="1"/>
          <p:nvPr/>
        </p:nvSpPr>
        <p:spPr>
          <a:xfrm>
            <a:off x="4374380" y="2033143"/>
            <a:ext cx="3059488" cy="107721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나 주님의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기쁨되기 원하네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3" name="TextBox 2">
            <a:hlinkClick r:id="rId3" action="ppaction://hlinksldjump"/>
            <a:extLst>
              <a:ext uri="{FF2B5EF4-FFF2-40B4-BE49-F238E27FC236}">
                <a16:creationId xmlns:a16="http://schemas.microsoft.com/office/drawing/2014/main" id="{8C9A07F9-54A4-F08B-2917-8063B4C30B03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584177900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B50D2-B932-9149-3DDE-B2F90F4DC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59F7CE0-2E52-2A6B-1574-E43CB59FE9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60DB212-F567-5C44-D84F-C7B719A520F3}"/>
              </a:ext>
            </a:extLst>
          </p:cNvPr>
          <p:cNvSpPr txBox="1"/>
          <p:nvPr/>
        </p:nvSpPr>
        <p:spPr>
          <a:xfrm>
            <a:off x="1984695" y="835129"/>
            <a:ext cx="5026373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 주님의 기쁨 되기 원하네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내 마음을 새롭게 하소서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새 부대가 되게 하여 주사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주님의 빛 비추게 하소서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99028361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87F78-5944-23D5-5816-0DC923B7C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0DC7E71-6FD4-0ACF-7E91-DF26248BF6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5A92B71-ACD9-C426-7BF4-DC051FEED519}"/>
              </a:ext>
            </a:extLst>
          </p:cNvPr>
          <p:cNvSpPr txBox="1"/>
          <p:nvPr/>
        </p:nvSpPr>
        <p:spPr>
          <a:xfrm>
            <a:off x="2463192" y="835129"/>
            <a:ext cx="4069379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내가 원하는 한 가지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주님의 기쁨이 되는 것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내가 원하는 한 가지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주님의 기쁨이 되는 것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403350964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34AD4-541B-4B36-D610-450520D55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160FA32-F38B-1F31-14A5-EE27F320F1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B38D7D5-B346-61E2-8AF3-BBEEE97EF776}"/>
              </a:ext>
            </a:extLst>
          </p:cNvPr>
          <p:cNvSpPr txBox="1"/>
          <p:nvPr/>
        </p:nvSpPr>
        <p:spPr>
          <a:xfrm>
            <a:off x="2063242" y="835129"/>
            <a:ext cx="4869278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겸손히 내 마음을 드립니다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나의 모든 것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받으소서</a:t>
            </a:r>
            <a:endParaRPr lang="ko-KR" altLang="en-US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나의 맘 깨끗케 씻어 주사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주의 길로 행하게 하소서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790233993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86E9C-27F9-22E6-3031-3867FB414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61458CD-9D1C-8E52-378D-07C093D8DB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DBF89DE-191B-3699-E5A8-65830F8324C6}"/>
              </a:ext>
            </a:extLst>
          </p:cNvPr>
          <p:cNvSpPr txBox="1"/>
          <p:nvPr/>
        </p:nvSpPr>
        <p:spPr>
          <a:xfrm>
            <a:off x="2463192" y="835129"/>
            <a:ext cx="4069379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내가 원하는 한 가지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주님의 기쁨이 되는 것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내가 원하는 한 가지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주님의 기쁨이 되는 것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559855624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DBF48-ED82-A9AF-B5BE-97FF31383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4E15C81-03BA-6C77-FF2E-658ADEF573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47295" cy="49240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7A23B9-2511-8071-39A5-6B5A7FF5893D}"/>
              </a:ext>
            </a:extLst>
          </p:cNvPr>
          <p:cNvSpPr txBox="1"/>
          <p:nvPr/>
        </p:nvSpPr>
        <p:spPr>
          <a:xfrm>
            <a:off x="4222095" y="2279364"/>
            <a:ext cx="3364058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내 모든 삶의 행동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5" name="TextBox 4">
            <a:hlinkClick r:id="rId4" action="ppaction://hlinksldjump"/>
            <a:extLst>
              <a:ext uri="{FF2B5EF4-FFF2-40B4-BE49-F238E27FC236}">
                <a16:creationId xmlns:a16="http://schemas.microsoft.com/office/drawing/2014/main" id="{922FBB51-2F80-32CE-780D-37C4799C57BE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71590391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12F82-300E-0D8E-649A-276E80F82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DA50E2F3-28CF-F4A3-F7CD-A5C244C61F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ECB19A6-7D40-C88C-CC6F-F911C6ECE713}"/>
              </a:ext>
            </a:extLst>
          </p:cNvPr>
          <p:cNvSpPr txBox="1"/>
          <p:nvPr/>
        </p:nvSpPr>
        <p:spPr>
          <a:xfrm>
            <a:off x="2153025" y="918826"/>
            <a:ext cx="4689742" cy="230832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내 모든 삶의 행동 주 안에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주님 안에 있네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나의 숨쉬는 순간들도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643372618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37497-2004-98A3-CDB0-E7C54C038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D9DA6038-62CD-9BC1-839E-13BBA67E7A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E05D85C-786D-0674-70F9-78DD43498F26}"/>
              </a:ext>
            </a:extLst>
          </p:cNvPr>
          <p:cNvSpPr txBox="1"/>
          <p:nvPr/>
        </p:nvSpPr>
        <p:spPr>
          <a:xfrm>
            <a:off x="2153025" y="918826"/>
            <a:ext cx="4689742" cy="230832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내 모든 삶의 걸음 주안에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내 길도 주 안에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나의 숨쉬는 순간들도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730897464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96C4F-EAC3-9825-42B9-14D44D79B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4CA33888-6C60-0951-AD56-30C69ADD2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EAE5328-8297-746A-3487-1D1C696515A2}"/>
              </a:ext>
            </a:extLst>
          </p:cNvPr>
          <p:cNvSpPr txBox="1"/>
          <p:nvPr/>
        </p:nvSpPr>
        <p:spPr>
          <a:xfrm>
            <a:off x="2683620" y="1288158"/>
            <a:ext cx="3628553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라라라라라라</a:t>
            </a:r>
            <a:endParaRPr lang="ko-KR" altLang="en-US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라라라라라라라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x2</a:t>
            </a:r>
            <a:endParaRPr lang="ko-KR" altLang="en-US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7917506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139F5-24F2-3866-2347-4BC000E16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19235A19-B7E3-6AFA-EF41-FD260E583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EF007A5-5E75-69AC-3003-51F3984EA9B8}"/>
              </a:ext>
            </a:extLst>
          </p:cNvPr>
          <p:cNvSpPr txBox="1"/>
          <p:nvPr/>
        </p:nvSpPr>
        <p:spPr>
          <a:xfrm>
            <a:off x="1837234" y="549494"/>
            <a:ext cx="5321325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자비와 은혜의 물결 어디서나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 얼굴 보네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 사랑 날 붙드네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오 놀라운 주님의 사랑</a:t>
            </a:r>
          </a:p>
        </p:txBody>
      </p:sp>
    </p:spTree>
    <p:extLst>
      <p:ext uri="{BB962C8B-B14F-4D97-AF65-F5344CB8AC3E}">
        <p14:creationId xmlns:p14="http://schemas.microsoft.com/office/powerpoint/2010/main" val="3660514055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5CB5F-029F-5936-857A-1FAB205F5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45F203-8799-B481-5064-17D9D4D67D12}"/>
              </a:ext>
            </a:extLst>
          </p:cNvPr>
          <p:cNvSpPr txBox="1"/>
          <p:nvPr/>
        </p:nvSpPr>
        <p:spPr>
          <a:xfrm>
            <a:off x="3664247" y="2279364"/>
            <a:ext cx="4479748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친구야 나는 너를 사랑해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3" name="TextBox 2">
            <a:hlinkClick r:id="rId2" action="ppaction://hlinksldjump"/>
            <a:extLst>
              <a:ext uri="{FF2B5EF4-FFF2-40B4-BE49-F238E27FC236}">
                <a16:creationId xmlns:a16="http://schemas.microsoft.com/office/drawing/2014/main" id="{2850F3E2-4EFE-2D30-5033-A218C3144D6F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070556203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23A0E-577E-0B3E-EC17-E0F6830BC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235FD8-A341-9F4E-3C07-2AE0E728FEF1}"/>
              </a:ext>
            </a:extLst>
          </p:cNvPr>
          <p:cNvSpPr txBox="1"/>
          <p:nvPr/>
        </p:nvSpPr>
        <p:spPr>
          <a:xfrm>
            <a:off x="1816379" y="1048258"/>
            <a:ext cx="5363003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친구야 나는 너를 사랑해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친구야 나는 너를 사랑해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사랑해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사랑해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사랑해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사랑해</a:t>
            </a:r>
            <a:endParaRPr lang="ko-KR" altLang="en-US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나는 너를 사랑해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510667027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A8861-35DD-CC2C-59C0-8646C69D2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75EF1F-9F6C-DB3A-B762-2C66F02049DB}"/>
              </a:ext>
            </a:extLst>
          </p:cNvPr>
          <p:cNvSpPr txBox="1"/>
          <p:nvPr/>
        </p:nvSpPr>
        <p:spPr>
          <a:xfrm>
            <a:off x="1858057" y="1048258"/>
            <a:ext cx="5279646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친구야 나는 너를 좋아해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친구야 나는 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너를 좋아해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좋아해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좋아해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좋아해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좋아해</a:t>
            </a:r>
            <a:endParaRPr lang="ko-KR" altLang="en-US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나는 너를 좋아해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737973823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27E1A-5199-3068-3684-F2B04AFB6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813A671-A192-2734-7187-1424C7FA6B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47295" cy="49240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FF2E9D3-1968-E848-F367-05DE71FC3F31}"/>
              </a:ext>
            </a:extLst>
          </p:cNvPr>
          <p:cNvSpPr txBox="1"/>
          <p:nvPr/>
        </p:nvSpPr>
        <p:spPr>
          <a:xfrm>
            <a:off x="4521855" y="2279364"/>
            <a:ext cx="2764535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그 사랑 얼마나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3" name="TextBox 2">
            <a:hlinkClick r:id="rId3" action="ppaction://hlinksldjump"/>
            <a:extLst>
              <a:ext uri="{FF2B5EF4-FFF2-40B4-BE49-F238E27FC236}">
                <a16:creationId xmlns:a16="http://schemas.microsoft.com/office/drawing/2014/main" id="{5A865AB7-B1A6-92B4-C6F4-6E11B9D9980C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097251805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63AFC-C4C5-E9E3-700D-7878A52BE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AD5DC53-623E-A192-6416-91E2FE39F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D93E3AA-C6DC-A537-A7A1-4D4534DEE8A1}"/>
              </a:ext>
            </a:extLst>
          </p:cNvPr>
          <p:cNvSpPr txBox="1"/>
          <p:nvPr/>
        </p:nvSpPr>
        <p:spPr>
          <a:xfrm>
            <a:off x="1721802" y="1048258"/>
            <a:ext cx="5552158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다 표현 못 해도 나 표현하리라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다 고백 못 해도 나 고백하리라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다 알 수 없어도 나 알아가리라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다 닮지 못 해도 나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닮아가리라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877363181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5EFCD-89B4-2653-12B5-27B05F8B2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2B33B07-256E-2818-3CD8-4C9083294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FC0BDD-AF6A-B8A7-DFC0-0D80BB2A4621}"/>
              </a:ext>
            </a:extLst>
          </p:cNvPr>
          <p:cNvSpPr txBox="1"/>
          <p:nvPr/>
        </p:nvSpPr>
        <p:spPr>
          <a:xfrm>
            <a:off x="1116669" y="1048258"/>
            <a:ext cx="6762425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그 사랑 얼마나 아름다운지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그 사랑 얼마나 날 부요케 하는지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그 사랑 얼마나 크고 놀라운지를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그 사랑 얼마나 나를 감격하게 하는지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96268926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272AD-A96A-06D8-0002-57151CECC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8AF244-C909-390C-1C0A-679449EDDA72}"/>
              </a:ext>
            </a:extLst>
          </p:cNvPr>
          <p:cNvSpPr txBox="1"/>
          <p:nvPr/>
        </p:nvSpPr>
        <p:spPr>
          <a:xfrm>
            <a:off x="4737456" y="2279364"/>
            <a:ext cx="2333328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멈출 수 없네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3" name="TextBox 2">
            <a:hlinkClick r:id="rId3" action="ppaction://hlinksldjump"/>
            <a:extLst>
              <a:ext uri="{FF2B5EF4-FFF2-40B4-BE49-F238E27FC236}">
                <a16:creationId xmlns:a16="http://schemas.microsoft.com/office/drawing/2014/main" id="{AF27D2D3-5194-CA03-6EA8-9EA0D054DF8A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849355002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38E7A-972E-BF2D-17C6-A770D2C43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AA3608-E097-9B58-C9A3-F2E0F0278ADC}"/>
              </a:ext>
            </a:extLst>
          </p:cNvPr>
          <p:cNvSpPr txBox="1"/>
          <p:nvPr/>
        </p:nvSpPr>
        <p:spPr>
          <a:xfrm>
            <a:off x="2726096" y="988108"/>
            <a:ext cx="3543595" cy="230832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 날 구원했으니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어찌 잠잠하리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기쁨의 찬송 드리리</a:t>
            </a:r>
          </a:p>
        </p:txBody>
      </p:sp>
    </p:spTree>
    <p:extLst>
      <p:ext uri="{BB962C8B-B14F-4D97-AF65-F5344CB8AC3E}">
        <p14:creationId xmlns:p14="http://schemas.microsoft.com/office/powerpoint/2010/main" val="4022918347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FA64F-9BE7-1F8A-6962-FE8BF60A7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07D65D-5524-E9C6-E580-B654530DA404}"/>
              </a:ext>
            </a:extLst>
          </p:cNvPr>
          <p:cNvSpPr txBox="1"/>
          <p:nvPr/>
        </p:nvSpPr>
        <p:spPr>
          <a:xfrm>
            <a:off x="2715676" y="988108"/>
            <a:ext cx="3564433" cy="230832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 내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죄사했으니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어찌 잠잠하리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기쁨의 경배 드리리</a:t>
            </a:r>
          </a:p>
        </p:txBody>
      </p:sp>
    </p:spTree>
    <p:extLst>
      <p:ext uri="{BB962C8B-B14F-4D97-AF65-F5344CB8AC3E}">
        <p14:creationId xmlns:p14="http://schemas.microsoft.com/office/powerpoint/2010/main" val="1980438935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06C7B-DFD2-9A41-0616-B4FA2E390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664D33-D042-E024-3D15-40A0EB858C39}"/>
              </a:ext>
            </a:extLst>
          </p:cNvPr>
          <p:cNvSpPr txBox="1"/>
          <p:nvPr/>
        </p:nvSpPr>
        <p:spPr>
          <a:xfrm>
            <a:off x="1821200" y="1357440"/>
            <a:ext cx="5353386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주를 향한 나의 사랑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멈출 수 없네 멈출 수 없네 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x2</a:t>
            </a:r>
            <a:endParaRPr lang="ko-KR" altLang="en-US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1707155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C6051-B4AE-514B-B90C-1B6FE8BEC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B87CB5-B40A-E665-5E01-44E8A82DABDB}"/>
              </a:ext>
            </a:extLst>
          </p:cNvPr>
          <p:cNvSpPr txBox="1"/>
          <p:nvPr/>
        </p:nvSpPr>
        <p:spPr>
          <a:xfrm>
            <a:off x="2347787" y="618776"/>
            <a:ext cx="4300211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 기쁨의 춤추리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내 모든 슬픔 바꾸셨네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 기쁨의 춤추리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내 모든 삶 주 안에 있네</a:t>
            </a:r>
          </a:p>
        </p:txBody>
      </p:sp>
    </p:spTree>
    <p:extLst>
      <p:ext uri="{BB962C8B-B14F-4D97-AF65-F5344CB8AC3E}">
        <p14:creationId xmlns:p14="http://schemas.microsoft.com/office/powerpoint/2010/main" val="2051178264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22DCA-B0DB-723C-C564-26EDBCF56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91F7D29-B4D7-F211-7007-F6A8BFD33D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47295" cy="49240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E73C3BB-6686-C88D-857E-75C3EEF0E741}"/>
              </a:ext>
            </a:extLst>
          </p:cNvPr>
          <p:cNvSpPr txBox="1"/>
          <p:nvPr/>
        </p:nvSpPr>
        <p:spPr>
          <a:xfrm>
            <a:off x="3985655" y="2279364"/>
            <a:ext cx="3836944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내 안에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가장 귀한 것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5" name="TextBox 4">
            <a:hlinkClick r:id="rId4" action="ppaction://hlinksldjump"/>
            <a:extLst>
              <a:ext uri="{FF2B5EF4-FFF2-40B4-BE49-F238E27FC236}">
                <a16:creationId xmlns:a16="http://schemas.microsoft.com/office/drawing/2014/main" id="{D3B05D76-8D67-B5E8-8808-AA4B112C8E13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28168447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CB51F-3174-6B99-4C56-0898954E2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4C2A0A6B-4CCD-D80E-8A4D-24F12D4F68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AA94A49-B004-094E-C389-9F32AEDFA63A}"/>
              </a:ext>
            </a:extLst>
          </p:cNvPr>
          <p:cNvSpPr txBox="1"/>
          <p:nvPr/>
        </p:nvSpPr>
        <p:spPr>
          <a:xfrm>
            <a:off x="2579427" y="549494"/>
            <a:ext cx="3836944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내 안에 가장 귀한 것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예수를 앎이라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금 은보다 더 귀한 것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예수를 앎이라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483042384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AFC11-1CC5-DB89-F0F2-B1FC88271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555654C1-3A28-B7A6-86CB-191D974D1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7D8C9FA-ED60-EDE2-F892-2ADE92C4EEF9}"/>
              </a:ext>
            </a:extLst>
          </p:cNvPr>
          <p:cNvSpPr txBox="1"/>
          <p:nvPr/>
        </p:nvSpPr>
        <p:spPr>
          <a:xfrm>
            <a:off x="2442372" y="549494"/>
            <a:ext cx="4111058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세상 지식보다 귀한 것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예수를 앎이라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내 안에 가장 귀한 것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예수를 앎이라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599046875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40363-84D9-161D-F4AE-B3A86E9B5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82A4614B-768E-2A9C-F2EC-195BEE02F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16C75E-1A41-741D-4FA6-46D8EF648A3A}"/>
              </a:ext>
            </a:extLst>
          </p:cNvPr>
          <p:cNvSpPr txBox="1"/>
          <p:nvPr/>
        </p:nvSpPr>
        <p:spPr>
          <a:xfrm>
            <a:off x="3136476" y="549494"/>
            <a:ext cx="2722857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예수의 이름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존귀한 그 이름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예수의 이름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능력의 그 이름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35826222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8657C-9365-7E00-3A7C-1454FF216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028CF2E-D56B-3C72-F5C9-AEBA3DC555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47295" cy="49240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F109B1-A410-D033-886B-438261ACBB28}"/>
              </a:ext>
            </a:extLst>
          </p:cNvPr>
          <p:cNvSpPr txBox="1"/>
          <p:nvPr/>
        </p:nvSpPr>
        <p:spPr>
          <a:xfrm>
            <a:off x="4784750" y="2279364"/>
            <a:ext cx="2238750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주님께 감사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3" name="TextBox 2">
            <a:hlinkClick r:id="rId3" action="ppaction://hlinksldjump"/>
            <a:extLst>
              <a:ext uri="{FF2B5EF4-FFF2-40B4-BE49-F238E27FC236}">
                <a16:creationId xmlns:a16="http://schemas.microsoft.com/office/drawing/2014/main" id="{AC7A6D43-A201-4241-053E-44E988AF05B2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904462064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FD498-D279-5652-610D-0D010A8BE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C37BABC-4D1F-E6FE-388D-00E2B8CBAE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6F8F96-6ACA-8E31-20B8-56DB00C7479A}"/>
              </a:ext>
            </a:extLst>
          </p:cNvPr>
          <p:cNvSpPr txBox="1"/>
          <p:nvPr/>
        </p:nvSpPr>
        <p:spPr>
          <a:xfrm>
            <a:off x="1734631" y="835128"/>
            <a:ext cx="5526509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하나님 감사해요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주님의 사랑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또 주님이 주신 이 모든 것을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하나님 기르시고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또 입히시고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돌보아 주신 것 감사해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6412592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C6865-55FC-B372-9C7B-FE71819ED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EEF90D0-BE33-C0DE-3978-625E36301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DABEBB9-AFD4-A887-E1CC-4FC25728D8BA}"/>
              </a:ext>
            </a:extLst>
          </p:cNvPr>
          <p:cNvSpPr txBox="1"/>
          <p:nvPr/>
        </p:nvSpPr>
        <p:spPr>
          <a:xfrm>
            <a:off x="2213928" y="835128"/>
            <a:ext cx="4567913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맑은 하늘도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울창한 숲도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논밭에 황금색 곡식들도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햇빛주시고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단비 내리신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그 크신 사랑 감사 찬양 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567285209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99508-1004-1895-F887-9C07225DF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8DDCBBD-5D5A-C045-70A1-B7A802CD5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B009F3-E9BE-DC0C-5F92-77033349E3C0}"/>
              </a:ext>
            </a:extLst>
          </p:cNvPr>
          <p:cNvSpPr txBox="1"/>
          <p:nvPr/>
        </p:nvSpPr>
        <p:spPr>
          <a:xfrm>
            <a:off x="1734631" y="465796"/>
            <a:ext cx="5526509" cy="3785648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하나님 감사해요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주님의 사랑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주님이 주신 이 모든 것을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하나님 기르시고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또 입히시고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돌보아 주신 것 감사해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인도해 주신 은혜 감사해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696916720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5D71B-7733-CF2C-7236-93963969A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9DCA65C-04F2-3C2D-F11A-0B7CCA0A8EA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47295" cy="49240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2D1B8C7-B5AF-620F-AC29-F6F6E7BB9977}"/>
              </a:ext>
            </a:extLst>
          </p:cNvPr>
          <p:cNvSpPr txBox="1"/>
          <p:nvPr/>
        </p:nvSpPr>
        <p:spPr>
          <a:xfrm>
            <a:off x="4774327" y="2279364"/>
            <a:ext cx="2259589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왕이</a:t>
            </a:r>
            <a:r>
              <a:rPr kumimoji="0" lang="en-US" altLang="ko-K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나셨다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5" name="TextBox 4">
            <a:hlinkClick r:id="rId4" action="ppaction://hlinksldjump"/>
            <a:extLst>
              <a:ext uri="{FF2B5EF4-FFF2-40B4-BE49-F238E27FC236}">
                <a16:creationId xmlns:a16="http://schemas.microsoft.com/office/drawing/2014/main" id="{FFDC8E2C-502E-0E9F-7414-57150D268D6F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143671574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78CB9-1C46-1E7F-1487-D73B8580C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9410CD0A-AB7B-6749-79BD-96DD04F24D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19D7210-FE3B-A5AA-BC2B-656A22FF6306}"/>
              </a:ext>
            </a:extLst>
          </p:cNvPr>
          <p:cNvSpPr txBox="1"/>
          <p:nvPr/>
        </p:nvSpPr>
        <p:spPr>
          <a:xfrm>
            <a:off x="2052840" y="618776"/>
            <a:ext cx="4890117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거룩한 밤 하늘에 큰 별이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양 떼를 지키던 목자들에게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큰 기쁨의 소식을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전했네 온 세상 알도록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025739001"/>
      </p:ext>
    </p:extLst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D9859-5BD1-0B7A-4169-22C111799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0B87A5EE-84EC-0D9E-044F-535B7B58AA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4C0EAFF-FD11-9FAC-1B60-F4485D1F53A3}"/>
              </a:ext>
            </a:extLst>
          </p:cNvPr>
          <p:cNvSpPr txBox="1"/>
          <p:nvPr/>
        </p:nvSpPr>
        <p:spPr>
          <a:xfrm>
            <a:off x="2315732" y="618776"/>
            <a:ext cx="4364332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작은 마을 베들레헴에서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아기 예수님 탄생했으니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가장 큰 왕이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나셨다네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예수는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만왕의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왕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75845540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24FA2-EAE7-9E3D-286C-81BDB0936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BB90FB0B-DDCE-7CDC-6F27-5DECA6897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20EE52-1C0E-0B1E-985D-E38BD774038E}"/>
              </a:ext>
            </a:extLst>
          </p:cNvPr>
          <p:cNvSpPr txBox="1"/>
          <p:nvPr/>
        </p:nvSpPr>
        <p:spPr>
          <a:xfrm>
            <a:off x="2557785" y="618776"/>
            <a:ext cx="3880224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왕이 나셨다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이 땅을 구원하실 왕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만백성들아 기뻐하라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우리의 왕이 나셨다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12038980"/>
      </p:ext>
    </p:extLst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296E3-0AC0-BA1F-BA4D-A5014D511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509A1DF9-F743-8596-D263-278BF8B01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C685C59-CDFE-DEE6-D9F2-59D14B6274CE}"/>
              </a:ext>
            </a:extLst>
          </p:cNvPr>
          <p:cNvSpPr txBox="1"/>
          <p:nvPr/>
        </p:nvSpPr>
        <p:spPr>
          <a:xfrm>
            <a:off x="2258024" y="618776"/>
            <a:ext cx="4479747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그의 강한 능력의 손길이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병든자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가난한 자들에게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구원의 소망을 주시네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그 분은 영광의 왕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547771107"/>
      </p:ext>
    </p:extLst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C2894-6500-2606-C031-4530C4357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915E0106-91CE-95CE-B902-15403F539E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80B6370-5041-2B16-8200-FD56B76566EF}"/>
              </a:ext>
            </a:extLst>
          </p:cNvPr>
          <p:cNvSpPr txBox="1"/>
          <p:nvPr/>
        </p:nvSpPr>
        <p:spPr>
          <a:xfrm>
            <a:off x="2557785" y="618776"/>
            <a:ext cx="3880224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왕이 나셨다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이 땅을 구원하실 왕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만백성들아 기뻐하라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우리의 왕이 나셨다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126360632"/>
      </p:ext>
    </p:extLst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CE83E-9CE5-E279-7686-05A880AEC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4FC1FD7F-A39C-D4E6-5731-4D0E1AB4B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4C0AFE7-0D1C-F046-9048-0D746BE01C61}"/>
              </a:ext>
            </a:extLst>
          </p:cNvPr>
          <p:cNvSpPr txBox="1"/>
          <p:nvPr/>
        </p:nvSpPr>
        <p:spPr>
          <a:xfrm>
            <a:off x="2278866" y="618776"/>
            <a:ext cx="4438069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온 세상 통치할 메시아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주께서 온 우주 다스리니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그 나라 영원하리라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왕께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경배하세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973193748"/>
      </p:ext>
    </p:extLst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EDED5-D74C-A8B4-3162-35134DBDF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0FB0F512-3944-1CF3-68FF-82360E1A5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4955AFE-3DB5-D546-748D-0052DF8383CE}"/>
              </a:ext>
            </a:extLst>
          </p:cNvPr>
          <p:cNvSpPr txBox="1"/>
          <p:nvPr/>
        </p:nvSpPr>
        <p:spPr>
          <a:xfrm>
            <a:off x="2557785" y="618776"/>
            <a:ext cx="3880224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왕이 나셨다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이 땅을 구원하실 왕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만백성들아 기뻐하라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우리의 왕이 나셨다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280110003"/>
      </p:ext>
    </p:extLst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B5030-8B0D-AF92-00D6-3128210D4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C2D4AE-AA68-35DE-A21D-0E57FF4118A2}"/>
              </a:ext>
            </a:extLst>
          </p:cNvPr>
          <p:cNvSpPr txBox="1"/>
          <p:nvPr/>
        </p:nvSpPr>
        <p:spPr>
          <a:xfrm>
            <a:off x="3974434" y="2279364"/>
            <a:ext cx="3859387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예수님이 말씀하시니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3" name="TextBox 2">
            <a:hlinkClick r:id="rId2" action="ppaction://hlinksldjump"/>
            <a:extLst>
              <a:ext uri="{FF2B5EF4-FFF2-40B4-BE49-F238E27FC236}">
                <a16:creationId xmlns:a16="http://schemas.microsoft.com/office/drawing/2014/main" id="{FA5E8F10-6B78-74BD-72FD-102461E54101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133018054"/>
      </p:ext>
    </p:extLst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5B86C-DA6F-875F-F158-7DAAA156F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6D6214-0C67-DC16-CB1D-9A62F614D437}"/>
              </a:ext>
            </a:extLst>
          </p:cNvPr>
          <p:cNvSpPr txBox="1"/>
          <p:nvPr/>
        </p:nvSpPr>
        <p:spPr>
          <a:xfrm>
            <a:off x="2268431" y="1573792"/>
            <a:ext cx="4458909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예수님이 말씀하시니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물이 변하여 포도주 됐네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84882029"/>
      </p:ext>
    </p:extLst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3850E-616B-45E4-5CE8-F21DF77AD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01CFBE-E724-AD54-CBBF-1B37FDE7B0B7}"/>
              </a:ext>
            </a:extLst>
          </p:cNvPr>
          <p:cNvSpPr txBox="1"/>
          <p:nvPr/>
        </p:nvSpPr>
        <p:spPr>
          <a:xfrm>
            <a:off x="2510485" y="835128"/>
            <a:ext cx="3974802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예수님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예수님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나에게도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말씀 하셔서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새롭게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새롭게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변화시켜주소서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1549042"/>
      </p:ext>
    </p:extLst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06D06-1DD5-149A-4E32-60C8E0BE3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7B9E8F-4CDF-A79B-5587-EE4CD3783D79}"/>
              </a:ext>
            </a:extLst>
          </p:cNvPr>
          <p:cNvSpPr txBox="1"/>
          <p:nvPr/>
        </p:nvSpPr>
        <p:spPr>
          <a:xfrm>
            <a:off x="2315720" y="1573792"/>
            <a:ext cx="4364331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예수님이 말씀하시니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바디매오가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눈을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떳다네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9437749"/>
      </p:ext>
    </p:extLst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A6F5F-F7A2-F081-27B6-480DD267F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3E13C5-9EB5-27C7-6AE8-B8C83A9EDF25}"/>
              </a:ext>
            </a:extLst>
          </p:cNvPr>
          <p:cNvSpPr txBox="1"/>
          <p:nvPr/>
        </p:nvSpPr>
        <p:spPr>
          <a:xfrm>
            <a:off x="2510485" y="835128"/>
            <a:ext cx="3974802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예수님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예수님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나에게도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말씀 하셔서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새롭게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새롭게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변화시켜주소서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7583026"/>
      </p:ext>
    </p:extLst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FC97C-A725-3472-81B5-3120956FD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B350F0-F9D3-711F-E55A-3B16D390E8CA}"/>
              </a:ext>
            </a:extLst>
          </p:cNvPr>
          <p:cNvSpPr txBox="1"/>
          <p:nvPr/>
        </p:nvSpPr>
        <p:spPr>
          <a:xfrm>
            <a:off x="2110536" y="1573792"/>
            <a:ext cx="4774701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예수님이 말씀하시니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죽은 나사로가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살아났다네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3899434"/>
      </p:ext>
    </p:extLst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420AA-4424-8CFD-C3F9-18E5AD3D6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B11DF4-AF31-4D81-2FEC-59E1A5965472}"/>
              </a:ext>
            </a:extLst>
          </p:cNvPr>
          <p:cNvSpPr txBox="1"/>
          <p:nvPr/>
        </p:nvSpPr>
        <p:spPr>
          <a:xfrm>
            <a:off x="2510485" y="835128"/>
            <a:ext cx="3974802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예수님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예수님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나에게도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말씀 하셔서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새롭게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새롭게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변화시켜주소서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0993667"/>
      </p:ext>
    </p:extLst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CF175-E142-AD7E-0052-D3C0E77F2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0E0C05-09D4-7B3C-B6EB-C3906C20427F}"/>
              </a:ext>
            </a:extLst>
          </p:cNvPr>
          <p:cNvSpPr txBox="1"/>
          <p:nvPr/>
        </p:nvSpPr>
        <p:spPr>
          <a:xfrm>
            <a:off x="2294881" y="1573792"/>
            <a:ext cx="4406010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예수님이 말씀하시니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거친 파도가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잔잔해졌네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5003373"/>
      </p:ext>
    </p:extLst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CDFA2-452E-F51A-5E05-68E5C249A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F55885-BE11-0FF0-A28F-C9034B2A55C9}"/>
              </a:ext>
            </a:extLst>
          </p:cNvPr>
          <p:cNvSpPr txBox="1"/>
          <p:nvPr/>
        </p:nvSpPr>
        <p:spPr>
          <a:xfrm>
            <a:off x="2510485" y="835128"/>
            <a:ext cx="3974802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예수님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예수님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나에게도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말씀 하셔서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새롭게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새롭게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변화시켜주소서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15314073"/>
      </p:ext>
    </p:extLst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44977-88B4-DAF9-99E3-A7C92A439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760E4FB-264E-F4D2-E08F-3351977783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447295" cy="49240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A24D57E-171E-13B5-BA61-6DE170B28B3C}"/>
              </a:ext>
            </a:extLst>
          </p:cNvPr>
          <p:cNvSpPr txBox="1"/>
          <p:nvPr/>
        </p:nvSpPr>
        <p:spPr>
          <a:xfrm>
            <a:off x="4179621" y="2279364"/>
            <a:ext cx="3449018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여호와께 돌아가자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3" name="TextBox 2">
            <a:hlinkClick r:id="rId3" action="ppaction://hlinksldjump"/>
            <a:extLst>
              <a:ext uri="{FF2B5EF4-FFF2-40B4-BE49-F238E27FC236}">
                <a16:creationId xmlns:a16="http://schemas.microsoft.com/office/drawing/2014/main" id="{AF33F7F0-8C23-90F1-FBCD-D46278F36FFE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666280906"/>
      </p:ext>
    </p:extLst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BD01B-CF05-82BD-1806-54BD66310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779E7DD-EF29-0A11-39C2-75ED06CD4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B5E09E1-4454-0EA5-A6BF-243DC1EDB0FC}"/>
              </a:ext>
            </a:extLst>
          </p:cNvPr>
          <p:cNvSpPr txBox="1"/>
          <p:nvPr/>
        </p:nvSpPr>
        <p:spPr>
          <a:xfrm>
            <a:off x="1527042" y="1573792"/>
            <a:ext cx="5941687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내 백성이 나를 떠나 돌아섰지만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내 사랑이 내 백성을 포기 못하니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9800788"/>
      </p:ext>
    </p:extLst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F869F-56AC-A395-0B40-FD5ED780D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C70E2EB-0DAC-14F1-D453-479EDCF673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3441404-680A-164E-C087-70AF6BB60349}"/>
              </a:ext>
            </a:extLst>
          </p:cNvPr>
          <p:cNvSpPr txBox="1"/>
          <p:nvPr/>
        </p:nvSpPr>
        <p:spPr>
          <a:xfrm>
            <a:off x="2678800" y="1573792"/>
            <a:ext cx="3638171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내 모든 것 내어주고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 그들을 얻으리라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1068409"/>
      </p:ext>
    </p:extLst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90368-04F8-07D7-54E9-6370BF270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A1DFABF-DEB1-50D2-1603-775F57E3C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F93B115-60D0-D1B2-DA05-69709D3C118A}"/>
              </a:ext>
            </a:extLst>
          </p:cNvPr>
          <p:cNvSpPr txBox="1"/>
          <p:nvPr/>
        </p:nvSpPr>
        <p:spPr>
          <a:xfrm>
            <a:off x="1584750" y="835128"/>
            <a:ext cx="5826271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여호와께 돌아가자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우린 돌아서도 그는 변치 않네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여호와께 돌아가자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우린 넘어져도 그 사랑 영원하네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71209054"/>
      </p:ext>
    </p:extLst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A2EEC-52DE-CD41-FA2A-EA8393CCD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16B969E-ED07-C2DE-A4D6-61D019C07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4753C5F-A385-A3A7-2EC7-D9E2927BA15A}"/>
              </a:ext>
            </a:extLst>
          </p:cNvPr>
          <p:cNvSpPr txBox="1"/>
          <p:nvPr/>
        </p:nvSpPr>
        <p:spPr>
          <a:xfrm>
            <a:off x="1400405" y="1204460"/>
            <a:ext cx="6194962" cy="230832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사랑은 오래 참고 자신을 내어주네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서로 사랑할 때 세상은 주 보네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사랑은 절대 지지 않네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6462514"/>
      </p:ext>
    </p:extLst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65833-B3E5-A232-5DFA-B4463031B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D0FC250-8302-E43D-50A3-55A0BAA11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0C417F-8C1F-AF7A-B3AB-0CB85AF078E0}"/>
              </a:ext>
            </a:extLst>
          </p:cNvPr>
          <p:cNvSpPr txBox="1"/>
          <p:nvPr/>
        </p:nvSpPr>
        <p:spPr>
          <a:xfrm>
            <a:off x="1584750" y="835128"/>
            <a:ext cx="5826271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여호와께 돌아가자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우린 돌아서도 그는 변치 않네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여호와께 돌아가자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우린 넘어져도 그 사랑 영원하네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1922265"/>
      </p:ext>
    </p:extLst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13BFD-F529-72E9-D056-775AD7906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6A91AA-92D8-2202-2840-2F4CF5CBD289}"/>
              </a:ext>
            </a:extLst>
          </p:cNvPr>
          <p:cNvSpPr txBox="1"/>
          <p:nvPr/>
        </p:nvSpPr>
        <p:spPr>
          <a:xfrm>
            <a:off x="4589992" y="2279364"/>
            <a:ext cx="2628280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하나님의 보물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3" name="TextBox 2">
            <a:hlinkClick r:id="rId2" action="ppaction://hlinksldjump"/>
            <a:extLst>
              <a:ext uri="{FF2B5EF4-FFF2-40B4-BE49-F238E27FC236}">
                <a16:creationId xmlns:a16="http://schemas.microsoft.com/office/drawing/2014/main" id="{4A753893-3819-5664-1F3D-7E118D9506FB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712347034"/>
      </p:ext>
    </p:extLst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DB371-EB09-04F7-1107-4BFE62982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8BA2CF-9B16-0BCD-786F-17D7D847898D}"/>
              </a:ext>
            </a:extLst>
          </p:cNvPr>
          <p:cNvSpPr txBox="1"/>
          <p:nvPr/>
        </p:nvSpPr>
        <p:spPr>
          <a:xfrm>
            <a:off x="2089696" y="1048258"/>
            <a:ext cx="4816378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하나님 사랑 하나님 자랑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너는 하나님 보물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하나님의 형상대로 지어진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너는 하나님의 보물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4927330"/>
      </p:ext>
    </p:extLst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2ADE5-CC03-E824-6C0D-8E8A3024F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5C150D-6DC3-E891-845F-3B43407F3111}"/>
              </a:ext>
            </a:extLst>
          </p:cNvPr>
          <p:cNvSpPr txBox="1"/>
          <p:nvPr/>
        </p:nvSpPr>
        <p:spPr>
          <a:xfrm>
            <a:off x="2089696" y="1048258"/>
            <a:ext cx="4816378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하나님 기쁨 하나님 행복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너는 하나님 보물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최고의 작품으로 만들어진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너는 하나님의 보물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6942970"/>
      </p:ext>
    </p:extLst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5DB23-3BDC-F768-CCC3-5A91E9380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526D00-54E5-D91E-783E-4E1C6A54C5DF}"/>
              </a:ext>
            </a:extLst>
          </p:cNvPr>
          <p:cNvSpPr txBox="1"/>
          <p:nvPr/>
        </p:nvSpPr>
        <p:spPr>
          <a:xfrm>
            <a:off x="2315719" y="1048258"/>
            <a:ext cx="4364331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감사해요 찬양해요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나를 자녀로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삼아주시니</a:t>
            </a:r>
            <a:endParaRPr lang="ko-KR" altLang="en-US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사랑해요 행복해요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나를 사랑하여 주시니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7999951"/>
      </p:ext>
    </p:extLst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8A20A-9AAE-6836-7816-27D218C9A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4676D6-0A65-1DBE-22E4-ED0C6A925B34}"/>
              </a:ext>
            </a:extLst>
          </p:cNvPr>
          <p:cNvSpPr txBox="1"/>
          <p:nvPr/>
        </p:nvSpPr>
        <p:spPr>
          <a:xfrm>
            <a:off x="2089696" y="1048258"/>
            <a:ext cx="4816378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하나님 사랑 하나님 자랑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너는 하나님 보물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하나님의 형상대로 지어진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너는 하나님의 보물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9546777"/>
      </p:ext>
    </p:extLst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0C7BE-31B9-6A2C-DE65-D2A9454EC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D4A417-506C-67AF-4F07-95C62EE90309}"/>
              </a:ext>
            </a:extLst>
          </p:cNvPr>
          <p:cNvSpPr txBox="1"/>
          <p:nvPr/>
        </p:nvSpPr>
        <p:spPr>
          <a:xfrm>
            <a:off x="2089696" y="1048258"/>
            <a:ext cx="4816378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하나님 기쁨 하나님 행복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너는 하나님 보물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최고의 작품으로 만들어진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너는 하나님의 보물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3004430"/>
      </p:ext>
    </p:extLst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C66A9-EAB5-C9A2-7CA9-BCF6AC457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932EEF-1F3C-C095-6CAE-9C41B2698AC5}"/>
              </a:ext>
            </a:extLst>
          </p:cNvPr>
          <p:cNvSpPr txBox="1"/>
          <p:nvPr/>
        </p:nvSpPr>
        <p:spPr>
          <a:xfrm>
            <a:off x="5205546" y="2279364"/>
            <a:ext cx="1397173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 품에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3" name="TextBox 2">
            <a:hlinkClick r:id="rId2" action="ppaction://hlinksldjump"/>
            <a:extLst>
              <a:ext uri="{FF2B5EF4-FFF2-40B4-BE49-F238E27FC236}">
                <a16:creationId xmlns:a16="http://schemas.microsoft.com/office/drawing/2014/main" id="{277B4738-0AE5-0805-20FC-367B87155CB5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813492811"/>
      </p:ext>
    </p:extLst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B7980-AB06-4072-96B4-ACFC39C59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CFAC0B-8A10-A4E0-E279-DE4542D7BE72}"/>
              </a:ext>
            </a:extLst>
          </p:cNvPr>
          <p:cNvSpPr txBox="1"/>
          <p:nvPr/>
        </p:nvSpPr>
        <p:spPr>
          <a:xfrm>
            <a:off x="2531323" y="1573792"/>
            <a:ext cx="3933124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주품에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품으소서</a:t>
            </a:r>
            <a:endParaRPr lang="ko-KR" altLang="en-US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능력의 팔로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덮으소서</a:t>
            </a:r>
            <a:endParaRPr lang="ko-KR" altLang="en-US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7007504"/>
      </p:ext>
    </p:extLst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7AFDB-3C1E-0C49-7E4A-0E158AB82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46D5FE-6CDD-5FF8-60C8-D20268B23A2E}"/>
              </a:ext>
            </a:extLst>
          </p:cNvPr>
          <p:cNvSpPr txBox="1"/>
          <p:nvPr/>
        </p:nvSpPr>
        <p:spPr>
          <a:xfrm>
            <a:off x="2510484" y="835128"/>
            <a:ext cx="3974802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거친파도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날 향해와도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주와함께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날아오르리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폭풍가운데 나의 영혼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잠잠하게 주를 보리라</a:t>
            </a:r>
          </a:p>
        </p:txBody>
      </p:sp>
    </p:spTree>
    <p:extLst>
      <p:ext uri="{BB962C8B-B14F-4D97-AF65-F5344CB8AC3E}">
        <p14:creationId xmlns:p14="http://schemas.microsoft.com/office/powerpoint/2010/main" val="2487735427"/>
      </p:ext>
    </p:extLst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9C26F-19E7-BA61-305B-06BBFB799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4B64B7-EAA0-8ABE-3AA6-F335CAE25F03}"/>
              </a:ext>
            </a:extLst>
          </p:cNvPr>
          <p:cNvSpPr txBox="1"/>
          <p:nvPr/>
        </p:nvSpPr>
        <p:spPr>
          <a:xfrm>
            <a:off x="2452776" y="1573792"/>
            <a:ext cx="4090218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주님안에 나 거하리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주능력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잠잠히 나 믿네</a:t>
            </a:r>
          </a:p>
        </p:txBody>
      </p:sp>
    </p:spTree>
    <p:extLst>
      <p:ext uri="{BB962C8B-B14F-4D97-AF65-F5344CB8AC3E}">
        <p14:creationId xmlns:p14="http://schemas.microsoft.com/office/powerpoint/2010/main" val="3686839196"/>
      </p:ext>
    </p:extLst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24CCA-9817-C61E-D813-29BAC9D70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36D2D1-48FF-26C2-A996-968928F4A3A8}"/>
              </a:ext>
            </a:extLst>
          </p:cNvPr>
          <p:cNvSpPr txBox="1"/>
          <p:nvPr/>
        </p:nvSpPr>
        <p:spPr>
          <a:xfrm>
            <a:off x="2510484" y="835128"/>
            <a:ext cx="3974802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거친파도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날 향해와도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주와함께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날아오르리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폭풍가운데 나의 영혼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잠잠하게 주를 보리라</a:t>
            </a:r>
          </a:p>
        </p:txBody>
      </p:sp>
    </p:spTree>
    <p:extLst>
      <p:ext uri="{BB962C8B-B14F-4D97-AF65-F5344CB8AC3E}">
        <p14:creationId xmlns:p14="http://schemas.microsoft.com/office/powerpoint/2010/main" val="1950461328"/>
      </p:ext>
    </p:extLst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5809E-ABA7-923D-97B1-E72B6B7C8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951D18-DCCC-A5CB-C360-743BF3D69A4B}"/>
              </a:ext>
            </a:extLst>
          </p:cNvPr>
          <p:cNvSpPr txBox="1"/>
          <p:nvPr/>
        </p:nvSpPr>
        <p:spPr>
          <a:xfrm>
            <a:off x="4989927" y="2279364"/>
            <a:ext cx="1828382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거룩한 삶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5" name="TextBox 4">
            <a:hlinkClick r:id="rId3" action="ppaction://hlinksldjump"/>
            <a:extLst>
              <a:ext uri="{FF2B5EF4-FFF2-40B4-BE49-F238E27FC236}">
                <a16:creationId xmlns:a16="http://schemas.microsoft.com/office/drawing/2014/main" id="{754341F0-84FC-E41F-DEE6-7975ABC8EA42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906750375"/>
      </p:ext>
    </p:extLst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7E66B-BA83-E8E5-D8C1-ECA0B2EF8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CE65E3-4A27-993D-7229-6AB38090E3D4}"/>
              </a:ext>
            </a:extLst>
          </p:cNvPr>
          <p:cNvSpPr txBox="1"/>
          <p:nvPr/>
        </p:nvSpPr>
        <p:spPr>
          <a:xfrm>
            <a:off x="2073673" y="1417590"/>
            <a:ext cx="4848438" cy="230832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너희는 유혹에 욕심을 따라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썩어져가는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구습을 따르는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옛 사람을 벗어버리고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867692656"/>
      </p:ext>
    </p:extLst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73739-7F29-D65B-8B83-BFE64F2D4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62EE2C-BB27-389B-6A05-61BD5C31B3D1}"/>
              </a:ext>
            </a:extLst>
          </p:cNvPr>
          <p:cNvSpPr txBox="1"/>
          <p:nvPr/>
        </p:nvSpPr>
        <p:spPr>
          <a:xfrm>
            <a:off x="2931279" y="1417590"/>
            <a:ext cx="3133226" cy="230832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네 마음을 다하고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뜻을 다하고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힘을 다하여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492486809"/>
      </p:ext>
    </p:extLst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075E8-4773-E93C-F7CC-35C0CCE76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F90CE0-8DAF-9A00-FEB8-73E63A523FF1}"/>
              </a:ext>
            </a:extLst>
          </p:cNvPr>
          <p:cNvSpPr txBox="1"/>
          <p:nvPr/>
        </p:nvSpPr>
        <p:spPr>
          <a:xfrm>
            <a:off x="1416442" y="1417590"/>
            <a:ext cx="6162902" cy="230832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너희 하나님을 사랑하라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사랑하라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아멘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아멘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, 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아멘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아멘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아멘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아멘</a:t>
            </a:r>
            <a:r>
              <a:rPr kumimoji="0" lang="en-US" altLang="ko-K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, 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아멘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아멘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274511589"/>
      </p:ext>
    </p:extLst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18A8D-782A-917A-E9CA-CBD81D95C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1C1C92-E4D2-5F6B-3008-A407CE6B594C}"/>
              </a:ext>
            </a:extLst>
          </p:cNvPr>
          <p:cNvSpPr txBox="1"/>
          <p:nvPr/>
        </p:nvSpPr>
        <p:spPr>
          <a:xfrm>
            <a:off x="2647550" y="1048258"/>
            <a:ext cx="3700688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버려요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과감히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죄악된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내 모습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지켜요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목숨 걸고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하나님 사랑 하는 맘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667660349"/>
      </p:ext>
    </p:extLst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F5C46-3C67-5D06-7F21-7E6382BF7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E1D9D6-0934-ED5B-44C9-9DE4B5F2C9E1}"/>
              </a:ext>
            </a:extLst>
          </p:cNvPr>
          <p:cNvSpPr txBox="1"/>
          <p:nvPr/>
        </p:nvSpPr>
        <p:spPr>
          <a:xfrm>
            <a:off x="1458122" y="1048258"/>
            <a:ext cx="6079545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내가 거룩하니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너희도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거룩하라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말씀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말씀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기도 기도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찬양으로 거룩한 삶을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살게하소서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50748026"/>
      </p:ext>
    </p:extLst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50CE0-D4F4-AFA0-205D-A1DB45744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D34923-0CCF-7FBE-0908-ABFCBBC2FF0E}"/>
              </a:ext>
            </a:extLst>
          </p:cNvPr>
          <p:cNvSpPr txBox="1"/>
          <p:nvPr/>
        </p:nvSpPr>
        <p:spPr>
          <a:xfrm>
            <a:off x="2452786" y="1786922"/>
            <a:ext cx="4090218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마음과 뜻과 힘 다하여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하나님 만을 예배하리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6985148"/>
      </p:ext>
    </p:extLst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DFAD4-296F-BD0F-3554-ED010FBA7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AD063B-F306-3E5A-6E66-283B989508B3}"/>
              </a:ext>
            </a:extLst>
          </p:cNvPr>
          <p:cNvSpPr txBox="1"/>
          <p:nvPr/>
        </p:nvSpPr>
        <p:spPr>
          <a:xfrm>
            <a:off x="2042421" y="1786922"/>
            <a:ext cx="4910956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마음과 뜻과 힘 다하여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하나님 만을 섬기게 하소서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8251238"/>
      </p:ext>
    </p:extLst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A8CFC-05D8-0350-26FE-9A8F46FD7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4C1CAB-576A-AB37-5AE7-E9A11CC94D19}"/>
              </a:ext>
            </a:extLst>
          </p:cNvPr>
          <p:cNvSpPr txBox="1"/>
          <p:nvPr/>
        </p:nvSpPr>
        <p:spPr>
          <a:xfrm>
            <a:off x="1732241" y="1786922"/>
            <a:ext cx="5531318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마음과 뜻과 힘 다하여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생명의 면류관 받는 그 날까지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8985251"/>
      </p:ext>
    </p:extLst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320F0-B31F-235F-C65C-FFA048B55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65FA0B-7796-D4F6-4D02-4A1F1D00EFF0}"/>
              </a:ext>
            </a:extLst>
          </p:cNvPr>
          <p:cNvSpPr txBox="1"/>
          <p:nvPr/>
        </p:nvSpPr>
        <p:spPr>
          <a:xfrm>
            <a:off x="4589979" y="2279364"/>
            <a:ext cx="2628281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주님 사랑해요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5" name="TextBox 4">
            <a:hlinkClick r:id="rId3" action="ppaction://hlinksldjump"/>
            <a:extLst>
              <a:ext uri="{FF2B5EF4-FFF2-40B4-BE49-F238E27FC236}">
                <a16:creationId xmlns:a16="http://schemas.microsoft.com/office/drawing/2014/main" id="{6BE5B3A9-BEC8-9DAF-4033-B6A31E1931D7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319172966"/>
      </p:ext>
    </p:extLst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A8520-FB9E-9A5D-9A53-EE6612C7A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D8173E-BB0D-D530-646B-B2B6020B80E3}"/>
              </a:ext>
            </a:extLst>
          </p:cNvPr>
          <p:cNvSpPr txBox="1"/>
          <p:nvPr/>
        </p:nvSpPr>
        <p:spPr>
          <a:xfrm>
            <a:off x="2258021" y="1048258"/>
            <a:ext cx="4479747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우리를 구원하신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예수님 그 사랑 감사해요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나의 모든 죄 위하여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십자가 달리셨네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196914131"/>
      </p:ext>
    </p:extLst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51B5E-EE51-7B29-C5F1-B81A5A511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9C2BAE-9A87-4ADF-F71E-DBEBD2E08415}"/>
              </a:ext>
            </a:extLst>
          </p:cNvPr>
          <p:cNvSpPr txBox="1"/>
          <p:nvPr/>
        </p:nvSpPr>
        <p:spPr>
          <a:xfrm>
            <a:off x="2258023" y="1417590"/>
            <a:ext cx="4479748" cy="230832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죽어 있던 날 새롭게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살게하시고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날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자유케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해주신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예수님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050062430"/>
      </p:ext>
    </p:extLst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2020F-8993-41E0-6C01-EA5DD0DFF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E4B088-4B23-2A8B-E6A2-B57DA7383C65}"/>
              </a:ext>
            </a:extLst>
          </p:cNvPr>
          <p:cNvSpPr txBox="1"/>
          <p:nvPr/>
        </p:nvSpPr>
        <p:spPr>
          <a:xfrm>
            <a:off x="2715683" y="1048258"/>
            <a:ext cx="3564433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온맘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다해 사랑해요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이제나는 주님의 것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찬양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받으소서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주님 사랑해요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8792259"/>
      </p:ext>
    </p:extLst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3AD4F-0093-C026-B2B0-6427FD4FA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hlinkClick r:id="rId3" action="ppaction://hlinksldjump"/>
            <a:extLst>
              <a:ext uri="{FF2B5EF4-FFF2-40B4-BE49-F238E27FC236}">
                <a16:creationId xmlns:a16="http://schemas.microsoft.com/office/drawing/2014/main" id="{7008E9B7-EF55-88FA-667E-F4CFDF03EFF6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6" name="부제목 5">
            <a:extLst>
              <a:ext uri="{FF2B5EF4-FFF2-40B4-BE49-F238E27FC236}">
                <a16:creationId xmlns:a16="http://schemas.microsoft.com/office/drawing/2014/main" id="{4591F896-CD24-A5E5-DEA5-139C40DE83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kern="0" dirty="0">
                <a:solidFill>
                  <a:srgbClr val="000000"/>
                </a:solidFill>
                <a:sym typeface="Helvetica"/>
              </a:rPr>
              <a:t>사랑의 예수님</a:t>
            </a:r>
            <a:endParaRPr lang="en-US" altLang="ko-KR" kern="0" dirty="0">
              <a:solidFill>
                <a:srgbClr val="000000"/>
              </a:solidFill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183680200"/>
      </p:ext>
    </p:extLst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EBC9D-D2B2-2AB1-770E-5EDA3FD46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7C9DDA-2EDF-E8EA-57DD-FD37AFF03A33}"/>
              </a:ext>
            </a:extLst>
          </p:cNvPr>
          <p:cNvSpPr txBox="1"/>
          <p:nvPr/>
        </p:nvSpPr>
        <p:spPr>
          <a:xfrm>
            <a:off x="2258022" y="1048258"/>
            <a:ext cx="4479748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예수님 사랑의 예수님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내 곁에 계시네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한번도 나를 떠나지 않고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함께 하시네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16166036"/>
      </p:ext>
    </p:extLst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DAA55-4062-2FF8-0159-48C40ABF2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E26080-FAEF-E5A0-386C-D4C9E5915936}"/>
              </a:ext>
            </a:extLst>
          </p:cNvPr>
          <p:cNvSpPr txBox="1"/>
          <p:nvPr/>
        </p:nvSpPr>
        <p:spPr>
          <a:xfrm>
            <a:off x="2258025" y="1048258"/>
            <a:ext cx="4479747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예수님 사랑의 예수님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날 지켜 주시네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한번도 나를 떠나지 않고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함께 하시네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3661175"/>
      </p:ext>
    </p:extLst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B9C8A-2475-5BF0-733F-19BD7958F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86D680-C3A0-5AB0-2AE8-AEB8CE7B7720}"/>
              </a:ext>
            </a:extLst>
          </p:cNvPr>
          <p:cNvSpPr txBox="1"/>
          <p:nvPr/>
        </p:nvSpPr>
        <p:spPr>
          <a:xfrm>
            <a:off x="2715683" y="1048258"/>
            <a:ext cx="3564433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내가 어디를 가든지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또 무엇을 하든지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예수님 나와 함께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동행하시네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5273946"/>
      </p:ext>
    </p:extLst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B6F08-CDC8-1FC1-E0AA-54A9FC7B2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DF8C8B-BA4E-72E6-9FFE-453BBD1DFD79}"/>
              </a:ext>
            </a:extLst>
          </p:cNvPr>
          <p:cNvSpPr txBox="1"/>
          <p:nvPr/>
        </p:nvSpPr>
        <p:spPr>
          <a:xfrm>
            <a:off x="2715684" y="1048258"/>
            <a:ext cx="3564433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나도 예수님만 따라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늘 예수님만 따라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예수님 말씀만 따라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따라갈꺼야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020990392"/>
      </p:ext>
    </p:extLst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55B34-5F99-D171-E198-7F41EC271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CFDA8D-5413-5569-6904-874813FB0D4E}"/>
              </a:ext>
            </a:extLst>
          </p:cNvPr>
          <p:cNvSpPr txBox="1"/>
          <p:nvPr/>
        </p:nvSpPr>
        <p:spPr>
          <a:xfrm>
            <a:off x="2694847" y="1048258"/>
            <a:ext cx="3606111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예수님 나를 사랑해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나도 예수님 사랑해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예수님 </a:t>
            </a:r>
            <a:r>
              <a:rPr kumimoji="0" lang="ko-KR" alt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어딜</a:t>
            </a: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 가든지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  <a:p>
            <a:pPr marL="0" marR="0" lvl="0" indent="0" algn="ctr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난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따라따라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갈거야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220004213"/>
      </p:ext>
    </p:extLst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27114-647C-3EEF-C112-EB199495C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hlinkClick r:id="rId3" action="ppaction://hlinksldjump"/>
            <a:extLst>
              <a:ext uri="{FF2B5EF4-FFF2-40B4-BE49-F238E27FC236}">
                <a16:creationId xmlns:a16="http://schemas.microsoft.com/office/drawing/2014/main" id="{E026F901-91F7-58B1-9DF7-35F4627AA75C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6" name="부제목 5">
            <a:extLst>
              <a:ext uri="{FF2B5EF4-FFF2-40B4-BE49-F238E27FC236}">
                <a16:creationId xmlns:a16="http://schemas.microsoft.com/office/drawing/2014/main" id="{FA7FA13B-1FB7-86AA-823D-A12771B873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kern="0" dirty="0">
                <a:solidFill>
                  <a:srgbClr val="000000"/>
                </a:solidFill>
                <a:sym typeface="Helvetica"/>
              </a:rPr>
              <a:t>생명 주께 있네</a:t>
            </a:r>
            <a:endParaRPr lang="en-US" altLang="ko-KR" kern="0" dirty="0">
              <a:solidFill>
                <a:srgbClr val="000000"/>
              </a:solidFill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651015686"/>
      </p:ext>
    </p:extLst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C118D-255B-5323-50AA-3B70F3B08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1DE45A-9CEF-3AAA-E61C-D97D124816AD}"/>
              </a:ext>
            </a:extLst>
          </p:cNvPr>
          <p:cNvSpPr txBox="1"/>
          <p:nvPr/>
        </p:nvSpPr>
        <p:spPr>
          <a:xfrm>
            <a:off x="1663315" y="1786922"/>
            <a:ext cx="5669177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생명 주께 있네 능력 주께 있네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소망 주께 있네 주안에 있네 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x2</a:t>
            </a:r>
            <a:endParaRPr lang="ko-KR" altLang="en-US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9080497"/>
      </p:ext>
    </p:extLst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7A67A-AE77-36A1-F573-270D80445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A4898C-58C7-AD21-C014-FD4695285556}"/>
              </a:ext>
            </a:extLst>
          </p:cNvPr>
          <p:cNvSpPr txBox="1"/>
          <p:nvPr/>
        </p:nvSpPr>
        <p:spPr>
          <a:xfrm>
            <a:off x="1574349" y="1048258"/>
            <a:ext cx="5847110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생명다해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주 찬양하리 힘을 다해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 찬양하리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내 생명 다해 내 힘을 다해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모든 소망 주님께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867736219"/>
      </p:ext>
    </p:extLst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807D4-75ED-6C39-119A-743EC4776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C6ADD2-AD3B-51D3-3A05-E1FE635326F8}"/>
              </a:ext>
            </a:extLst>
          </p:cNvPr>
          <p:cNvSpPr txBox="1"/>
          <p:nvPr/>
        </p:nvSpPr>
        <p:spPr>
          <a:xfrm>
            <a:off x="1663315" y="1786922"/>
            <a:ext cx="5669177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생명 주께 있네 능력 주께 있네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소망 주께 있네 주안에 있네 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x2</a:t>
            </a:r>
            <a:endParaRPr lang="ko-KR" altLang="en-US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8033663"/>
      </p:ext>
    </p:extLst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FCBFA-7B9A-83DE-679B-6A174CE4F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hlinkClick r:id="rId3" action="ppaction://hlinksldjump"/>
            <a:extLst>
              <a:ext uri="{FF2B5EF4-FFF2-40B4-BE49-F238E27FC236}">
                <a16:creationId xmlns:a16="http://schemas.microsoft.com/office/drawing/2014/main" id="{2A2C8DCB-2D39-21AE-87F8-4656DDBB2355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6" name="부제목 5">
            <a:extLst>
              <a:ext uri="{FF2B5EF4-FFF2-40B4-BE49-F238E27FC236}">
                <a16:creationId xmlns:a16="http://schemas.microsoft.com/office/drawing/2014/main" id="{9EB26A8E-0CA5-288B-B4B6-4B56E74D14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kern="0" dirty="0">
                <a:solidFill>
                  <a:srgbClr val="000000"/>
                </a:solidFill>
                <a:sym typeface="Helvetica"/>
              </a:rPr>
              <a:t>예배합니다</a:t>
            </a:r>
            <a:r>
              <a:rPr lang="en-US" altLang="ko-KR" kern="0" dirty="0">
                <a:solidFill>
                  <a:srgbClr val="000000"/>
                </a:solidFill>
                <a:sym typeface="Helvetica"/>
              </a:rPr>
              <a:t>, </a:t>
            </a:r>
            <a:r>
              <a:rPr lang="ko-KR" altLang="en-US" kern="0" dirty="0">
                <a:solidFill>
                  <a:srgbClr val="000000"/>
                </a:solidFill>
                <a:sym typeface="Helvetica"/>
              </a:rPr>
              <a:t>기도합니다</a:t>
            </a:r>
            <a:endParaRPr lang="en-US" altLang="ko-KR" kern="0" dirty="0">
              <a:solidFill>
                <a:srgbClr val="000000"/>
              </a:solidFill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029223996"/>
      </p:ext>
    </p:extLst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A6B4B-9F22-AAF3-7C55-1D0355D95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8159B9-5F9C-156F-441D-791E3939B49C}"/>
              </a:ext>
            </a:extLst>
          </p:cNvPr>
          <p:cNvSpPr txBox="1"/>
          <p:nvPr/>
        </p:nvSpPr>
        <p:spPr>
          <a:xfrm>
            <a:off x="1810791" y="1048258"/>
            <a:ext cx="5374224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이 소리가 내 마음의 소린지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이 소리가 주님의 음성인지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수많은 말과 수많은 시선 그저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그 속에서 헤매고 있지만</a:t>
            </a:r>
          </a:p>
        </p:txBody>
      </p:sp>
    </p:spTree>
    <p:extLst>
      <p:ext uri="{BB962C8B-B14F-4D97-AF65-F5344CB8AC3E}">
        <p14:creationId xmlns:p14="http://schemas.microsoft.com/office/powerpoint/2010/main" val="3245388243"/>
      </p:ext>
    </p:extLst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76872-71E8-5C34-4299-B9E60444E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8BF240-3848-9FDA-F894-F1FA5F8F5F64}"/>
              </a:ext>
            </a:extLst>
          </p:cNvPr>
          <p:cNvSpPr txBox="1"/>
          <p:nvPr/>
        </p:nvSpPr>
        <p:spPr>
          <a:xfrm>
            <a:off x="1800372" y="1048258"/>
            <a:ext cx="5395063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이 선택이 나만의 욕심인지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또 이 길이 잘못된 건 아닌지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끝없는 후회 끝없는 의심 모두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반복되는 내 모습이지만</a:t>
            </a:r>
          </a:p>
        </p:txBody>
      </p:sp>
    </p:spTree>
    <p:extLst>
      <p:ext uri="{BB962C8B-B14F-4D97-AF65-F5344CB8AC3E}">
        <p14:creationId xmlns:p14="http://schemas.microsoft.com/office/powerpoint/2010/main" val="1357334085"/>
      </p:ext>
    </p:extLst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AE7C6-AFA6-EF5D-F8FB-B8FF7A441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8E85F5-27EC-44CA-7647-9A51C86F09D0}"/>
              </a:ext>
            </a:extLst>
          </p:cNvPr>
          <p:cNvSpPr txBox="1"/>
          <p:nvPr/>
        </p:nvSpPr>
        <p:spPr>
          <a:xfrm>
            <a:off x="2120973" y="1048258"/>
            <a:ext cx="4753861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예배합니다 작은 모습으로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주님만 예배합니다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기도합니다 작은 소리라도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주의 뜻 알기 원합니다</a:t>
            </a:r>
          </a:p>
        </p:txBody>
      </p:sp>
    </p:spTree>
    <p:extLst>
      <p:ext uri="{BB962C8B-B14F-4D97-AF65-F5344CB8AC3E}">
        <p14:creationId xmlns:p14="http://schemas.microsoft.com/office/powerpoint/2010/main" val="1448076939"/>
      </p:ext>
    </p:extLst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AFB90-48B4-6F09-C803-F2B0D5EC6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hlinkClick r:id="rId3" action="ppaction://hlinksldjump"/>
            <a:extLst>
              <a:ext uri="{FF2B5EF4-FFF2-40B4-BE49-F238E27FC236}">
                <a16:creationId xmlns:a16="http://schemas.microsoft.com/office/drawing/2014/main" id="{DFA0CB98-C87A-5D43-037A-36AE7C9D152D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6" name="부제목 5">
            <a:extLst>
              <a:ext uri="{FF2B5EF4-FFF2-40B4-BE49-F238E27FC236}">
                <a16:creationId xmlns:a16="http://schemas.microsoft.com/office/drawing/2014/main" id="{D311A7B4-B503-F9AA-A01D-D154ABCAB7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kern="0" dirty="0">
                <a:solidFill>
                  <a:srgbClr val="000000"/>
                </a:solidFill>
                <a:sym typeface="Helvetica"/>
              </a:rPr>
              <a:t>사랑하는 자야</a:t>
            </a:r>
            <a:endParaRPr lang="en-US" altLang="ko-KR" kern="0" dirty="0">
              <a:solidFill>
                <a:srgbClr val="000000"/>
              </a:solidFill>
              <a:sym typeface="Helvetica"/>
            </a:endParaRPr>
          </a:p>
          <a:p>
            <a:r>
              <a:rPr lang="ko-KR" altLang="en-US" kern="0" dirty="0">
                <a:solidFill>
                  <a:srgbClr val="000000"/>
                </a:solidFill>
                <a:sym typeface="Helvetica"/>
              </a:rPr>
              <a:t>일어나 함께 가자</a:t>
            </a:r>
            <a:endParaRPr lang="en-US" altLang="ko-KR" kern="0" dirty="0">
              <a:solidFill>
                <a:srgbClr val="000000"/>
              </a:solidFill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125737815"/>
      </p:ext>
    </p:extLst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5EFFA-8A83-32FA-867B-BCDEF1213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B7AC8B-7B21-2C64-7908-02E41F4ACC15}"/>
              </a:ext>
            </a:extLst>
          </p:cNvPr>
          <p:cNvSpPr txBox="1"/>
          <p:nvPr/>
        </p:nvSpPr>
        <p:spPr>
          <a:xfrm>
            <a:off x="1826824" y="1048258"/>
            <a:ext cx="5342164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매일 나를 부르시는 주님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내가 어디에 어떤 맘일지라도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느껴 볼 수 없던 벅참을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오늘도 내 맘에 감싸주시네</a:t>
            </a:r>
          </a:p>
        </p:txBody>
      </p:sp>
    </p:spTree>
    <p:extLst>
      <p:ext uri="{BB962C8B-B14F-4D97-AF65-F5344CB8AC3E}">
        <p14:creationId xmlns:p14="http://schemas.microsoft.com/office/powerpoint/2010/main" val="777281922"/>
      </p:ext>
    </p:extLst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8BA1B-1894-9727-8E26-45AB7C853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755155-3EBE-C409-A263-D0B028816280}"/>
              </a:ext>
            </a:extLst>
          </p:cNvPr>
          <p:cNvSpPr txBox="1"/>
          <p:nvPr/>
        </p:nvSpPr>
        <p:spPr>
          <a:xfrm>
            <a:off x="1321881" y="1048258"/>
            <a:ext cx="6352055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매일 이 맘으로 주께 나아가오니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나의 마음을 새롭게 하시고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넘치는 주 사랑은 여기 함께 하시니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나를 초대하네 부르심으로</a:t>
            </a:r>
          </a:p>
        </p:txBody>
      </p:sp>
    </p:spTree>
    <p:extLst>
      <p:ext uri="{BB962C8B-B14F-4D97-AF65-F5344CB8AC3E}">
        <p14:creationId xmlns:p14="http://schemas.microsoft.com/office/powerpoint/2010/main" val="47352020"/>
      </p:ext>
    </p:extLst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589DB-51F9-424E-15E0-2BEF179C7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8F6F28-D42F-1ACA-BA68-9D618C2B508B}"/>
              </a:ext>
            </a:extLst>
          </p:cNvPr>
          <p:cNvSpPr txBox="1"/>
          <p:nvPr/>
        </p:nvSpPr>
        <p:spPr>
          <a:xfrm>
            <a:off x="2531350" y="1048258"/>
            <a:ext cx="3933124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사랑하는 자야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일어나 함께 가자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너를 언제나 부르시는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주가 손 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내미시네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6352507"/>
      </p:ext>
    </p:extLst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E16BC-6384-DBB6-BBD4-FE02900C1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8AA6AE-E075-35A0-6F02-239304A21064}"/>
              </a:ext>
            </a:extLst>
          </p:cNvPr>
          <p:cNvSpPr txBox="1"/>
          <p:nvPr/>
        </p:nvSpPr>
        <p:spPr>
          <a:xfrm>
            <a:off x="1527069" y="1048258"/>
            <a:ext cx="5941687" cy="3046984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너의 가는 길에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찬란히 빛나는 주 사랑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항상 함께하길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너의 손을 잡고 걸어가길 기대해 </a:t>
            </a:r>
          </a:p>
        </p:txBody>
      </p:sp>
    </p:spTree>
    <p:extLst>
      <p:ext uri="{BB962C8B-B14F-4D97-AF65-F5344CB8AC3E}">
        <p14:creationId xmlns:p14="http://schemas.microsoft.com/office/powerpoint/2010/main" val="2110160657"/>
      </p:ext>
    </p:extLst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67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43B5E1-D8A2-0F94-8FE5-73A587559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7AA7B22-5CC1-5AB8-B61E-7B0D8BE5E95D}"/>
              </a:ext>
            </a:extLst>
          </p:cNvPr>
          <p:cNvSpPr txBox="1"/>
          <p:nvPr/>
        </p:nvSpPr>
        <p:spPr>
          <a:xfrm>
            <a:off x="2801330" y="2279362"/>
            <a:ext cx="35413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예수님 말씀하시니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n-cs"/>
              <a:sym typeface="Helvetica"/>
            </a:endParaRPr>
          </a:p>
        </p:txBody>
      </p:sp>
      <p:sp>
        <p:nvSpPr>
          <p:cNvPr id="11" name="TextBox 10">
            <a:hlinkClick r:id="rId2" action="ppaction://hlinksldjump"/>
            <a:extLst>
              <a:ext uri="{FF2B5EF4-FFF2-40B4-BE49-F238E27FC236}">
                <a16:creationId xmlns:a16="http://schemas.microsoft.com/office/drawing/2014/main" id="{FA0945CB-AACF-7658-18AC-89EE135D044D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n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063290663"/>
      </p:ext>
    </p:extLst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6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3A5B5BB-A31A-4E54-11CC-7BCF78363B8E}"/>
              </a:ext>
            </a:extLst>
          </p:cNvPr>
          <p:cNvSpPr txBox="1"/>
          <p:nvPr/>
        </p:nvSpPr>
        <p:spPr>
          <a:xfrm>
            <a:off x="2766058" y="895350"/>
            <a:ext cx="36118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예수님 말씀하시니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A5FF91-AC9E-1F9C-D25F-144C98CBDD66}"/>
              </a:ext>
            </a:extLst>
          </p:cNvPr>
          <p:cNvSpPr txBox="1"/>
          <p:nvPr/>
        </p:nvSpPr>
        <p:spPr>
          <a:xfrm>
            <a:off x="1104899" y="1441528"/>
            <a:ext cx="69342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거센 파도가 우리 배를 덮쳐 오고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두려운 마음 가득하여 떨고 있을 때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우리를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구원하소서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n-cs"/>
              <a:sym typeface="Helvetica"/>
            </a:endParaRP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우리를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도와주소서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n-cs"/>
              <a:sym typeface="Helvetica"/>
            </a:endParaRP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주님을 깨우네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67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198CCE-BDF2-1456-0458-026A419E0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FE22BE6-7777-0D66-D9EF-B7F924AFC666}"/>
              </a:ext>
            </a:extLst>
          </p:cNvPr>
          <p:cNvSpPr txBox="1"/>
          <p:nvPr/>
        </p:nvSpPr>
        <p:spPr>
          <a:xfrm>
            <a:off x="2766054" y="895350"/>
            <a:ext cx="36118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예수님 말씀하시니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8562C3-6279-3DEA-4C4D-C8BB83864564}"/>
              </a:ext>
            </a:extLst>
          </p:cNvPr>
          <p:cNvSpPr txBox="1"/>
          <p:nvPr/>
        </p:nvSpPr>
        <p:spPr>
          <a:xfrm>
            <a:off x="1104899" y="1706771"/>
            <a:ext cx="6934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예수님 말씀하시니 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거센 바람과 물결이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잔잔해지네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n-cs"/>
              <a:sym typeface="Helvetica"/>
            </a:endParaRP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예수님 말씀하시니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모든 두려움 사라져 가네</a:t>
            </a:r>
          </a:p>
        </p:txBody>
      </p:sp>
    </p:spTree>
    <p:extLst>
      <p:ext uri="{BB962C8B-B14F-4D97-AF65-F5344CB8AC3E}">
        <p14:creationId xmlns:p14="http://schemas.microsoft.com/office/powerpoint/2010/main" val="3551511500"/>
      </p:ext>
    </p:extLst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6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30503CCF-108B-1922-2AFA-F6A6330EFA72}"/>
              </a:ext>
            </a:extLst>
          </p:cNvPr>
          <p:cNvSpPr txBox="1"/>
          <p:nvPr/>
        </p:nvSpPr>
        <p:spPr>
          <a:xfrm>
            <a:off x="2766057" y="895350"/>
            <a:ext cx="36118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예수님 말씀하시니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CA9A4E-92AA-2F14-76B3-A6B227BE863A}"/>
              </a:ext>
            </a:extLst>
          </p:cNvPr>
          <p:cNvSpPr txBox="1"/>
          <p:nvPr/>
        </p:nvSpPr>
        <p:spPr>
          <a:xfrm>
            <a:off x="1104899" y="1441527"/>
            <a:ext cx="69342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거센 파도가 우리 배를 덮쳐 오고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두려운 마음 가득하여 떨고 있을 때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우리를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구원하소서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n-cs"/>
              <a:sym typeface="Helvetica"/>
            </a:endParaRP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우리를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도와주소서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n-cs"/>
              <a:sym typeface="Helvetica"/>
            </a:endParaRP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주님을 깨우네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67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7CEA0E-3E4A-B791-631D-75D60C3FA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B199FA94-D746-B15F-F5F6-9E66C02B5E06}"/>
              </a:ext>
            </a:extLst>
          </p:cNvPr>
          <p:cNvSpPr txBox="1"/>
          <p:nvPr/>
        </p:nvSpPr>
        <p:spPr>
          <a:xfrm>
            <a:off x="2766057" y="895350"/>
            <a:ext cx="36118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예수님 말씀하시니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31966D-2C88-31BC-7D68-D4967364D331}"/>
              </a:ext>
            </a:extLst>
          </p:cNvPr>
          <p:cNvSpPr txBox="1"/>
          <p:nvPr/>
        </p:nvSpPr>
        <p:spPr>
          <a:xfrm>
            <a:off x="1104899" y="1706771"/>
            <a:ext cx="6934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예수님 말씀하시니 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거센 바람과 물결이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잔잔해지네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n-cs"/>
              <a:sym typeface="Helvetica"/>
            </a:endParaRP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예수님 말씀하시니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모든 두려움 사라져 가네</a:t>
            </a:r>
          </a:p>
        </p:txBody>
      </p:sp>
    </p:spTree>
    <p:extLst>
      <p:ext uri="{BB962C8B-B14F-4D97-AF65-F5344CB8AC3E}">
        <p14:creationId xmlns:p14="http://schemas.microsoft.com/office/powerpoint/2010/main" val="3632381128"/>
      </p:ext>
    </p:extLst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67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9DE4A0-D7DF-9653-5CF9-F04490E23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6D24A29-812B-74D5-FA30-448060DFC7FF}"/>
              </a:ext>
            </a:extLst>
          </p:cNvPr>
          <p:cNvSpPr txBox="1"/>
          <p:nvPr/>
        </p:nvSpPr>
        <p:spPr>
          <a:xfrm>
            <a:off x="2864486" y="2279362"/>
            <a:ext cx="34150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믿음으로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Touch!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n-cs"/>
              <a:sym typeface="Helvetica"/>
            </a:endParaRPr>
          </a:p>
        </p:txBody>
      </p:sp>
      <p:sp>
        <p:nvSpPr>
          <p:cNvPr id="11" name="TextBox 10">
            <a:hlinkClick r:id="rId2" action="ppaction://hlinksldjump"/>
            <a:extLst>
              <a:ext uri="{FF2B5EF4-FFF2-40B4-BE49-F238E27FC236}">
                <a16:creationId xmlns:a16="http://schemas.microsoft.com/office/drawing/2014/main" id="{4765C1F7-918D-178B-E1B6-F319EF0DECCF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n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652486995"/>
      </p:ext>
    </p:extLst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6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3A5B5BB-A31A-4E54-11CC-7BCF78363B8E}"/>
              </a:ext>
            </a:extLst>
          </p:cNvPr>
          <p:cNvSpPr txBox="1"/>
          <p:nvPr/>
        </p:nvSpPr>
        <p:spPr>
          <a:xfrm>
            <a:off x="2864489" y="895350"/>
            <a:ext cx="34150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믿음으로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Touch!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A5FF91-AC9E-1F9C-D25F-144C98CBDD66}"/>
              </a:ext>
            </a:extLst>
          </p:cNvPr>
          <p:cNvSpPr txBox="1"/>
          <p:nvPr/>
        </p:nvSpPr>
        <p:spPr>
          <a:xfrm>
            <a:off x="1104899" y="1706771"/>
            <a:ext cx="6934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믿음으로 예수님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Touch! Touch!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사랑으로 응답해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Love! Love!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기적을 일으키실 우리 예수님 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옷자락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Touch! Touch!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67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198CCE-BDF2-1456-0458-026A419E0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FE22BE6-7777-0D66-D9EF-B7F924AFC666}"/>
              </a:ext>
            </a:extLst>
          </p:cNvPr>
          <p:cNvSpPr txBox="1"/>
          <p:nvPr/>
        </p:nvSpPr>
        <p:spPr>
          <a:xfrm>
            <a:off x="2864480" y="895350"/>
            <a:ext cx="34150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믿음으로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Touch!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8562C3-6279-3DEA-4C4D-C8BB83864564}"/>
              </a:ext>
            </a:extLst>
          </p:cNvPr>
          <p:cNvSpPr txBox="1"/>
          <p:nvPr/>
        </p:nvSpPr>
        <p:spPr>
          <a:xfrm>
            <a:off x="1104899" y="1706771"/>
            <a:ext cx="6934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소망으로 예수님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Touch! Touch!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회복으로 응답해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Love! Love!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능력을 보여 주실 우리 예수님 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옷자락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Touch! Touch!</a:t>
            </a:r>
          </a:p>
        </p:txBody>
      </p:sp>
    </p:spTree>
    <p:extLst>
      <p:ext uri="{BB962C8B-B14F-4D97-AF65-F5344CB8AC3E}">
        <p14:creationId xmlns:p14="http://schemas.microsoft.com/office/powerpoint/2010/main" val="1164272580"/>
      </p:ext>
    </p:extLst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67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F48966-4062-05A3-71FA-EDC4EEF10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30CA4E0-B2D6-3A38-63CD-554ADB4BFA60}"/>
              </a:ext>
            </a:extLst>
          </p:cNvPr>
          <p:cNvSpPr txBox="1"/>
          <p:nvPr/>
        </p:nvSpPr>
        <p:spPr>
          <a:xfrm>
            <a:off x="2864480" y="895350"/>
            <a:ext cx="34150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믿음으로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Touch!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668BCC-3501-D2B3-FCF1-158D359A06D0}"/>
              </a:ext>
            </a:extLst>
          </p:cNvPr>
          <p:cNvSpPr txBox="1"/>
          <p:nvPr/>
        </p:nvSpPr>
        <p:spPr>
          <a:xfrm>
            <a:off x="1104899" y="1706771"/>
            <a:ext cx="6934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미움을 버리고 슬픔을 던지고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예수님 향해 달려가 우리는</a:t>
            </a:r>
          </a:p>
        </p:txBody>
      </p:sp>
    </p:spTree>
    <p:extLst>
      <p:ext uri="{BB962C8B-B14F-4D97-AF65-F5344CB8AC3E}">
        <p14:creationId xmlns:p14="http://schemas.microsoft.com/office/powerpoint/2010/main" val="3850345108"/>
      </p:ext>
    </p:extLst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67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884CC0-2794-4075-73C2-4B9B65BFB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7C659B7-EAB1-7768-D504-D06FFE53175B}"/>
              </a:ext>
            </a:extLst>
          </p:cNvPr>
          <p:cNvSpPr txBox="1"/>
          <p:nvPr/>
        </p:nvSpPr>
        <p:spPr>
          <a:xfrm>
            <a:off x="2864480" y="895350"/>
            <a:ext cx="34150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믿음으로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Touch!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6831DE-57BE-8094-DBCE-D789EDA21F3B}"/>
              </a:ext>
            </a:extLst>
          </p:cNvPr>
          <p:cNvSpPr txBox="1"/>
          <p:nvPr/>
        </p:nvSpPr>
        <p:spPr>
          <a:xfrm>
            <a:off x="1104899" y="1461971"/>
            <a:ext cx="69342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믿음으로 예배할 때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(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오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-)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사랑이 내 맘 가득해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(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오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-)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Touch! Touch! Touch! Touch! 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예수님 믿음으로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Touch! Touch! oh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n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325381744"/>
      </p:ext>
    </p:extLst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C8877-C7AA-1C18-05D1-EA35DB363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9909A0E-B952-CBB4-CB85-B0117C29C2DF}"/>
              </a:ext>
            </a:extLst>
          </p:cNvPr>
          <p:cNvSpPr txBox="1"/>
          <p:nvPr/>
        </p:nvSpPr>
        <p:spPr>
          <a:xfrm>
            <a:off x="2864480" y="895350"/>
            <a:ext cx="34150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믿음으로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Touch!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6332C6-50A5-CC75-3C0C-5CDB649DE2EB}"/>
              </a:ext>
            </a:extLst>
          </p:cNvPr>
          <p:cNvSpPr txBox="1"/>
          <p:nvPr/>
        </p:nvSpPr>
        <p:spPr>
          <a:xfrm>
            <a:off x="1104899" y="1461971"/>
            <a:ext cx="69342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소망으로 예배할 때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(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오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-)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회복이 내 맘 가득해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(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오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-)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Touch! Touch! Touch! Touch! 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예수님 믿음으로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Touch! Touch! oh Touch!</a:t>
            </a:r>
          </a:p>
        </p:txBody>
      </p:sp>
    </p:spTree>
    <p:extLst>
      <p:ext uri="{BB962C8B-B14F-4D97-AF65-F5344CB8AC3E}">
        <p14:creationId xmlns:p14="http://schemas.microsoft.com/office/powerpoint/2010/main" val="4198304677"/>
      </p:ext>
    </p:extLst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67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879C18-ED9D-29DA-A459-B8E586947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B51BB20-AB1D-6EE3-1CAD-4A0BE1C7A534}"/>
              </a:ext>
            </a:extLst>
          </p:cNvPr>
          <p:cNvSpPr txBox="1"/>
          <p:nvPr/>
        </p:nvSpPr>
        <p:spPr>
          <a:xfrm>
            <a:off x="3406458" y="2279362"/>
            <a:ext cx="23310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믿음의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항해</a:t>
            </a:r>
          </a:p>
        </p:txBody>
      </p:sp>
    </p:spTree>
    <p:extLst>
      <p:ext uri="{BB962C8B-B14F-4D97-AF65-F5344CB8AC3E}">
        <p14:creationId xmlns:p14="http://schemas.microsoft.com/office/powerpoint/2010/main" val="964451659"/>
      </p:ext>
    </p:extLst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67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F2F62D-AFF1-05D8-DD6C-FCFD2AE7F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F2B777C-1AFC-0F6D-D5D7-F3E8901FDAE4}"/>
              </a:ext>
            </a:extLst>
          </p:cNvPr>
          <p:cNvSpPr txBox="1"/>
          <p:nvPr/>
        </p:nvSpPr>
        <p:spPr>
          <a:xfrm>
            <a:off x="3381611" y="895350"/>
            <a:ext cx="23807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믿음의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항해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C7F780-A049-002B-503F-01F52A0717A0}"/>
              </a:ext>
            </a:extLst>
          </p:cNvPr>
          <p:cNvSpPr txBox="1"/>
          <p:nvPr/>
        </p:nvSpPr>
        <p:spPr>
          <a:xfrm>
            <a:off x="1104899" y="1706771"/>
            <a:ext cx="6934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위대한 능력 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풍랑을 잠잠케 해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자유 주시네 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묶임에서 벗어나게 해</a:t>
            </a:r>
          </a:p>
        </p:txBody>
      </p:sp>
    </p:spTree>
    <p:extLst>
      <p:ext uri="{BB962C8B-B14F-4D97-AF65-F5344CB8AC3E}">
        <p14:creationId xmlns:p14="http://schemas.microsoft.com/office/powerpoint/2010/main" val="3176294042"/>
      </p:ext>
    </p:extLst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67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198CCE-BDF2-1456-0458-026A419E0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FE22BE6-7777-0D66-D9EF-B7F924AFC666}"/>
              </a:ext>
            </a:extLst>
          </p:cNvPr>
          <p:cNvSpPr txBox="1"/>
          <p:nvPr/>
        </p:nvSpPr>
        <p:spPr>
          <a:xfrm>
            <a:off x="3381607" y="895350"/>
            <a:ext cx="23807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믿음의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항해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8562C3-6279-3DEA-4C4D-C8BB83864564}"/>
              </a:ext>
            </a:extLst>
          </p:cNvPr>
          <p:cNvSpPr txBox="1"/>
          <p:nvPr/>
        </p:nvSpPr>
        <p:spPr>
          <a:xfrm>
            <a:off x="1104899" y="1706771"/>
            <a:ext cx="6934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생명의 주인 되신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우리 예수님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생명 주시네 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죽음에서 일으키시네</a:t>
            </a:r>
          </a:p>
        </p:txBody>
      </p:sp>
    </p:spTree>
    <p:extLst>
      <p:ext uri="{BB962C8B-B14F-4D97-AF65-F5344CB8AC3E}">
        <p14:creationId xmlns:p14="http://schemas.microsoft.com/office/powerpoint/2010/main" val="1340809707"/>
      </p:ext>
    </p:extLst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67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0994BC-7BB1-1468-DDD4-CBEF0BC24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E7271D9-3AAB-B5B1-9308-AB153BACD353}"/>
              </a:ext>
            </a:extLst>
          </p:cNvPr>
          <p:cNvSpPr txBox="1"/>
          <p:nvPr/>
        </p:nvSpPr>
        <p:spPr>
          <a:xfrm>
            <a:off x="3381608" y="895350"/>
            <a:ext cx="23807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믿음의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항해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E9A078-2261-B6FA-AB7C-FB71A2021FA1}"/>
              </a:ext>
            </a:extLst>
          </p:cNvPr>
          <p:cNvSpPr txBox="1"/>
          <p:nvPr/>
        </p:nvSpPr>
        <p:spPr>
          <a:xfrm>
            <a:off x="1104899" y="1706771"/>
            <a:ext cx="6934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믿음의 돛 올려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소망의 키를 잡고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사랑의 나팔을 불며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함께 나아가자</a:t>
            </a:r>
          </a:p>
        </p:txBody>
      </p:sp>
    </p:spTree>
    <p:extLst>
      <p:ext uri="{BB962C8B-B14F-4D97-AF65-F5344CB8AC3E}">
        <p14:creationId xmlns:p14="http://schemas.microsoft.com/office/powerpoint/2010/main" val="1423745228"/>
      </p:ext>
    </p:extLst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67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1A4C24-44B9-966C-8701-5E6CE923B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B13B8F8-2337-82CE-34DE-854F024E1A2B}"/>
              </a:ext>
            </a:extLst>
          </p:cNvPr>
          <p:cNvSpPr txBox="1"/>
          <p:nvPr/>
        </p:nvSpPr>
        <p:spPr>
          <a:xfrm>
            <a:off x="3381608" y="895350"/>
            <a:ext cx="23807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믿음의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항해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8284E9-B460-B508-67C6-E0B28BCBA08B}"/>
              </a:ext>
            </a:extLst>
          </p:cNvPr>
          <p:cNvSpPr txBox="1"/>
          <p:nvPr/>
        </p:nvSpPr>
        <p:spPr>
          <a:xfrm>
            <a:off x="1104899" y="1706771"/>
            <a:ext cx="6934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떠나자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(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헤이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-)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믿음의 항해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(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믿음의 항해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-) 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오 믿음의 주요 온전케 하시는 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예수님과 함께 </a:t>
            </a:r>
          </a:p>
        </p:txBody>
      </p:sp>
    </p:spTree>
    <p:extLst>
      <p:ext uri="{BB962C8B-B14F-4D97-AF65-F5344CB8AC3E}">
        <p14:creationId xmlns:p14="http://schemas.microsoft.com/office/powerpoint/2010/main" val="468296165"/>
      </p:ext>
    </p:extLst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67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06A984-1BC5-E831-3C57-EDEFFC1A0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99BBEB4-54AE-CD7C-8C8B-0F2A2FA04656}"/>
              </a:ext>
            </a:extLst>
          </p:cNvPr>
          <p:cNvSpPr txBox="1"/>
          <p:nvPr/>
        </p:nvSpPr>
        <p:spPr>
          <a:xfrm>
            <a:off x="3381608" y="895350"/>
            <a:ext cx="23807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믿음의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항해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549CF1-CF3B-4AB0-AA70-A1AF06D82272}"/>
              </a:ext>
            </a:extLst>
          </p:cNvPr>
          <p:cNvSpPr txBox="1"/>
          <p:nvPr/>
        </p:nvSpPr>
        <p:spPr>
          <a:xfrm>
            <a:off x="1104899" y="1706771"/>
            <a:ext cx="6934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바라봐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(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헤이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-)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믿음의 주님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(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믿음의 주님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-)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유일한 나침반 하나님의 말씀 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함께하시는 믿음의 항해 헤이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!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n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83809385"/>
      </p:ext>
    </p:extLst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6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3A5B5BB-A31A-4E54-11CC-7BCF78363B8E}"/>
              </a:ext>
            </a:extLst>
          </p:cNvPr>
          <p:cNvSpPr txBox="1"/>
          <p:nvPr/>
        </p:nvSpPr>
        <p:spPr>
          <a:xfrm>
            <a:off x="3006511" y="2279362"/>
            <a:ext cx="3130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주님을 의지하며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67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7E156E-EF46-800B-644A-FBF9A3605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EDD249B-9C75-760A-8D23-3FF811136B30}"/>
              </a:ext>
            </a:extLst>
          </p:cNvPr>
          <p:cNvSpPr txBox="1"/>
          <p:nvPr/>
        </p:nvSpPr>
        <p:spPr>
          <a:xfrm>
            <a:off x="3006511" y="895350"/>
            <a:ext cx="3130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주님을 의지하며</a:t>
            </a: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n-cs"/>
              <a:sym typeface="Helvetic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93503B-92B0-986F-4F12-258C2D0EFA5A}"/>
              </a:ext>
            </a:extLst>
          </p:cNvPr>
          <p:cNvSpPr txBox="1"/>
          <p:nvPr/>
        </p:nvSpPr>
        <p:spPr>
          <a:xfrm>
            <a:off x="1104899" y="1706771"/>
            <a:ext cx="6934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애써봐도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힘내봐도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n-cs"/>
              <a:sym typeface="Helvetica"/>
            </a:endParaRP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자꾸 넘어질 때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웃어봐도 격려 받아도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혼자 슬퍼할 때</a:t>
            </a:r>
          </a:p>
        </p:txBody>
      </p:sp>
    </p:spTree>
    <p:extLst>
      <p:ext uri="{BB962C8B-B14F-4D97-AF65-F5344CB8AC3E}">
        <p14:creationId xmlns:p14="http://schemas.microsoft.com/office/powerpoint/2010/main" val="4283645421"/>
      </p:ext>
    </p:extLst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67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198CCE-BDF2-1456-0458-026A419E0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FE22BE6-7777-0D66-D9EF-B7F924AFC666}"/>
              </a:ext>
            </a:extLst>
          </p:cNvPr>
          <p:cNvSpPr txBox="1"/>
          <p:nvPr/>
        </p:nvSpPr>
        <p:spPr>
          <a:xfrm>
            <a:off x="3006505" y="895350"/>
            <a:ext cx="3130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주님을 의지하며</a:t>
            </a: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n-cs"/>
              <a:sym typeface="Helvetic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8562C3-6279-3DEA-4C4D-C8BB83864564}"/>
              </a:ext>
            </a:extLst>
          </p:cNvPr>
          <p:cNvSpPr txBox="1"/>
          <p:nvPr/>
        </p:nvSpPr>
        <p:spPr>
          <a:xfrm>
            <a:off x="1104899" y="1706771"/>
            <a:ext cx="6934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내가 만들어 낸 길이 아냐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주님 인도하시는 길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내가 스스로 걷는 게 아냐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주님 안으시는 지금</a:t>
            </a:r>
          </a:p>
        </p:txBody>
      </p:sp>
    </p:spTree>
    <p:extLst>
      <p:ext uri="{BB962C8B-B14F-4D97-AF65-F5344CB8AC3E}">
        <p14:creationId xmlns:p14="http://schemas.microsoft.com/office/powerpoint/2010/main" val="2232766024"/>
      </p:ext>
    </p:extLst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67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F48966-4062-05A3-71FA-EDC4EEF10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30CA4E0-B2D6-3A38-63CD-554ADB4BFA60}"/>
              </a:ext>
            </a:extLst>
          </p:cNvPr>
          <p:cNvSpPr txBox="1"/>
          <p:nvPr/>
        </p:nvSpPr>
        <p:spPr>
          <a:xfrm>
            <a:off x="2971239" y="895350"/>
            <a:ext cx="32015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주님을 의지하며</a:t>
            </a: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n-cs"/>
              <a:sym typeface="Helvetic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668BCC-3501-D2B3-FCF1-158D359A06D0}"/>
              </a:ext>
            </a:extLst>
          </p:cNvPr>
          <p:cNvSpPr txBox="1"/>
          <p:nvPr/>
        </p:nvSpPr>
        <p:spPr>
          <a:xfrm>
            <a:off x="1104899" y="1460027"/>
            <a:ext cx="69342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한 번 더 주님의 손을 잡고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용기 내어 진실로 예배해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나보다 더욱 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내 손을 강하게 붙잡고 계신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주님을 의지하며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n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108392087"/>
      </p:ext>
    </p:extLst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67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85DA07-9465-20A7-B305-982932D0B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E59FEA9-231E-C49E-74CC-2B40D09D9A27}"/>
              </a:ext>
            </a:extLst>
          </p:cNvPr>
          <p:cNvSpPr txBox="1"/>
          <p:nvPr/>
        </p:nvSpPr>
        <p:spPr>
          <a:xfrm>
            <a:off x="3535503" y="2279362"/>
            <a:ext cx="2073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  <a:sym typeface="Helvetica"/>
              </a:rPr>
              <a:t>Change!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n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956034574"/>
      </p:ext>
    </p:extLst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6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3A5B5BB-A31A-4E54-11CC-7BCF78363B8E}"/>
              </a:ext>
            </a:extLst>
          </p:cNvPr>
          <p:cNvSpPr txBox="1"/>
          <p:nvPr/>
        </p:nvSpPr>
        <p:spPr>
          <a:xfrm>
            <a:off x="3535501" y="895350"/>
            <a:ext cx="20730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Change!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A5FF91-AC9E-1F9C-D25F-144C98CBDD66}"/>
              </a:ext>
            </a:extLst>
          </p:cNvPr>
          <p:cNvSpPr txBox="1"/>
          <p:nvPr/>
        </p:nvSpPr>
        <p:spPr>
          <a:xfrm>
            <a:off x="1104899" y="1706771"/>
            <a:ext cx="6934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귀신도 덜덜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(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덜덜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)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병마도 덜덜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(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덜덜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)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예수님 앞에선 모두 다 꼼짝 마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(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헤이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!)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67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198CCE-BDF2-1456-0458-026A419E0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FE22BE6-7777-0D66-D9EF-B7F924AFC666}"/>
              </a:ext>
            </a:extLst>
          </p:cNvPr>
          <p:cNvSpPr txBox="1"/>
          <p:nvPr/>
        </p:nvSpPr>
        <p:spPr>
          <a:xfrm>
            <a:off x="3535496" y="666750"/>
            <a:ext cx="20730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Change!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8562C3-6279-3DEA-4C4D-C8BB83864564}"/>
              </a:ext>
            </a:extLst>
          </p:cNvPr>
          <p:cNvSpPr txBox="1"/>
          <p:nvPr/>
        </p:nvSpPr>
        <p:spPr>
          <a:xfrm>
            <a:off x="1104899" y="1478171"/>
            <a:ext cx="6934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구름 끼던 마음이 활짝 웃어요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어두웠던 마음이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평안해져요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n-cs"/>
            </a:endParaRP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아무도 고칠 수 없던 아픈 마음을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예수님 찾아와 회복시키셨죠</a:t>
            </a:r>
          </a:p>
        </p:txBody>
      </p:sp>
    </p:spTree>
    <p:extLst>
      <p:ext uri="{BB962C8B-B14F-4D97-AF65-F5344CB8AC3E}">
        <p14:creationId xmlns:p14="http://schemas.microsoft.com/office/powerpoint/2010/main" val="865549515"/>
      </p:ext>
    </p:extLst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67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F48966-4062-05A3-71FA-EDC4EEF10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30CA4E0-B2D6-3A38-63CD-554ADB4BFA60}"/>
              </a:ext>
            </a:extLst>
          </p:cNvPr>
          <p:cNvSpPr txBox="1"/>
          <p:nvPr/>
        </p:nvSpPr>
        <p:spPr>
          <a:xfrm>
            <a:off x="3535496" y="666750"/>
            <a:ext cx="20730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Change!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668BCC-3501-D2B3-FCF1-158D359A06D0}"/>
              </a:ext>
            </a:extLst>
          </p:cNvPr>
          <p:cNvSpPr txBox="1"/>
          <p:nvPr/>
        </p:nvSpPr>
        <p:spPr>
          <a:xfrm>
            <a:off x="1104899" y="1478171"/>
            <a:ext cx="6934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예수님 만나면 변화돼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Change!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모두 기쁨으로 변화돼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Change!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어둠은 물러가고 빛이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비춰요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n-cs"/>
            </a:endParaRP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내 삶을 다 바꾸신 능력의 주님 헤이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508494589"/>
      </p:ext>
    </p:extLst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6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30503CCF-108B-1922-2AFA-F6A6330EFA72}"/>
              </a:ext>
            </a:extLst>
          </p:cNvPr>
          <p:cNvSpPr txBox="1"/>
          <p:nvPr/>
        </p:nvSpPr>
        <p:spPr>
          <a:xfrm>
            <a:off x="3535499" y="666750"/>
            <a:ext cx="20730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Change!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CA9A4E-92AA-2F14-76B3-A6B227BE863A}"/>
              </a:ext>
            </a:extLst>
          </p:cNvPr>
          <p:cNvSpPr txBox="1"/>
          <p:nvPr/>
        </p:nvSpPr>
        <p:spPr>
          <a:xfrm>
            <a:off x="1104899" y="1478171"/>
            <a:ext cx="6934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귀신도 덜덜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(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덜덜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)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병마도 덜덜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(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덜덜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)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예수님 앞에선 모두 다 꼼짝 마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(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헤이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!)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67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7CEA0E-3E4A-B791-631D-75D60C3FA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B199FA94-D746-B15F-F5F6-9E66C02B5E06}"/>
              </a:ext>
            </a:extLst>
          </p:cNvPr>
          <p:cNvSpPr txBox="1"/>
          <p:nvPr/>
        </p:nvSpPr>
        <p:spPr>
          <a:xfrm>
            <a:off x="3573600" y="666750"/>
            <a:ext cx="20730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Change!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31966D-2C88-31BC-7D68-D4967364D331}"/>
              </a:ext>
            </a:extLst>
          </p:cNvPr>
          <p:cNvSpPr txBox="1"/>
          <p:nvPr/>
        </p:nvSpPr>
        <p:spPr>
          <a:xfrm>
            <a:off x="1143000" y="1478171"/>
            <a:ext cx="6934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구름 끼던 마음이 활짝 웃어요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어두웠던 마음이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평안해져요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n-cs"/>
            </a:endParaRP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아무도 고칠 수 없던 아픈 마음을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예수님 찾아와 회복시키셨죠</a:t>
            </a:r>
          </a:p>
        </p:txBody>
      </p:sp>
    </p:spTree>
    <p:extLst>
      <p:ext uri="{BB962C8B-B14F-4D97-AF65-F5344CB8AC3E}">
        <p14:creationId xmlns:p14="http://schemas.microsoft.com/office/powerpoint/2010/main" val="923571869"/>
      </p:ext>
    </p:extLst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D0493-CAFB-B64B-7266-17B2FADC4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BEF59B1D-0D82-486A-7522-62BD3887D93C}"/>
              </a:ext>
            </a:extLst>
          </p:cNvPr>
          <p:cNvSpPr txBox="1"/>
          <p:nvPr/>
        </p:nvSpPr>
        <p:spPr>
          <a:xfrm>
            <a:off x="3535499" y="666750"/>
            <a:ext cx="20730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Change!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BEFA86-9918-7A6F-9E97-B2A738C3FDB2}"/>
              </a:ext>
            </a:extLst>
          </p:cNvPr>
          <p:cNvSpPr txBox="1"/>
          <p:nvPr/>
        </p:nvSpPr>
        <p:spPr>
          <a:xfrm>
            <a:off x="1104899" y="1478171"/>
            <a:ext cx="6934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예수님 만나면 변화돼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Change!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모두 기쁨으로 변화돼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Change!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어둠은 물러가고 빛이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비춰요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n-cs"/>
            </a:endParaRP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내 삶을 다 바꾸신 능력의 주님 헤이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126157981"/>
      </p:ext>
    </p:extLst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67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8E7CD3-8F16-226A-EB8E-757B2B504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11362D6-4CD5-A5A6-6C78-CD106688FDEC}"/>
              </a:ext>
            </a:extLst>
          </p:cNvPr>
          <p:cNvSpPr txBox="1"/>
          <p:nvPr/>
        </p:nvSpPr>
        <p:spPr>
          <a:xfrm>
            <a:off x="2679500" y="2279362"/>
            <a:ext cx="37850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Link to Heaven!</a:t>
            </a:r>
          </a:p>
        </p:txBody>
      </p:sp>
    </p:spTree>
    <p:extLst>
      <p:ext uri="{BB962C8B-B14F-4D97-AF65-F5344CB8AC3E}">
        <p14:creationId xmlns:p14="http://schemas.microsoft.com/office/powerpoint/2010/main" val="3846811019"/>
      </p:ext>
    </p:extLst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6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3A5B5BB-A31A-4E54-11CC-7BCF78363B8E}"/>
              </a:ext>
            </a:extLst>
          </p:cNvPr>
          <p:cNvSpPr txBox="1"/>
          <p:nvPr/>
        </p:nvSpPr>
        <p:spPr>
          <a:xfrm>
            <a:off x="2679505" y="666750"/>
            <a:ext cx="37850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Link to Heaven!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A5FF91-AC9E-1F9C-D25F-144C98CBDD66}"/>
              </a:ext>
            </a:extLst>
          </p:cNvPr>
          <p:cNvSpPr txBox="1"/>
          <p:nvPr/>
        </p:nvSpPr>
        <p:spPr>
          <a:xfrm>
            <a:off x="1104899" y="1478171"/>
            <a:ext cx="6934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One!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마음을 빼앗던 폰 내려놓고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Two!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모두 함께 가자 교회로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Three!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보이지 않아도 느낄 수 있지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Four!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예수님 사랑 충전 완료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n-cs"/>
            </a:endParaRP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67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198CCE-BDF2-1456-0458-026A419E0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FE22BE6-7777-0D66-D9EF-B7F924AFC666}"/>
              </a:ext>
            </a:extLst>
          </p:cNvPr>
          <p:cNvSpPr txBox="1"/>
          <p:nvPr/>
        </p:nvSpPr>
        <p:spPr>
          <a:xfrm>
            <a:off x="2679494" y="666750"/>
            <a:ext cx="37850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Link to Heaven!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8562C3-6279-3DEA-4C4D-C8BB83864564}"/>
              </a:ext>
            </a:extLst>
          </p:cNvPr>
          <p:cNvSpPr txBox="1"/>
          <p:nvPr/>
        </p:nvSpPr>
        <p:spPr>
          <a:xfrm>
            <a:off x="1104899" y="1478171"/>
            <a:ext cx="6934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매일매일 하나님의 이메일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하루 종일 느껴지는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설레임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n-cs"/>
            </a:endParaRP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사랑으로 가득한 주님 말씀 열어봐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팡팡 터지는 은혜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Link to Heaven!</a:t>
            </a:r>
          </a:p>
        </p:txBody>
      </p:sp>
    </p:spTree>
    <p:extLst>
      <p:ext uri="{BB962C8B-B14F-4D97-AF65-F5344CB8AC3E}">
        <p14:creationId xmlns:p14="http://schemas.microsoft.com/office/powerpoint/2010/main" val="3782911861"/>
      </p:ext>
    </p:extLst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67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F48966-4062-05A3-71FA-EDC4EEF10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30CA4E0-B2D6-3A38-63CD-554ADB4BFA60}"/>
              </a:ext>
            </a:extLst>
          </p:cNvPr>
          <p:cNvSpPr txBox="1"/>
          <p:nvPr/>
        </p:nvSpPr>
        <p:spPr>
          <a:xfrm>
            <a:off x="2679493" y="646142"/>
            <a:ext cx="37850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Link to Heaven!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668BCC-3501-D2B3-FCF1-158D359A06D0}"/>
              </a:ext>
            </a:extLst>
          </p:cNvPr>
          <p:cNvSpPr txBox="1"/>
          <p:nvPr/>
        </p:nvSpPr>
        <p:spPr>
          <a:xfrm>
            <a:off x="1104899" y="1457563"/>
            <a:ext cx="69342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마음 다해 예배하는 우리들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예수님을 닮아가는 우리들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소망으로 가득한 주님 나라 연결해 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쑥쑥 자라는 믿음 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Link to Heaven Yeah!</a:t>
            </a:r>
          </a:p>
        </p:txBody>
      </p:sp>
    </p:spTree>
    <p:extLst>
      <p:ext uri="{BB962C8B-B14F-4D97-AF65-F5344CB8AC3E}">
        <p14:creationId xmlns:p14="http://schemas.microsoft.com/office/powerpoint/2010/main" val="256217718"/>
      </p:ext>
    </p:extLst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6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30503CCF-108B-1922-2AFA-F6A6330EFA72}"/>
              </a:ext>
            </a:extLst>
          </p:cNvPr>
          <p:cNvSpPr txBox="1"/>
          <p:nvPr/>
        </p:nvSpPr>
        <p:spPr>
          <a:xfrm>
            <a:off x="2679496" y="666750"/>
            <a:ext cx="37850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Link to Heaven!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CA9A4E-92AA-2F14-76B3-A6B227BE863A}"/>
              </a:ext>
            </a:extLst>
          </p:cNvPr>
          <p:cNvSpPr txBox="1"/>
          <p:nvPr/>
        </p:nvSpPr>
        <p:spPr>
          <a:xfrm>
            <a:off x="1104899" y="1478171"/>
            <a:ext cx="6934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One!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마음을 빼앗던 폰 내려놓고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Two!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모두 함께 가자 교회로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Three!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보이지 않아도 느낄 수 있지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Four!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예수님 사랑 충전 완료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n-cs"/>
            </a:endParaRP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67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7CEA0E-3E4A-B791-631D-75D60C3FA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B199FA94-D746-B15F-F5F6-9E66C02B5E06}"/>
              </a:ext>
            </a:extLst>
          </p:cNvPr>
          <p:cNvSpPr txBox="1"/>
          <p:nvPr/>
        </p:nvSpPr>
        <p:spPr>
          <a:xfrm>
            <a:off x="2679496" y="666750"/>
            <a:ext cx="37850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Link to Heaven!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31966D-2C88-31BC-7D68-D4967364D331}"/>
              </a:ext>
            </a:extLst>
          </p:cNvPr>
          <p:cNvSpPr txBox="1"/>
          <p:nvPr/>
        </p:nvSpPr>
        <p:spPr>
          <a:xfrm>
            <a:off x="1104899" y="1478171"/>
            <a:ext cx="6934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매일매일 하나님의 이메일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하루 종일 느껴지는 </a:t>
            </a: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설레임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n-cs"/>
            </a:endParaRP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사랑으로 가득한 주님 말씀 열어봐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팡팡 터지는 은혜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Link to Heaven!</a:t>
            </a:r>
          </a:p>
        </p:txBody>
      </p:sp>
    </p:spTree>
    <p:extLst>
      <p:ext uri="{BB962C8B-B14F-4D97-AF65-F5344CB8AC3E}">
        <p14:creationId xmlns:p14="http://schemas.microsoft.com/office/powerpoint/2010/main" val="4195527357"/>
      </p:ext>
    </p:extLst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D0493-CAFB-B64B-7266-17B2FADC4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BEF59B1D-0D82-486A-7522-62BD3887D93C}"/>
              </a:ext>
            </a:extLst>
          </p:cNvPr>
          <p:cNvSpPr txBox="1"/>
          <p:nvPr/>
        </p:nvSpPr>
        <p:spPr>
          <a:xfrm>
            <a:off x="2679496" y="666750"/>
            <a:ext cx="37850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Link to Heaven!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BEFA86-9918-7A6F-9E97-B2A738C3FDB2}"/>
              </a:ext>
            </a:extLst>
          </p:cNvPr>
          <p:cNvSpPr txBox="1"/>
          <p:nvPr/>
        </p:nvSpPr>
        <p:spPr>
          <a:xfrm>
            <a:off x="1104899" y="1478171"/>
            <a:ext cx="69342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마음 다해 예배하는 우리들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예수님을 닮아가는 우리들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소망으로 가득한 주님 나라 연결해 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쑥쑥 자라는 믿음 </a:t>
            </a:r>
          </a:p>
          <a:p>
            <a:pPr marL="0" marR="0" lvl="0" indent="0" algn="ctr" defTabSz="3429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n-cs"/>
              </a:rPr>
              <a:t>Link to Heaven Yeah!</a:t>
            </a:r>
          </a:p>
        </p:txBody>
      </p:sp>
    </p:spTree>
    <p:extLst>
      <p:ext uri="{BB962C8B-B14F-4D97-AF65-F5344CB8AC3E}">
        <p14:creationId xmlns:p14="http://schemas.microsoft.com/office/powerpoint/2010/main" val="3782705590"/>
      </p:ext>
    </p:extLst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54BBC-9EA0-4C82-4827-177FB86B2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hlinkClick r:id="rId3" action="ppaction://hlinksldjump"/>
            <a:extLst>
              <a:ext uri="{FF2B5EF4-FFF2-40B4-BE49-F238E27FC236}">
                <a16:creationId xmlns:a16="http://schemas.microsoft.com/office/drawing/2014/main" id="{658343FB-0B31-F00A-35B3-F97B0710ABDF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6" name="부제목 5">
            <a:extLst>
              <a:ext uri="{FF2B5EF4-FFF2-40B4-BE49-F238E27FC236}">
                <a16:creationId xmlns:a16="http://schemas.microsoft.com/office/drawing/2014/main" id="{A9801812-270B-A91B-22FD-3BE1F42BCD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kern="0" dirty="0">
                <a:solidFill>
                  <a:srgbClr val="000000"/>
                </a:solidFill>
                <a:sym typeface="Helvetica"/>
              </a:rPr>
              <a:t>최고의 선물</a:t>
            </a:r>
            <a:endParaRPr lang="en-US" altLang="ko-KR" kern="0" dirty="0">
              <a:solidFill>
                <a:srgbClr val="000000"/>
              </a:solidFill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120057232"/>
      </p:ext>
    </p:extLst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08C30-4E54-855B-3F85-5013751FB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1D2B0F-CD71-11EA-803E-34EE1910A2B1}"/>
              </a:ext>
            </a:extLst>
          </p:cNvPr>
          <p:cNvSpPr txBox="1"/>
          <p:nvPr/>
        </p:nvSpPr>
        <p:spPr>
          <a:xfrm>
            <a:off x="1331497" y="1786922"/>
            <a:ext cx="6332820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하나님께서 우리에게 보내신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최고의 선물은 바로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당신이예요</a:t>
            </a: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 </a:t>
            </a:r>
            <a:r>
              <a:rPr lang="en-US" altLang="ko-KR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x2</a:t>
            </a:r>
            <a:endParaRPr kumimoji="0" lang="ko-KR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530716609"/>
      </p:ext>
    </p:extLst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25C84-3290-CF7F-BCA3-0CF8AC16C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748F52-73C6-C57E-B04E-5A8C57EA2BDD}"/>
              </a:ext>
            </a:extLst>
          </p:cNvPr>
          <p:cNvSpPr txBox="1"/>
          <p:nvPr/>
        </p:nvSpPr>
        <p:spPr>
          <a:xfrm>
            <a:off x="1858084" y="1417590"/>
            <a:ext cx="5279646" cy="230832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축복해요 당신을 축복해요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하나님께서 주신 그 사랑으로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당신을 축복합니다</a:t>
            </a:r>
            <a:endParaRPr kumimoji="0" lang="ko-KR" alt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041028132"/>
      </p:ext>
    </p:extLst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EE801-5EDB-BA05-E4F5-8419ACD3B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E75098-99FC-7CAF-E55A-A2B75678BFCB}"/>
              </a:ext>
            </a:extLst>
          </p:cNvPr>
          <p:cNvSpPr txBox="1"/>
          <p:nvPr/>
        </p:nvSpPr>
        <p:spPr>
          <a:xfrm>
            <a:off x="4043355" y="2279364"/>
            <a:ext cx="3721528" cy="584771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약할 때 강함 되시네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  <p:sp>
        <p:nvSpPr>
          <p:cNvPr id="3" name="TextBox 2">
            <a:hlinkClick r:id="rId2" action="ppaction://hlinksldjump"/>
            <a:extLst>
              <a:ext uri="{FF2B5EF4-FFF2-40B4-BE49-F238E27FC236}">
                <a16:creationId xmlns:a16="http://schemas.microsoft.com/office/drawing/2014/main" id="{523E8D6C-6EDE-59B5-043B-EB21FB268D28}"/>
              </a:ext>
            </a:extLst>
          </p:cNvPr>
          <p:cNvSpPr txBox="1"/>
          <p:nvPr/>
        </p:nvSpPr>
        <p:spPr>
          <a:xfrm>
            <a:off x="8037095" y="4651450"/>
            <a:ext cx="1009350" cy="408618"/>
          </a:xfrm>
          <a:prstGeom prst="roundRect">
            <a:avLst/>
          </a:prstGeom>
          <a:noFill/>
          <a:ln w="12700" cap="flat">
            <a:solidFill>
              <a:schemeClr val="tx1">
                <a:lumMod val="75000"/>
                <a:lumOff val="25000"/>
              </a:schemeClr>
            </a:solidFill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레시피코리아 Medium" panose="02020603020101020101" pitchFamily="18" charset="-127"/>
                <a:ea typeface="레시피코리아 Medium" panose="02020603020101020101" pitchFamily="18" charset="-127"/>
                <a:cs typeface="+mj-cs"/>
                <a:sym typeface="Helvetica"/>
              </a:rPr>
              <a:t>목록</a:t>
            </a:r>
            <a:endParaRPr kumimoji="0" lang="en-US" altLang="ko-K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974085826"/>
      </p:ext>
    </p:extLst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B678D-F006-F898-01BB-262FD5991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F6F211-2B1E-9205-DF92-501D4C123423}"/>
              </a:ext>
            </a:extLst>
          </p:cNvPr>
          <p:cNvSpPr txBox="1"/>
          <p:nvPr/>
        </p:nvSpPr>
        <p:spPr>
          <a:xfrm>
            <a:off x="2657956" y="1417590"/>
            <a:ext cx="3679849" cy="230832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약할 때 </a:t>
            </a:r>
            <a:r>
              <a:rPr lang="ko-KR" altLang="en-US" sz="3200" dirty="0" err="1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강함되시네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나의 보배가 되신 주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 나의 모든 것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805890803"/>
      </p:ext>
    </p:extLst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E8599-8EB4-D061-CBE5-F85C87560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624548-4BF6-5DAA-1A26-571C9825E97B}"/>
              </a:ext>
            </a:extLst>
          </p:cNvPr>
          <p:cNvSpPr txBox="1"/>
          <p:nvPr/>
        </p:nvSpPr>
        <p:spPr>
          <a:xfrm>
            <a:off x="2668376" y="1417590"/>
            <a:ext cx="3659010" cy="230832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 안에 있는 보물을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나는 포기할 수 없네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 나의 모든 것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127547086"/>
      </p:ext>
    </p:extLst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5FC13-4816-095C-FEDF-F909EFDAA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027A95-0A38-6DB9-33BA-770C57230B92}"/>
              </a:ext>
            </a:extLst>
          </p:cNvPr>
          <p:cNvSpPr txBox="1"/>
          <p:nvPr/>
        </p:nvSpPr>
        <p:spPr>
          <a:xfrm>
            <a:off x="2200299" y="1786922"/>
            <a:ext cx="4595165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예수 어린 양 존귀한 이름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예수 어린 양 존귀한 이름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543134691"/>
      </p:ext>
    </p:extLst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DA90A-142B-0587-B8AF-9AD0174B5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6EAA14-EC57-C3DF-A8A6-F4BE7FB75BD3}"/>
              </a:ext>
            </a:extLst>
          </p:cNvPr>
          <p:cNvSpPr txBox="1"/>
          <p:nvPr/>
        </p:nvSpPr>
        <p:spPr>
          <a:xfrm>
            <a:off x="2694826" y="1417590"/>
            <a:ext cx="3606111" cy="230832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십자가 죄 사하셨네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주님의 이름 찬양해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 나의 모든 것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057876262"/>
      </p:ext>
    </p:extLst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B3B3F-8920-FF38-06A0-BC3CC3854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E86CB8-39BF-8E3B-341A-3FB0E312B576}"/>
              </a:ext>
            </a:extLst>
          </p:cNvPr>
          <p:cNvSpPr txBox="1"/>
          <p:nvPr/>
        </p:nvSpPr>
        <p:spPr>
          <a:xfrm>
            <a:off x="2657957" y="1417590"/>
            <a:ext cx="3679849" cy="2308320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쓰러진 나를 세우고</a:t>
            </a:r>
            <a:endParaRPr lang="en-US" altLang="ko-KR" sz="3200" dirty="0">
              <a:solidFill>
                <a:srgbClr val="000000"/>
              </a:solidFill>
              <a:latin typeface="레시피코리아 Medium" panose="02020603020101020101" pitchFamily="18" charset="-127"/>
              <a:ea typeface="레시피코리아 Medium" panose="02020603020101020101" pitchFamily="18" charset="-127"/>
            </a:endParaRP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나의 빈 잔을 채우네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주 나의 모든 것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696904864"/>
      </p:ext>
    </p:extLst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9417D-6A1A-AD35-FB08-D820A1BB8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9CC4C7-938A-C810-49F3-BAC2D6BC16C8}"/>
              </a:ext>
            </a:extLst>
          </p:cNvPr>
          <p:cNvSpPr txBox="1"/>
          <p:nvPr/>
        </p:nvSpPr>
        <p:spPr>
          <a:xfrm>
            <a:off x="2200299" y="1786922"/>
            <a:ext cx="4595165" cy="1569656"/>
          </a:xfrm>
          <a:prstGeom prst="rect">
            <a:avLst/>
          </a:prstGeom>
          <a:noFill/>
          <a:ln w="12700" cap="flat">
            <a:noFill/>
            <a:miter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>
            <a:scrgbClr r="0" g="0" b="0"/>
          </a:fontRef>
        </p:style>
        <p:txBody>
          <a:bodyPr rot="0" spcFirstLastPara="1" vertOverflow="overflow" horzOverflow="overflow" vert="horz" wrap="none" lIns="45718" tIns="45718" rIns="45718" bIns="45718" numCol="1" spcCol="38100" rtlCol="0" anchor="ctr">
            <a:spAutoFit/>
          </a:bodyPr>
          <a:lstStyle/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예수 어린 양 존귀한 이름</a:t>
            </a:r>
          </a:p>
          <a:p>
            <a:pPr lvl="0" algn="ctr" defTabSz="914400">
              <a:lnSpc>
                <a:spcPct val="150000"/>
              </a:lnSpc>
              <a:defRPr/>
            </a:pPr>
            <a:r>
              <a:rPr lang="ko-KR" altLang="en-US" sz="3200" dirty="0">
                <a:solidFill>
                  <a:srgbClr val="000000"/>
                </a:solidFill>
                <a:latin typeface="레시피코리아 Medium" panose="02020603020101020101" pitchFamily="18" charset="-127"/>
                <a:ea typeface="레시피코리아 Medium" panose="02020603020101020101" pitchFamily="18" charset="-127"/>
              </a:rPr>
              <a:t>예수 어린 양 존귀한 이름</a:t>
            </a:r>
            <a:endParaRPr kumimoji="0" lang="en-US" altLang="ko-K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레시피코리아 Medium" panose="02020603020101020101" pitchFamily="18" charset="-127"/>
              <a:ea typeface="레시피코리아 Medium" panose="02020603020101020101" pitchFamily="18" charset="-127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48458526"/>
      </p:ext>
    </p:extLst>
  </p:cSld>
  <p:clrMapOvr>
    <a:masterClrMapping/>
  </p:clrMapOvr>
</p:sld>
</file>

<file path=ppt/theme/theme1.xml><?xml version="1.0" encoding="utf-8"?>
<a:theme xmlns:a="http://schemas.openxmlformats.org/drawingml/2006/main" name="자르기">
  <a:themeElements>
    <a:clrScheme name="자르기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자르기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자르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기본 디자인">
  <a:themeElements>
    <a:clrScheme name="기본 디자인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CC99"/>
      </a:accent1>
      <a:accent2>
        <a:srgbClr val="3333CC"/>
      </a:accent2>
      <a:accent3>
        <a:srgbClr val="8F8F8F"/>
      </a:accent3>
      <a:accent4>
        <a:srgbClr val="707070"/>
      </a:accent4>
      <a:accent5>
        <a:srgbClr val="AAE2CA"/>
      </a:accent5>
      <a:accent6>
        <a:srgbClr val="2D2DB9"/>
      </a:accent6>
      <a:hlink>
        <a:srgbClr val="0000FF"/>
      </a:hlink>
      <a:folHlink>
        <a:srgbClr val="FF00FF"/>
      </a:folHlink>
    </a:clrScheme>
    <a:fontScheme name="기본 디자인">
      <a:majorFont>
        <a:latin typeface="Helvetica"/>
        <a:ea typeface="Helvetica"/>
        <a:cs typeface="Helvetica"/>
      </a:majorFont>
      <a:minorFont>
        <a:latin typeface="굴림"/>
        <a:ea typeface="굴림"/>
        <a:cs typeface="굴림"/>
      </a:minorFont>
    </a:fontScheme>
    <a:fmtScheme name="기본 디자인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2400" b="0" i="0" u="none" strike="noStrike" cap="none" spc="0" normalizeH="0" baseline="0"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>
          <a:scrgbClr r="0" g="0" b="0"/>
        </a:fontRef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>
          <a:scrgbClr r="0" g="0" b="0"/>
        </a:fontRef>
      </a:style>
    </a:lnDef>
    <a:txDef>
      <a:spPr>
        <a:noFill/>
        <a:ln w="12700" cap="flat">
          <a:noFill/>
          <a:miter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2400" b="0" i="0" u="none" strike="noStrike" cap="none" spc="0" normalizeH="0" baseline="0"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sz="1800" b="0" i="0" u="none" strike="noStrike" cap="none" spc="0" normalizeH="0" baseline="0"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>
          <a:scrgbClr r="0" g="0" b="0"/>
        </a:fontRef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1996</TotalTime>
  <Words>4584</Words>
  <Application>Microsoft Office PowerPoint</Application>
  <PresentationFormat>화면 슬라이드 쇼(16:9)</PresentationFormat>
  <Paragraphs>1258</Paragraphs>
  <Slides>352</Slides>
  <Notes>44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352</vt:i4>
      </vt:variant>
    </vt:vector>
  </HeadingPairs>
  <TitlesOfParts>
    <vt:vector size="359" baseType="lpstr">
      <vt:lpstr>굴림</vt:lpstr>
      <vt:lpstr>레시피코리아 Medium</vt:lpstr>
      <vt:lpstr>맑은 고딕</vt:lpstr>
      <vt:lpstr>Calibri</vt:lpstr>
      <vt:lpstr>Franklin Gothic Book</vt:lpstr>
      <vt:lpstr>Helvetica</vt:lpstr>
      <vt:lpstr>자르기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김한준</dc:creator>
  <cp:lastModifiedBy>충성 장</cp:lastModifiedBy>
  <cp:revision>253</cp:revision>
  <dcterms:modified xsi:type="dcterms:W3CDTF">2026-07-31T16:06:56Z</dcterms:modified>
  <cp:version/>
</cp:coreProperties>
</file>